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2"/>
    <p:sldMasterId id="2147483675" r:id="rId3"/>
    <p:sldMasterId id="2147483687" r:id="rId4"/>
    <p:sldMasterId id="2147483701" r:id="rId5"/>
    <p:sldMasterId id="2147483717" r:id="rId6"/>
  </p:sldMasterIdLst>
  <p:notesMasterIdLst>
    <p:notesMasterId r:id="rId16"/>
  </p:notesMasterIdLst>
  <p:sldIdLst>
    <p:sldId id="684" r:id="rId7"/>
    <p:sldId id="825" r:id="rId8"/>
    <p:sldId id="745" r:id="rId9"/>
    <p:sldId id="862" r:id="rId10"/>
    <p:sldId id="822" r:id="rId11"/>
    <p:sldId id="769" r:id="rId12"/>
    <p:sldId id="819" r:id="rId13"/>
    <p:sldId id="820" r:id="rId14"/>
    <p:sldId id="821" r:id="rId15"/>
  </p:sldIdLst>
  <p:sldSz cx="14400213" cy="8135938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45" autoAdjust="0"/>
    <p:restoredTop sz="95332" autoAdjust="0"/>
  </p:normalViewPr>
  <p:slideViewPr>
    <p:cSldViewPr snapToGrid="0" snapToObjects="1">
      <p:cViewPr varScale="1">
        <p:scale>
          <a:sx n="91" d="100"/>
          <a:sy n="91" d="100"/>
        </p:scale>
        <p:origin x="936" y="78"/>
      </p:cViewPr>
      <p:guideLst>
        <p:guide orient="horz" pos="2563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164-4BBF-86C7-9906E4B9089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164-4BBF-86C7-9906E4B9089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164-4BBF-86C7-9906E4B90898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64-4BBF-86C7-9906E4B908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1269-41DF-87AD-B757DEF2891D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269-41DF-87AD-B757DEF2891D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269-41DF-87AD-B757DEF2891D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269-41DF-87AD-B757DEF2891D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269-41DF-87AD-B757DEF2891D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269-41DF-87AD-B757DEF2891D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269-41DF-87AD-B757DEF2891D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269-41DF-87AD-B757DEF2891D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269-41DF-87AD-B757DEF2891D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269-41DF-87AD-B757DEF2891D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269-41DF-87AD-B757DEF2891D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269-41DF-87AD-B757DEF2891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269-41DF-87AD-B757DEF2891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269-41DF-87AD-B757DEF2891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269-41DF-87AD-B757DEF2891D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Hoja1!$B$2:$B$11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1269-41DF-87AD-B757DEF2891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1269-41DF-87AD-B757DEF2891D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269-41DF-87AD-B757DEF2891D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1269-41DF-87AD-B757DEF2891D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269-41DF-87AD-B757DEF2891D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1269-41DF-87AD-B757DEF2891D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1269-41DF-87AD-B757DEF2891D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1269-41DF-87AD-B757DEF2891D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1269-41DF-87AD-B757DEF2891D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1269-41DF-87AD-B757DEF2891D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1269-41DF-87AD-B757DEF2891D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1269-41DF-87AD-B757DEF2891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1269-41DF-87AD-B757DEF2891D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1269-41DF-87AD-B757DEF2891D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1269-41DF-87AD-B757DEF2891D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Hoja1!$C$2:$C$11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1269-41DF-87AD-B757DEF2891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1269-41DF-87AD-B757DEF2891D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1269-41DF-87AD-B757DEF2891D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1269-41DF-87AD-B757DEF2891D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1269-41DF-87AD-B757DEF2891D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1269-41DF-87AD-B757DEF2891D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1269-41DF-87AD-B757DEF2891D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1269-41DF-87AD-B757DEF2891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1269-41DF-87AD-B757DEF2891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1269-41DF-87AD-B757DEF2891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1269-41DF-87AD-B757DEF2891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1269-41DF-87AD-B757DEF2891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1269-41DF-87AD-B757DEF2891D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Hoja1!$D$2:$D$11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1269-41DF-87AD-B757DEF289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AE-44B1-884F-AAFAB0B24F81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AE-44B1-884F-AAFAB0B24F81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AE-44B1-884F-AAFAB0B24F81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7AE-44B1-884F-AAFAB0B24F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2515030797045935"/>
          <c:y val="0"/>
          <c:w val="0.6748496920295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rgbClr val="FF000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3D89-4F7B-A206-2542C5CF06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Hoja1!$A$2:$A$17</c:f>
              <c:strCache>
                <c:ptCount val="16"/>
                <c:pt idx="0">
                  <c:v>Totalplay</c:v>
                </c:pt>
                <c:pt idx="1">
                  <c:v>Residencial
Mario Ramón Fernández Loperena</c:v>
                </c:pt>
                <c:pt idx="2">
                  <c:v>Operaciones Red
Humberto Elenes Vargas</c:v>
                </c:pt>
                <c:pt idx="3">
                  <c:v>Empresarial
Héctor Nava Cortinas</c:v>
                </c:pt>
                <c:pt idx="4">
                  <c:v>Red Central
José Luis Rodríguez López</c:v>
                </c:pt>
                <c:pt idx="5">
                  <c:v>Totalplay Sector Gobierno
Oscar David Rojo Cervera</c:v>
                </c:pt>
                <c:pt idx="6">
                  <c:v>Administración Y Finanzas Totalplay
Alejandro Enrique Rodríguez Sánchez</c:v>
                </c:pt>
                <c:pt idx="7">
                  <c:v>Sistemas
Aurelio Saynes Santillán</c:v>
                </c:pt>
                <c:pt idx="8">
                  <c:v>Totalplay Go
Anabel Cruz Martínez</c:v>
                </c:pt>
                <c:pt idx="9">
                  <c:v>Capital Humano Total Play
Luis Octavio Sánchez Silva</c:v>
                </c:pt>
                <c:pt idx="10">
                  <c:v>Seguridad De La Información
José Antonio Goyri Escalona</c:v>
                </c:pt>
                <c:pt idx="11">
                  <c:v>Medios Y Nuevos Negocios
Rodrigo Fernández Capdevielle</c:v>
                </c:pt>
                <c:pt idx="12">
                  <c:v>Producto Iptv
Miguel Angel Nava Espinosa</c:v>
                </c:pt>
                <c:pt idx="13">
                  <c:v>Mercadotecnia
Emilio Salas Fernández</c:v>
                </c:pt>
                <c:pt idx="14">
                  <c:v>Jurídico
Eduardo Ruiz Vega</c:v>
                </c:pt>
                <c:pt idx="15">
                  <c:v>Sin Etiqueta</c:v>
                </c:pt>
              </c:strCache>
            </c:strRef>
          </c:cat>
          <c:val>
            <c:numRef>
              <c:f>Hoja1!$B$2:$B$17</c:f>
              <c:numCache>
                <c:formatCode>0.0%</c:formatCode>
                <c:ptCount val="16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3D89-4F7B-A206-2542C5CF064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Hoja1!$A$2:$A$17</c:f>
              <c:strCache>
                <c:ptCount val="16"/>
                <c:pt idx="0">
                  <c:v>Totalplay</c:v>
                </c:pt>
                <c:pt idx="1">
                  <c:v>Residencial
Mario Ramón Fernández Loperena</c:v>
                </c:pt>
                <c:pt idx="2">
                  <c:v>Operaciones Red
Humberto Elenes Vargas</c:v>
                </c:pt>
                <c:pt idx="3">
                  <c:v>Empresarial
Héctor Nava Cortinas</c:v>
                </c:pt>
                <c:pt idx="4">
                  <c:v>Red Central
José Luis Rodríguez López</c:v>
                </c:pt>
                <c:pt idx="5">
                  <c:v>Totalplay Sector Gobierno
Oscar David Rojo Cervera</c:v>
                </c:pt>
                <c:pt idx="6">
                  <c:v>Administración Y Finanzas Totalplay
Alejandro Enrique Rodríguez Sánchez</c:v>
                </c:pt>
                <c:pt idx="7">
                  <c:v>Sistemas
Aurelio Saynes Santillán</c:v>
                </c:pt>
                <c:pt idx="8">
                  <c:v>Totalplay Go
Anabel Cruz Martínez</c:v>
                </c:pt>
                <c:pt idx="9">
                  <c:v>Capital Humano Total Play
Luis Octavio Sánchez Silva</c:v>
                </c:pt>
                <c:pt idx="10">
                  <c:v>Seguridad De La Información
José Antonio Goyri Escalona</c:v>
                </c:pt>
                <c:pt idx="11">
                  <c:v>Medios Y Nuevos Negocios
Rodrigo Fernández Capdevielle</c:v>
                </c:pt>
                <c:pt idx="12">
                  <c:v>Producto Iptv
Miguel Angel Nava Espinosa</c:v>
                </c:pt>
                <c:pt idx="13">
                  <c:v>Mercadotecnia
Emilio Salas Fernández</c:v>
                </c:pt>
                <c:pt idx="14">
                  <c:v>Jurídico
Eduardo Ruiz Vega</c:v>
                </c:pt>
                <c:pt idx="15">
                  <c:v>Sin Etiqueta</c:v>
                </c:pt>
              </c:strCache>
            </c:strRef>
          </c:cat>
          <c:val>
            <c:numRef>
              <c:f>Hoja1!$C$2:$C$17</c:f>
              <c:numCache>
                <c:formatCode>0.0%</c:formatCode>
                <c:ptCount val="16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3D89-4F7B-A206-2542C5CF0643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3D89-4F7B-A206-2542C5CF0643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3D89-4F7B-A206-2542C5CF0643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3D89-4F7B-A206-2542C5CF0643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3D89-4F7B-A206-2542C5CF0643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3D89-4F7B-A206-2542C5CF0643}"/>
              </c:ext>
            </c:extLst>
          </c:dPt>
          <c:dPt>
            <c:idx val="15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3D89-4F7B-A206-2542C5CF06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Hoja1!$A$2:$A$17</c:f>
              <c:strCache>
                <c:ptCount val="16"/>
                <c:pt idx="0">
                  <c:v>Totalplay</c:v>
                </c:pt>
                <c:pt idx="1">
                  <c:v>Residencial
Mario Ramón Fernández Loperena</c:v>
                </c:pt>
                <c:pt idx="2">
                  <c:v>Operaciones Red
Humberto Elenes Vargas</c:v>
                </c:pt>
                <c:pt idx="3">
                  <c:v>Empresarial
Héctor Nava Cortinas</c:v>
                </c:pt>
                <c:pt idx="4">
                  <c:v>Red Central
José Luis Rodríguez López</c:v>
                </c:pt>
                <c:pt idx="5">
                  <c:v>Totalplay Sector Gobierno
Oscar David Rojo Cervera</c:v>
                </c:pt>
                <c:pt idx="6">
                  <c:v>Administración Y Finanzas Totalplay
Alejandro Enrique Rodríguez Sánchez</c:v>
                </c:pt>
                <c:pt idx="7">
                  <c:v>Sistemas
Aurelio Saynes Santillán</c:v>
                </c:pt>
                <c:pt idx="8">
                  <c:v>Totalplay Go
Anabel Cruz Martínez</c:v>
                </c:pt>
                <c:pt idx="9">
                  <c:v>Capital Humano Total Play
Luis Octavio Sánchez Silva</c:v>
                </c:pt>
                <c:pt idx="10">
                  <c:v>Seguridad De La Información
José Antonio Goyri Escalona</c:v>
                </c:pt>
                <c:pt idx="11">
                  <c:v>Medios Y Nuevos Negocios
Rodrigo Fernández Capdevielle</c:v>
                </c:pt>
                <c:pt idx="12">
                  <c:v>Producto Iptv
Miguel Angel Nava Espinosa</c:v>
                </c:pt>
                <c:pt idx="13">
                  <c:v>Mercadotecnia
Emilio Salas Fernández</c:v>
                </c:pt>
                <c:pt idx="14">
                  <c:v>Jurídico
Eduardo Ruiz Vega</c:v>
                </c:pt>
                <c:pt idx="15">
                  <c:v>Sin Etiqueta</c:v>
                </c:pt>
              </c:strCache>
            </c:strRef>
          </c:cat>
          <c:val>
            <c:numRef>
              <c:f>Hoja1!$D$2:$D$17</c:f>
              <c:numCache>
                <c:formatCode>0.0%</c:formatCode>
                <c:ptCount val="16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3D89-4F7B-A206-2542C5CF064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8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AD60EC6-A665-6EE9-BF7F-55DBBB67B1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FE23082-33D4-E97A-8134-11A2EC01611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B4741FE-74FE-402A-A6D9-640397E2B0AD}" type="datetimeFigureOut">
              <a:rPr lang="es-ES_tradnl"/>
              <a:pPr>
                <a:defRPr/>
              </a:pPr>
              <a:t>05/10/2026</a:t>
            </a:fld>
            <a:endParaRPr lang="es-ES_tradnl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C1267C91-1F19-26FC-4038-A458BE2F4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854F5EAC-1B8F-5E0F-DAF5-F555F4D0C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1C9574-7178-3FC0-6630-04D8FDF1E6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4C0233-C84A-3F5C-4849-CB5C4AB10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5E39901-B362-4C1D-9E39-08F2FB17BB28}" type="slidenum">
              <a:rPr lang="es-ES_tradnl" altLang="es-MX"/>
              <a:pPr>
                <a:defRPr/>
              </a:pPr>
              <a:t>‹Nº›</a:t>
            </a:fld>
            <a:endParaRPr lang="es-ES_tradnl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id="{0F295A27-03FF-B5FD-4B40-65CE23EBF4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id="{19238E6A-A8EA-B8C3-9495-B92161CADB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id="{C4E89C96-1802-E6E5-289F-D7F90FA7A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260C38B-5D0F-4582-A73B-FA51C259123C}" type="slidenum">
              <a:rPr lang="es-MX" altLang="es-MX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</a:t>
            </a:fld>
            <a:endParaRPr lang="es-MX" altLang="es-MX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Marcador de imagen de diapositiva 1">
            <a:extLst>
              <a:ext uri="{FF2B5EF4-FFF2-40B4-BE49-F238E27FC236}">
                <a16:creationId xmlns:a16="http://schemas.microsoft.com/office/drawing/2014/main" id="{6F98B704-8A0F-5E72-00AC-0B0AEED72B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Marcador de notas 2">
            <a:extLst>
              <a:ext uri="{FF2B5EF4-FFF2-40B4-BE49-F238E27FC236}">
                <a16:creationId xmlns:a16="http://schemas.microsoft.com/office/drawing/2014/main" id="{FA03631A-10E5-9B99-D90D-02FB60DFC4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76804" name="Marcador de número de diapositiva 3">
            <a:extLst>
              <a:ext uri="{FF2B5EF4-FFF2-40B4-BE49-F238E27FC236}">
                <a16:creationId xmlns:a16="http://schemas.microsoft.com/office/drawing/2014/main" id="{FECE9B2D-436A-9B2E-7C06-4F480C56A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C60FD62-81D5-4630-918C-12FD85B455C7}" type="slidenum">
              <a:rPr lang="es-ES_tradnl" altLang="es-MX" smtClean="0">
                <a:latin typeface="Calibri" panose="020F0502020204030204" pitchFamily="34" charset="0"/>
              </a:rPr>
              <a:pPr/>
              <a:t>2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Marcador de imagen de diapositiva 1">
            <a:extLst>
              <a:ext uri="{FF2B5EF4-FFF2-40B4-BE49-F238E27FC236}">
                <a16:creationId xmlns:a16="http://schemas.microsoft.com/office/drawing/2014/main" id="{A2CE3713-A875-469B-57B9-AA21DDD620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Marcador de notas 2">
            <a:extLst>
              <a:ext uri="{FF2B5EF4-FFF2-40B4-BE49-F238E27FC236}">
                <a16:creationId xmlns:a16="http://schemas.microsoft.com/office/drawing/2014/main" id="{6779C426-F62B-CEE4-B4CD-5EB6DC9178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1924" name="Marcador de número de diapositiva 3">
            <a:extLst>
              <a:ext uri="{FF2B5EF4-FFF2-40B4-BE49-F238E27FC236}">
                <a16:creationId xmlns:a16="http://schemas.microsoft.com/office/drawing/2014/main" id="{D17DC57D-A658-5870-3CF2-0B059AC37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F332526-BA39-4B6A-A349-7305929D3A9D}" type="slidenum">
              <a:rPr lang="es-ES_tradnl" altLang="es-MX" smtClean="0">
                <a:latin typeface="Calibri" panose="020F0502020204030204" pitchFamily="34" charset="0"/>
              </a:rPr>
              <a:pPr/>
              <a:t>6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A301AFF3-883A-74B5-548A-D0B4C8DDD4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3178EE75-5754-C699-2A1D-86F0644D3C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746DADEB-4454-7F94-8334-09ACA5F80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7053811-24F7-4562-B027-460FE5B25C4E}" type="slidenum">
              <a:rPr lang="es-ES_tradnl" altLang="es-MX" smtClean="0"/>
              <a:pPr>
                <a:spcBef>
                  <a:spcPct val="0"/>
                </a:spcBef>
              </a:pPr>
              <a:t>7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Marcador de imagen de diapositiva 1">
            <a:extLst>
              <a:ext uri="{FF2B5EF4-FFF2-40B4-BE49-F238E27FC236}">
                <a16:creationId xmlns:a16="http://schemas.microsoft.com/office/drawing/2014/main" id="{4FD70367-E734-E683-A807-9A7EC9D8E1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Marcador de notas 2">
            <a:extLst>
              <a:ext uri="{FF2B5EF4-FFF2-40B4-BE49-F238E27FC236}">
                <a16:creationId xmlns:a16="http://schemas.microsoft.com/office/drawing/2014/main" id="{7A9E2F60-A5F0-58B9-9826-89B69BED11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6020" name="Marcador de número de diapositiva 3">
            <a:extLst>
              <a:ext uri="{FF2B5EF4-FFF2-40B4-BE49-F238E27FC236}">
                <a16:creationId xmlns:a16="http://schemas.microsoft.com/office/drawing/2014/main" id="{DF6EB71D-40F8-A588-9163-D38F44FD8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15F18A-9831-4712-B8C4-52606EF4CB1F}" type="slidenum">
              <a:rPr lang="es-ES_tradnl" altLang="es-MX" smtClean="0"/>
              <a:pPr>
                <a:spcBef>
                  <a:spcPct val="0"/>
                </a:spcBef>
              </a:pPr>
              <a:t>8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Marcador de imagen de diapositiva 1">
            <a:extLst>
              <a:ext uri="{FF2B5EF4-FFF2-40B4-BE49-F238E27FC236}">
                <a16:creationId xmlns:a16="http://schemas.microsoft.com/office/drawing/2014/main" id="{77416868-D1E3-4729-8E5C-7177F360B7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Marcador de notas 2">
            <a:extLst>
              <a:ext uri="{FF2B5EF4-FFF2-40B4-BE49-F238E27FC236}">
                <a16:creationId xmlns:a16="http://schemas.microsoft.com/office/drawing/2014/main" id="{45B59A93-054D-4D62-3C18-77AAAE5C1D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8068" name="Marcador de número de diapositiva 3">
            <a:extLst>
              <a:ext uri="{FF2B5EF4-FFF2-40B4-BE49-F238E27FC236}">
                <a16:creationId xmlns:a16="http://schemas.microsoft.com/office/drawing/2014/main" id="{35A74B75-7584-F58B-D8EE-7B9E47D20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51B451B-6161-46A2-B1D1-5D33114B913B}" type="slidenum">
              <a:rPr lang="es-ES_tradnl" altLang="es-MX" smtClean="0"/>
              <a:pPr>
                <a:spcBef>
                  <a:spcPct val="0"/>
                </a:spcBef>
              </a:pPr>
              <a:t>9</a:t>
            </a:fld>
            <a:endParaRPr lang="es-ES_tradnl" alt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2.emf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CDBDE2-1B2E-23BD-B4EF-49207011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4A8CF87-EA98-49E1-A487-8FF9646B0C0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94588F-C9EF-838D-0F6D-505A163B0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C27BED-30EB-1862-E2E6-C35F6042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D64FB-01D2-491A-AB1D-43100D85B50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4943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B1058-2847-6E7E-B53C-F4435692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7BA2C79-3214-40A4-BC37-C67B9C5B221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5B7E90-B42E-3B64-0C3C-3A05D735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02C81-7586-F6F6-FB93-87ADFE8E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F7F421-FB5A-44F1-9411-177C6774FED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58432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95BA1A-1D53-F55E-E736-E0AFC326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CB4A8D1-A356-4AC6-AE50-62C6E029298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367A45-3828-2524-88C5-B14CB459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78A3B2-DE2D-BD45-9D73-9465FE90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A41AF-DD5F-484A-A5AC-A7EC68E3AF7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864500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B59A97-FA88-3E62-5DFD-947AD181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32C21C0-5498-46D7-9E08-B3D1196616A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37CC48-7DA5-0EC9-A8D4-0DE0C61DE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B9BBAF-AC4C-EE82-7655-67CB9A6B6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9CFE8-E30F-4310-B36C-E59055FDBBE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017595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CDA1ED-73D7-7541-7D0A-387F982B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06364CA-0C27-46CB-BD1E-D28B3EB4A66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418C09-BC17-BC88-CCB3-84B7FA55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A8A4CF-6ABC-79E3-B233-CBD2C4C8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28998-F7DF-4910-BB31-03DF8EABBF6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097316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6A538AB-9045-4AAD-EF57-553590A4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8C6FE2C-1A97-45A2-BA5D-F191C30BFE9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26ECE5-14A4-D2D4-BFA2-B1A249909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6CBDAC-526D-6924-0A5F-CAC0C38B2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10310-4100-4719-B473-64707185DC4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31199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11" descr="Upax_Research.png">
            <a:extLst>
              <a:ext uri="{FF2B5EF4-FFF2-40B4-BE49-F238E27FC236}">
                <a16:creationId xmlns:a16="http://schemas.microsoft.com/office/drawing/2014/main" id="{A52603CE-3B06-0BD8-5DB0-94192E1694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3014" y="6270626"/>
            <a:ext cx="205898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2">
            <a:extLst>
              <a:ext uri="{FF2B5EF4-FFF2-40B4-BE49-F238E27FC236}">
                <a16:creationId xmlns:a16="http://schemas.microsoft.com/office/drawing/2014/main" id="{7D92F982-16F6-4833-9CB5-7DAB27FC5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28">
            <a:extLst>
              <a:ext uri="{FF2B5EF4-FFF2-40B4-BE49-F238E27FC236}">
                <a16:creationId xmlns:a16="http://schemas.microsoft.com/office/drawing/2014/main" id="{45E9C1E4-6EB4-01AB-6FF1-E92DDB1D03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" y="3373755"/>
            <a:ext cx="419769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12E1187-15B8-AB8B-8E2B-CC76FD4286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35553" y="7678794"/>
            <a:ext cx="2737259" cy="39600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09B5113D-36D7-9252-31D6-ED5B1F18A423}"/>
              </a:ext>
            </a:extLst>
          </p:cNvPr>
          <p:cNvGrpSpPr/>
          <p:nvPr userDrawn="1"/>
        </p:nvGrpSpPr>
        <p:grpSpPr>
          <a:xfrm>
            <a:off x="270500" y="-595982"/>
            <a:ext cx="3456000" cy="2370589"/>
            <a:chOff x="10227300" y="-595982"/>
            <a:chExt cx="3456000" cy="2370589"/>
          </a:xfrm>
        </p:grpSpPr>
        <p:sp>
          <p:nvSpPr>
            <p:cNvPr id="13" name="9 Acorde">
              <a:extLst>
                <a:ext uri="{FF2B5EF4-FFF2-40B4-BE49-F238E27FC236}">
                  <a16:creationId xmlns:a16="http://schemas.microsoft.com/office/drawing/2014/main" id="{81BE50FD-F282-EC83-AD65-63ACA2C83514}"/>
                </a:ext>
              </a:extLst>
            </p:cNvPr>
            <p:cNvSpPr>
              <a:spLocks noChangeAspect="1"/>
            </p:cNvSpPr>
            <p:nvPr userDrawn="1"/>
          </p:nvSpPr>
          <p:spPr>
            <a:xfrm rot="17394558">
              <a:off x="10770005" y="-1138687"/>
              <a:ext cx="2370589" cy="3456000"/>
            </a:xfrm>
            <a:prstGeom prst="chord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4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MX" sz="2400">
                <a:solidFill>
                  <a:srgbClr val="F8F7FF"/>
                </a:solidFill>
              </a:endParaRPr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E2957280-B913-7F11-6F31-0E67C3EF35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1041819" y="114033"/>
              <a:ext cx="1826960" cy="129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1017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>
            <a:extLst>
              <a:ext uri="{FF2B5EF4-FFF2-40B4-BE49-F238E27FC236}">
                <a16:creationId xmlns:a16="http://schemas.microsoft.com/office/drawing/2014/main" id="{9D1B7A82-3D1A-BFDC-8AB7-AA75548715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28">
            <a:extLst>
              <a:ext uri="{FF2B5EF4-FFF2-40B4-BE49-F238E27FC236}">
                <a16:creationId xmlns:a16="http://schemas.microsoft.com/office/drawing/2014/main" id="{45E9C1E4-6EB4-01AB-6FF1-E92DDB1D03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" y="3373755"/>
            <a:ext cx="419769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12E1187-15B8-AB8B-8E2B-CC76FD4286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5553" y="7678794"/>
            <a:ext cx="2737259" cy="39600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09B5113D-36D7-9252-31D6-ED5B1F18A423}"/>
              </a:ext>
            </a:extLst>
          </p:cNvPr>
          <p:cNvGrpSpPr/>
          <p:nvPr userDrawn="1"/>
        </p:nvGrpSpPr>
        <p:grpSpPr>
          <a:xfrm>
            <a:off x="270500" y="-595982"/>
            <a:ext cx="3456000" cy="2370589"/>
            <a:chOff x="10227300" y="-595982"/>
            <a:chExt cx="3456000" cy="2370589"/>
          </a:xfrm>
        </p:grpSpPr>
        <p:sp>
          <p:nvSpPr>
            <p:cNvPr id="13" name="9 Acorde">
              <a:extLst>
                <a:ext uri="{FF2B5EF4-FFF2-40B4-BE49-F238E27FC236}">
                  <a16:creationId xmlns:a16="http://schemas.microsoft.com/office/drawing/2014/main" id="{81BE50FD-F282-EC83-AD65-63ACA2C83514}"/>
                </a:ext>
              </a:extLst>
            </p:cNvPr>
            <p:cNvSpPr>
              <a:spLocks noChangeAspect="1"/>
            </p:cNvSpPr>
            <p:nvPr userDrawn="1"/>
          </p:nvSpPr>
          <p:spPr>
            <a:xfrm rot="17394558">
              <a:off x="10770005" y="-1138687"/>
              <a:ext cx="2370589" cy="3456000"/>
            </a:xfrm>
            <a:prstGeom prst="chord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4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MX" sz="2400">
                <a:solidFill>
                  <a:srgbClr val="F8F7FF"/>
                </a:solidFill>
              </a:endParaRPr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E2957280-B913-7F11-6F31-0E67C3EF35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1041819" y="114033"/>
              <a:ext cx="1826960" cy="129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5244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>
            <a:extLst>
              <a:ext uri="{FF2B5EF4-FFF2-40B4-BE49-F238E27FC236}">
                <a16:creationId xmlns:a16="http://schemas.microsoft.com/office/drawing/2014/main" id="{5B8B8320-2103-67FC-F692-2BD5F06480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B4AF7AE-416B-0254-723D-3FE552A636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751713" y="138652"/>
            <a:ext cx="1440000" cy="10215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205EA13-CB4B-5630-4043-18E015613C9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02" y="7802325"/>
            <a:ext cx="2160000" cy="31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06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495E65-B8DB-B0F7-7A86-DB024366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CAF87E2-EC23-4C79-A3B9-E5564FF8CCB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30CB17-47DD-C8F7-CD53-AF32A871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93E296-5271-9346-C07C-3A1D3B1D8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7350E-7B60-48C8-90AF-939D898FC9A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49992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0EA0F4-2269-6B4F-99BE-9462AF63A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4F0F10E-572F-42C7-BE60-8417AC85292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34D7FF-A16B-0948-3F0A-498F2CF59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615A53-E441-B133-2078-49A889E0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0136DD-1A31-4304-9D0A-490AFBC337B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9558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E8F5C2-747D-F381-2E65-0CE93B95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A125061-DFB6-4CD8-BDCE-6377957515D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3AA358-D224-924B-B0C2-150025761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F105EF-0DC7-01CA-ECD6-4D297F406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63439B-725F-4CDF-9F20-9C57F71DEA9C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65886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401F2C-DEEA-3E88-357A-F5F1900F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06D0161-5CD7-40FC-A028-F700C0AD815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EFE6E7-381D-FEB3-C664-C81B220E7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D2144A-A7E9-39D6-FCC5-A25C5618F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C7ED6-4564-4C93-A64F-910C8B6E79DC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455528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F2FA3384-668F-46F7-B5E6-49B9CDE2D8C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7818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7421"/>
            <a:ext cx="12240181" cy="1743953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2DF96B-52A6-B604-4432-5681C132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E7D078B9-0469-0E42-83F4-C5B068902C3D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14E3C7-D151-7C62-1DC6-C5C9D37FC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5080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4AF141-3584-EB3D-836B-6877A7DA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73B093-F339-1C44-B7C4-DE2B31CB71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2FBB4B-1CB4-9926-C238-E2BE2AD61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8321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7"/>
            <a:ext cx="12240181" cy="1615889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8358"/>
            <a:ext cx="12240181" cy="177973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28AD3C-5B87-A997-ED01-00F225B1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215A2303-DDBE-3741-AD2F-3C1F4939E1C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505778-34B9-E9A1-50AE-74ECE790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0603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91221"/>
            <a:ext cx="12960192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339B07-2238-8FD4-CBEA-EE2ABD013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1F5E3FE3-5FA2-2944-94CA-14CFFEAF67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27A60D-8182-A173-2045-479A87BE8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671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18526"/>
            <a:ext cx="9110134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2970561"/>
            <a:ext cx="6362595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3729538"/>
            <a:ext cx="6362595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7" y="2970561"/>
            <a:ext cx="6365094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7" y="3729538"/>
            <a:ext cx="6365094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D574D39-85E5-8D50-D1CA-D212FAA0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F369A261-6B02-4542-8806-485DDEC1917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4E9EF5-85FF-366D-004E-80BCC2C9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2574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336D0D2-8968-4D42-65A9-B1DF31A4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72D53C0E-826D-4746-9547-EE425C4E1065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B20D10F-4D51-FBB5-433F-3E2D077B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4988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2">
            <a:extLst>
              <a:ext uri="{FF2B5EF4-FFF2-40B4-BE49-F238E27FC236}">
                <a16:creationId xmlns:a16="http://schemas.microsoft.com/office/drawing/2014/main" id="{039799EB-2D55-2A80-B0C8-0099B7E36C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400214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9">
            <a:extLst>
              <a:ext uri="{FF2B5EF4-FFF2-40B4-BE49-F238E27FC236}">
                <a16:creationId xmlns:a16="http://schemas.microsoft.com/office/drawing/2014/main" id="{C07311F8-347A-FACA-D08C-4DC673845A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05" y="5365909"/>
            <a:ext cx="4224003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A797EB9-7F82-3185-EDBC-8F350062C76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45405" y="7491681"/>
            <a:ext cx="2737259" cy="396000"/>
          </a:xfrm>
          <a:prstGeom prst="rect">
            <a:avLst/>
          </a:prstGeom>
        </p:spPr>
      </p:pic>
      <p:pic>
        <p:nvPicPr>
          <p:cNvPr id="8" name="Imagen 8">
            <a:extLst>
              <a:ext uri="{FF2B5EF4-FFF2-40B4-BE49-F238E27FC236}">
                <a16:creationId xmlns:a16="http://schemas.microsoft.com/office/drawing/2014/main" id="{FC1700B9-967F-7D72-3D24-6F1B1C4D34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93" y="2735938"/>
            <a:ext cx="3953512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6">
            <a:extLst>
              <a:ext uri="{FF2B5EF4-FFF2-40B4-BE49-F238E27FC236}">
                <a16:creationId xmlns:a16="http://schemas.microsoft.com/office/drawing/2014/main" id="{FAC91673-FEFE-36AB-AFE3-2D4119F7D0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4" y="4679938"/>
            <a:ext cx="4593229" cy="34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18">
            <a:extLst>
              <a:ext uri="{FF2B5EF4-FFF2-40B4-BE49-F238E27FC236}">
                <a16:creationId xmlns:a16="http://schemas.microsoft.com/office/drawing/2014/main" id="{FF05BB66-90E1-ADF4-C749-F92B7601B5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594" y="3047207"/>
            <a:ext cx="3810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9 Acorde">
            <a:extLst>
              <a:ext uri="{FF2B5EF4-FFF2-40B4-BE49-F238E27FC236}">
                <a16:creationId xmlns:a16="http://schemas.microsoft.com/office/drawing/2014/main" id="{0FD332E2-C8F5-D7D0-F7AF-9162249AF2AC}"/>
              </a:ext>
            </a:extLst>
          </p:cNvPr>
          <p:cNvSpPr>
            <a:spLocks noChangeAspect="1"/>
          </p:cNvSpPr>
          <p:nvPr userDrawn="1"/>
        </p:nvSpPr>
        <p:spPr>
          <a:xfrm rot="17394558">
            <a:off x="11186565" y="-1138687"/>
            <a:ext cx="2370589" cy="3456000"/>
          </a:xfrm>
          <a:prstGeom prst="chord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MX" sz="2400">
              <a:solidFill>
                <a:srgbClr val="F8F7FF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949449F-0CD0-07C7-016F-20B5682BDDB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458379" y="114033"/>
            <a:ext cx="1826960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13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9" y="2071655"/>
            <a:ext cx="4737571" cy="82112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2071654"/>
            <a:ext cx="8050119" cy="51960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9" y="3064538"/>
            <a:ext cx="4737571" cy="420319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E7B9A2-4EF8-E791-B9BF-641A44994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7F0E217-731C-0C41-8A0B-0B9413642C9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273AB8-44AD-7E4B-8437-ECEA2F9B2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3992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5695158"/>
            <a:ext cx="8640128" cy="67234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20011" y="1826069"/>
            <a:ext cx="8640128" cy="3782458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Arrastre la imagen al marcador de posición o haga clic en el icono para agregar</a:t>
            </a:r>
            <a:endParaRPr lang="es-MX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1" y="6367505"/>
            <a:ext cx="8640128" cy="954841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7286F6-399F-6B84-8B33-339475AD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29676F-C210-FC43-8541-F3BC7CC6118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D2B8BA-8EC9-99BB-10A2-DFB77C19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04430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81805"/>
            <a:ext cx="12960192" cy="1355990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15328A-9BAB-FF0A-ED1D-689613EC7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B98CC18-F67D-064E-9A24-E8BB0B57A8D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B992A1-8A03-9253-58D3-D718733A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35964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1838125"/>
            <a:ext cx="3240048" cy="5429609"/>
          </a:xfrm>
        </p:spPr>
        <p:txBody>
          <a:bodyPr vert="eaVert"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5818"/>
            <a:ext cx="9480140" cy="6941914"/>
          </a:xfrm>
        </p:spPr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1F3319-BCF8-9419-3464-9A64EDCC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CD260C81-6DBA-4D4B-A46A-D57B654F7CEE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8DE26D-9960-3EED-DE31-F98FCF11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69092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8531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3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3BC9D1-C020-23DF-0F35-B6653CB1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BD7D9F3-1FE7-4C94-AB88-44D443565D0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EF1AFC-E03A-8FA0-EAE7-D237C6C9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C9F31F-F8CA-C97E-2923-1C947CCB7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FDA5C-8B98-4A8E-8733-EB002364750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337160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3AA292-A8D9-41DA-A655-2E11DB36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423D970-4B19-4A07-9A9D-04CB90CDB20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B76A4B-0678-9447-9389-691EEB73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23DB26-CAD0-0778-D775-05005A0D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66B95-C8C4-43C3-9DC0-A6FFA856B2C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520208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3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82115-F06C-FF0C-1BD8-2E3E8B81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EECB0CA-3B51-4BDB-92B0-38419124152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B0EEAF-9D19-977F-5018-D5D1E358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944FF-1188-8640-37AB-62D7811A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51FCF-59AF-4AD6-8147-5BB48B237A9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8002898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401207-B97D-D257-A43E-DC77A8B5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19934D1-87CD-44E9-AC24-1E9050CB6DF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D4519C-C059-AA72-1A9B-3E92F0234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408130-15C9-C336-675F-17F6992A4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A5E4A-E1CD-44AA-BCF4-2F980490925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534369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3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1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1" y="2581403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0E146C2-6BA1-A27D-86EE-3A16CA56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16661375-0EDB-40D6-BAF7-7883567A1C7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BA75B3D-6952-F32D-9C30-92875C070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63F7632-6323-1C86-0717-988A2626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45D8D-6751-4ADB-B191-B5B90BF908B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9752076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EED851-A729-D5A7-24DB-2649CF1EF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82E3139-0AB6-431C-85F7-CBC36392FF1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8FE357-4F2A-C081-6153-4AFA79A3A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D82A7F-84F6-D168-0E5B-4C4FB19B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6CD88F-DB5D-4C3D-AA3B-B77DDD491EA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181181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5F1B32D-7179-B8CC-97E1-7DECC662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E7A4022-F5C4-4EDE-A9CB-4039E28243F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2118EA-40F6-A394-E2FE-D6DDD44C9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EE347E-1AE9-1A77-F650-A3240121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37055F-0618-4CD6-A2C5-E4831C6F21C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161480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94DC5849-CCF3-FA99-45DB-B250653BAB3C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58C52BCB-C267-8497-E1DC-44EF6EAD57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9FB9DA47-A1BD-777C-202A-B2403D42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906E09E-BBD5-4000-98A9-42D0B7FE134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EACDD1AC-19A7-4AE5-7274-81C05433D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A53AC440-266F-2681-D0CA-4254FF3F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0545F-07D3-4E7F-95DC-393C56A7D39C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777096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3" y="323934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5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3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0FC540-DD79-D40C-EEA8-7389982CB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70EA139-D137-4C59-9340-A70B85EF9B7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D4F438-DB77-783B-2559-89B12ED4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E91C5F-6154-80A5-81CA-7E4669E4B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28214-1097-4287-B130-8CD900C529A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803662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C771D9-58F3-8892-754D-75443760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63A43D-92FA-47E8-B195-ECDB90D61B3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DD88A1-D979-5BC2-98B0-5E528D9D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554CC3-E20E-596C-A26A-A95FEA15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7CF109-4BDD-41C8-BF6D-393C460666B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1689645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A65F03-BAC0-2FB7-BC69-23D0A3133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4A173B7-F5C8-47A4-8D51-1863E25DCDD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C166F2-8A29-AFCB-BD7D-E015BAEE6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35B791-0C9F-B05B-E195-388235DCE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DBC42-23A9-4816-9C2B-128773CEC21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64425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4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4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24F169-3A3C-5691-0218-8041EE89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55F5982-8D2C-4464-81E9-B0FC40EF575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D96A0E-BD10-B314-5AE3-F3134D75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FB0523-9973-E54A-14B0-C6F6E8D3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5C6B8-7197-430B-A85D-DC542E8F77B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509428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4708FE08-F93A-81B2-41D3-C06E318091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97034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4D1F68-5B9B-88D3-94B6-126B2AE9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54530C5-3A33-4B2A-B9CC-8A5C0631700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10DDDD-29EE-B9D9-875F-998A8A9E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245AC0-7FDD-DDCA-3F14-A514D60C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AA637-7FF3-48EF-9A65-8F0302C74747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385789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92AE0-38B2-E4AB-A1B0-A35DFD764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FED0E14-0A3E-4689-A0AE-2EF75E87B8A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67C9B2-7857-E204-72B6-5A2BE4A6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5D143D-CBDA-DC79-A242-2F7C2F41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A70BC-68A8-47EA-90E3-5024BBF1F02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8471454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6B8180-FAFC-A684-19A4-74D72C0BC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15E8427-1951-48D6-B923-254163BDB05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7C0025-792D-789A-6543-2405F886B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2757A7-19C9-530C-3D40-29B4CCE4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7A2A3-AFE4-4B39-A692-76ED30D6DFD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5655029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F644A9-F04B-6162-D9AC-671E46F77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B9547CE-62D2-4123-8470-A28D6397C28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091B87-BDF3-812A-EC0C-57725A826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79DE4B-B63C-FDEE-3F57-DD825B054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8E788-E789-44AD-85D6-693290BCC05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0188763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C41A8C-C9FA-4121-8F17-E9FE1D11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8B0CF98-551E-4AAC-B780-44903FAA612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9A8C654-AFA1-546C-AA01-C6E8FCFE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E3EB44-8DFD-8C92-2621-0784B4C3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A63EB3-84F5-4A7E-BDB6-F2127497144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0445493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97F55CA-C9D9-C85A-78DF-D5E6A6A6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F252F9F-D36F-4FEF-9442-FB1D378C28F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ACAB26-A7DC-A420-D8C5-157A33F17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1AF4DE-5C30-6F29-CF37-0C581758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2D771B-44AF-41E4-AD4A-0ACFC6E5421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721159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D963A31-BB9A-5F2B-63D7-0A360B3F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152CCC4-46BB-4D88-AD72-FEA30DB3F38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358D6A9-5FAA-0ADC-44C8-207D71DA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03867-2C6F-30EC-7131-C8D8F0C9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62A765-3758-42D0-A0E4-B140DC036C0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069984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5D8A7D0F-3FDE-73B2-2A81-49A7D0822F5D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AE3A14A3-6A10-8445-A3C7-BCC223313B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834CEC10-316D-15CF-4702-F5D8A9CAE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B8C1E0D-0B96-4DE7-8699-DB3B6CC6B32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08F63013-C8DE-381F-BA47-A47107F7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76406C9E-CA22-9917-4EA1-904F0939A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63F59-BC71-4523-A65E-29C5D050207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361818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0A6DC8-20FC-2A32-70E3-E270C1DC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2F4D919-4ADF-436D-89B6-3B6F78BFA57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736F80-268D-74DD-F698-C1C848A8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3E61B0-3862-BD85-9819-14357F4CA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800D2-C8FF-43E3-AFFE-3BA056087C9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9902999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06D8F5-E97B-2FB0-AB96-BFA6B5CA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5C0E183-C129-4B60-9BCF-CFBDD5B1CDD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8F8DA4-3DAC-DFD4-0416-15EA49C1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54A263-AEA5-4286-5CE1-E1D6C39F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4CBF2-C5BB-4C16-8519-70C1095FE2D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709639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41AED1-0B7A-327B-F985-DC6D6231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693F8FE-59DA-4BD7-94E6-1C7309226EB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ABD441-105F-9BFA-5443-DC6581A65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9AC706-30AC-3E7D-0478-6185CAF0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77D21-1B5C-4D87-8C45-14F5363C965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1790039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84D73F-4B45-34C1-79B7-99999EDD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7FE92AE-A5D0-4EF7-A23A-58E772F2EF0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6FD809-DE3E-AFDC-DB94-5A222DC9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48CFA6-1DD5-EF17-509C-696A1D4E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CB908-1531-46F6-B2AB-FA611B0BAC6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7898259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3DBA9C1A-28EB-4809-6575-1A4CE6A03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76649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28983B-C166-DCF4-3CB1-90AB06FC7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06FC147-67D6-4665-BD3C-3D5D600F7EB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FA9A86-99B3-1B67-0E1F-C98142E7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5C85DD-B7ED-6DC4-3847-633656CD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EB915B-C376-4717-9C21-BA6F9B19DDF7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4182244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C2F3E3-269B-401D-FDAA-185B40E33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F35B9A1-AE1D-4FDA-8CF6-5D7F83D9B2D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B28DE9-A0B6-F472-D93F-A0D716440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E47A72-B6FB-6861-4D84-FBFF18D0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8454CB-8D9A-471E-AECA-989C1A3D672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072690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B25473-FA0B-CA7C-E740-CD827890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34BA61F-9513-4AF4-A9EE-D332B76F67B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490076-82EB-7016-6DA2-BF6D5BF9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340205-C78D-0511-33BE-70171B59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3ED504-9BD0-40B6-84DD-9E27A60443D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8811843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D73BDD-8823-FFBE-8BF4-3037EA1E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4B8CD85-2C9F-4F66-AAD2-590D0A71B05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6A8BAF-B7BC-877D-2762-24ECAFC1E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7AB4CA-9535-98EA-0353-B4352782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97AA8A-327C-48AD-A263-B36656FC614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5684176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817E9C-C87C-7588-59FE-8AEA362A4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A948DB1-0B4D-4DA1-8AB3-D6847CB6731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D6EF71-E191-4A4B-3AE6-2FF83D97E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DBB439-69FD-CB9A-39DF-CE5F2F16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0BF25-80EA-4876-8AC9-D74A7E44691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0335848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44912C-1EFE-ABF1-5F94-FBC1EDDEF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EA6897C-4674-493D-BEF7-97F3F78D4A1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DD5A99-58EB-D7D9-23FC-CDDF05046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9A9DCB-EEB5-ACC5-EBD6-262EAC795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8F1D98-A2BC-43A2-947D-A0DE5522C8E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5979320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526A61-F578-EA01-9EA3-6807EDE9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EFF87AA-33D1-4DD6-AD8D-B7ABE91944E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4AFB79-200E-988E-11CB-2376A600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10AA3E-8F88-75B3-DA6D-EBE0BE98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43D3C-D6F6-4B3D-AF9F-7B73EFA0ECD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69582952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E5977530-7226-E9C9-1EBD-B7CC61F97D2B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EC6F6E9B-024D-75EB-0456-F38EAD3448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A1B317C7-1D60-47C2-29D3-2FB8A160D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7414101-48ED-49C0-8C25-78AF0C85B86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AAAD2EBA-DA60-FD50-27F4-A8DA11FF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1BF6F248-CC61-D8DB-669A-A711FB58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A7336-8595-461F-A711-B1C7E56558B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0156260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55843D-5807-4C63-024B-4CA539410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5E60EFD-4708-4300-8E77-88890F20567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7903D9-F7D0-CA9E-F377-E1D32D15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F483B0-972D-B731-B451-FEF7056C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B30AD-D245-40D4-ABD4-BDB8778778EC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74973268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75D152-9F0D-2CF5-CB26-9B2A4F26C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DCEA87C-1BFC-466A-BA18-60C84DA71A1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020ED9-12E1-45A3-CC00-FF3B8EFB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ABB5BB-65A3-29D3-B6A3-9E0C131A7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263F5-18AB-4A8C-BC38-854F2E8CA32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5559566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513EFD-D795-4000-AAAD-A4BB79EF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7A1281A-B29D-41B2-A625-1EC6076DFB2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C17D97-6D95-2441-727A-09F683EF4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C19915-6122-2E3F-5C8C-0B5A365E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F64313-ED34-4AD6-9B34-847CD3B46BE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6699711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F501B5-DA1A-E3FA-4342-E267CB18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1A6F4BF-1F6F-49FA-9033-C4870AA8F8E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5FD3DA-0639-E67D-35AD-1C92A3058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DD2068-C690-BF88-9891-C799C4A71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F4B3B-C48A-47EF-98F7-2253A2D119EC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3570681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87AF6856-579C-CE48-34FF-ED938F000B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79898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16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233C65B9-49EC-669B-7533-3852840D047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D77DD0F5-3195-57A8-1FF3-98E3ED50DD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10EC6F-1825-F350-401E-7CAFF0502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1CADDD49-4B9B-4D7C-A0CE-B612FB88C43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4C9EE1-1AFC-5E54-5A09-2D10C43E3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4CD6E8-7188-B5A9-BB43-EA6DF6463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73CE143D-4B44-481C-89A4-476A0DECBCFC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09842659-4CEB-2CF3-50DF-6B4D6FA1F5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67" r:id="rId1"/>
    <p:sldLayoutId id="2147494068" r:id="rId2"/>
    <p:sldLayoutId id="2147494069" r:id="rId3"/>
    <p:sldLayoutId id="2147494070" r:id="rId4"/>
    <p:sldLayoutId id="2147494071" r:id="rId5"/>
    <p:sldLayoutId id="2147494072" r:id="rId6"/>
    <p:sldLayoutId id="2147494073" r:id="rId7"/>
    <p:sldLayoutId id="2147494132" r:id="rId8"/>
    <p:sldLayoutId id="2147494074" r:id="rId9"/>
    <p:sldLayoutId id="2147494075" r:id="rId10"/>
    <p:sldLayoutId id="2147494076" r:id="rId11"/>
    <p:sldLayoutId id="2147494077" r:id="rId12"/>
    <p:sldLayoutId id="2147494078" r:id="rId13"/>
    <p:sldLayoutId id="2147494079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Marcador de título 1">
            <a:extLst>
              <a:ext uri="{FF2B5EF4-FFF2-40B4-BE49-F238E27FC236}">
                <a16:creationId xmlns:a16="http://schemas.microsoft.com/office/drawing/2014/main" id="{C620B78E-1961-1350-7E80-9E05B729DF3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1681804"/>
            <a:ext cx="13239571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 para editar título</a:t>
            </a:r>
            <a:endParaRPr lang="es-MX" altLang="es-MX"/>
          </a:p>
        </p:txBody>
      </p:sp>
      <p:sp>
        <p:nvSpPr>
          <p:cNvPr id="2051" name="Marcador de texto 2">
            <a:extLst>
              <a:ext uri="{FF2B5EF4-FFF2-40B4-BE49-F238E27FC236}">
                <a16:creationId xmlns:a16="http://schemas.microsoft.com/office/drawing/2014/main" id="{14663266-7486-99CD-6B21-37A4E27C90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3084877"/>
            <a:ext cx="12960192" cy="418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Haga clic para modificar el estilo de texto del patrón</a:t>
            </a:r>
          </a:p>
          <a:p>
            <a:pPr lvl="1"/>
            <a:r>
              <a:rPr lang="en-US" altLang="es-MX"/>
              <a:t>Segundo nivel</a:t>
            </a:r>
          </a:p>
          <a:p>
            <a:pPr lvl="2"/>
            <a:r>
              <a:rPr lang="en-US" altLang="es-MX"/>
              <a:t>Tercer nivel</a:t>
            </a:r>
          </a:p>
          <a:p>
            <a:pPr lvl="3"/>
            <a:r>
              <a:rPr lang="en-US" altLang="es-MX"/>
              <a:t>Cuarto nivel</a:t>
            </a:r>
          </a:p>
          <a:p>
            <a:pPr lvl="4"/>
            <a:r>
              <a:rPr lang="en-US" altLang="es-MX"/>
              <a:t>Quinto nivel</a:t>
            </a:r>
            <a:endParaRPr lang="es-MX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2AB6AE-E52C-FEC5-5A39-78491771A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fld id="{FE014A23-4D4C-444E-BD6F-C0C98CD6CBC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4ACAEE-8579-F19F-C2D2-B5FA69506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endParaRPr lang="es-MX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94080" r:id="rId1"/>
    <p:sldLayoutId id="2147494081" r:id="rId2"/>
    <p:sldLayoutId id="2147494082" r:id="rId3"/>
    <p:sldLayoutId id="2147494083" r:id="rId4"/>
    <p:sldLayoutId id="2147494084" r:id="rId5"/>
    <p:sldLayoutId id="2147494085" r:id="rId6"/>
    <p:sldLayoutId id="2147494086" r:id="rId7"/>
    <p:sldLayoutId id="2147494087" r:id="rId8"/>
    <p:sldLayoutId id="2147494088" r:id="rId9"/>
    <p:sldLayoutId id="2147494089" r:id="rId10"/>
    <p:sldLayoutId id="2147494090" r:id="rId11"/>
    <p:sldLayoutId id="2147494091" r:id="rId12"/>
  </p:sldLayoutIdLst>
  <p:hf hdr="0" ftr="0" dt="0"/>
  <p:txStyles>
    <p:titleStyle>
      <a:lvl1pPr algn="l" defTabSz="608013" rtl="0" eaLnBrk="0" fontAlgn="base" hangingPunct="0">
        <a:spcBef>
          <a:spcPct val="0"/>
        </a:spcBef>
        <a:spcAft>
          <a:spcPct val="0"/>
        </a:spcAft>
        <a:defRPr sz="5800" b="1" kern="1200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1pPr>
      <a:lvl2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2pPr>
      <a:lvl3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3pPr>
      <a:lvl4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4pPr>
      <a:lvl5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5pPr>
      <a:lvl6pPr marL="4572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6pPr>
      <a:lvl7pPr marL="9144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7pPr>
      <a:lvl8pPr marL="13716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8pPr>
      <a:lvl9pPr marL="18288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título 1">
            <a:extLst>
              <a:ext uri="{FF2B5EF4-FFF2-40B4-BE49-F238E27FC236}">
                <a16:creationId xmlns:a16="http://schemas.microsoft.com/office/drawing/2014/main" id="{4820A381-C4AF-E0F6-7D5C-94DC9DE0E3A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3075" name="Marcador de texto 2">
            <a:extLst>
              <a:ext uri="{FF2B5EF4-FFF2-40B4-BE49-F238E27FC236}">
                <a16:creationId xmlns:a16="http://schemas.microsoft.com/office/drawing/2014/main" id="{9FD5D84D-2562-BB9E-A8E6-2FDD1B419D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6E2443-DFAF-431C-7DDF-CA3750D43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320C4DBE-8C7B-4E4E-B6BA-5DC78196883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34F67D-964D-E6DD-11BD-1574043C1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26790E-837A-E702-9AA7-1C08B5AAE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7E358429-29B9-40FB-83EA-4A81556666E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3079" name="Picture 1">
            <a:extLst>
              <a:ext uri="{FF2B5EF4-FFF2-40B4-BE49-F238E27FC236}">
                <a16:creationId xmlns:a16="http://schemas.microsoft.com/office/drawing/2014/main" id="{2A792AE7-55D8-6BED-1268-868591B10D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92" r:id="rId1"/>
    <p:sldLayoutId id="2147494093" r:id="rId2"/>
    <p:sldLayoutId id="2147494094" r:id="rId3"/>
    <p:sldLayoutId id="2147494095" r:id="rId4"/>
    <p:sldLayoutId id="2147494096" r:id="rId5"/>
    <p:sldLayoutId id="2147494097" r:id="rId6"/>
    <p:sldLayoutId id="2147494098" r:id="rId7"/>
    <p:sldLayoutId id="2147494099" r:id="rId8"/>
    <p:sldLayoutId id="2147494100" r:id="rId9"/>
    <p:sldLayoutId id="2147494101" r:id="rId10"/>
    <p:sldLayoutId id="2147494102" r:id="rId11"/>
    <p:sldLayoutId id="2147494103" r:id="rId12"/>
    <p:sldLayoutId id="2147494104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título 1">
            <a:extLst>
              <a:ext uri="{FF2B5EF4-FFF2-40B4-BE49-F238E27FC236}">
                <a16:creationId xmlns:a16="http://schemas.microsoft.com/office/drawing/2014/main" id="{E19CD18D-E381-FF8E-DD16-5A79788209E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4099" name="Marcador de texto 2">
            <a:extLst>
              <a:ext uri="{FF2B5EF4-FFF2-40B4-BE49-F238E27FC236}">
                <a16:creationId xmlns:a16="http://schemas.microsoft.com/office/drawing/2014/main" id="{CB0B7070-3A27-8279-2DAC-B81ACE81CF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8C70A4-DA6F-4AD4-F6F3-73E0E1CD1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252E01AE-4603-49E4-9A3A-6206131C18C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B9155F-1420-E40E-242D-785B8223E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36178E-E4D5-7E3F-1E89-BA4496B1D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7A02B569-95A3-4A6E-AFC5-5A1AE7EC2C1C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4103" name="Picture 1">
            <a:extLst>
              <a:ext uri="{FF2B5EF4-FFF2-40B4-BE49-F238E27FC236}">
                <a16:creationId xmlns:a16="http://schemas.microsoft.com/office/drawing/2014/main" id="{7AD45906-6E9B-3D1D-220F-30328914FE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105" r:id="rId1"/>
    <p:sldLayoutId id="2147494106" r:id="rId2"/>
    <p:sldLayoutId id="2147494107" r:id="rId3"/>
    <p:sldLayoutId id="2147494108" r:id="rId4"/>
    <p:sldLayoutId id="2147494109" r:id="rId5"/>
    <p:sldLayoutId id="2147494110" r:id="rId6"/>
    <p:sldLayoutId id="2147494111" r:id="rId7"/>
    <p:sldLayoutId id="2147494112" r:id="rId8"/>
    <p:sldLayoutId id="2147494113" r:id="rId9"/>
    <p:sldLayoutId id="2147494114" r:id="rId10"/>
    <p:sldLayoutId id="2147494115" r:id="rId11"/>
    <p:sldLayoutId id="2147494116" r:id="rId12"/>
    <p:sldLayoutId id="2147494117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título 1">
            <a:extLst>
              <a:ext uri="{FF2B5EF4-FFF2-40B4-BE49-F238E27FC236}">
                <a16:creationId xmlns:a16="http://schemas.microsoft.com/office/drawing/2014/main" id="{26EF03AD-8DC4-CBFD-8533-1ECE39E18D0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5123" name="Marcador de texto 2">
            <a:extLst>
              <a:ext uri="{FF2B5EF4-FFF2-40B4-BE49-F238E27FC236}">
                <a16:creationId xmlns:a16="http://schemas.microsoft.com/office/drawing/2014/main" id="{7F5BF59E-BCF5-85C4-FA48-B72B01E824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EE079F-D021-6A64-D2B4-2CE790303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B30CC108-1665-45BC-8D88-DD2C5516037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DACB24-759A-3A08-636A-C9A1D90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5833E4-12BF-9D49-5267-0F2B5ACA4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509E9360-A71D-4B9F-9073-9ABD9E0037D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5127" name="Picture 1">
            <a:extLst>
              <a:ext uri="{FF2B5EF4-FFF2-40B4-BE49-F238E27FC236}">
                <a16:creationId xmlns:a16="http://schemas.microsoft.com/office/drawing/2014/main" id="{8A6984E7-E539-B1DF-C8F3-B526F6311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118" r:id="rId1"/>
    <p:sldLayoutId id="2147494119" r:id="rId2"/>
    <p:sldLayoutId id="2147494120" r:id="rId3"/>
    <p:sldLayoutId id="2147494121" r:id="rId4"/>
    <p:sldLayoutId id="2147494122" r:id="rId5"/>
    <p:sldLayoutId id="2147494123" r:id="rId6"/>
    <p:sldLayoutId id="2147494124" r:id="rId7"/>
    <p:sldLayoutId id="2147494125" r:id="rId8"/>
    <p:sldLayoutId id="2147494126" r:id="rId9"/>
    <p:sldLayoutId id="2147494127" r:id="rId10"/>
    <p:sldLayoutId id="2147494128" r:id="rId11"/>
    <p:sldLayoutId id="2147494129" r:id="rId12"/>
    <p:sldLayoutId id="2147494130" r:id="rId13"/>
    <p:sldLayoutId id="2147494131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emf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png"/><Relationship Id="rId7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slide" Target="slide4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2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18.png"/><Relationship Id="rId4" Type="http://schemas.openxmlformats.org/officeDocument/2006/relationships/image" Target="../media/image2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24.emf"/><Relationship Id="rId4" Type="http://schemas.openxmlformats.org/officeDocument/2006/relationships/slide" Target="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24.emf"/><Relationship Id="rId4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6" name="Grupo 4">
            <a:extLst>
              <a:ext uri="{FF2B5EF4-FFF2-40B4-BE49-F238E27FC236}">
                <a16:creationId xmlns:a16="http://schemas.microsoft.com/office/drawing/2014/main" id="{039ABEB0-5687-7837-9DA6-6FF207186613}"/>
              </a:ext>
            </a:extLst>
          </p:cNvPr>
          <p:cNvGrpSpPr>
            <a:grpSpLocks/>
          </p:cNvGrpSpPr>
          <p:nvPr/>
        </p:nvGrpSpPr>
        <p:grpSpPr bwMode="auto">
          <a:xfrm>
            <a:off x="4052094" y="2845593"/>
            <a:ext cx="8874700" cy="2497870"/>
            <a:chOff x="-2453613" y="2849164"/>
            <a:chExt cx="8874295" cy="2498255"/>
          </a:xfrm>
        </p:grpSpPr>
        <p:sp>
          <p:nvSpPr>
            <p:cNvPr id="73739" name="CuadroTexto 8">
              <a:extLst>
                <a:ext uri="{FF2B5EF4-FFF2-40B4-BE49-F238E27FC236}">
                  <a16:creationId xmlns:a16="http://schemas.microsoft.com/office/drawing/2014/main" id="{0846903A-D687-6E3C-086B-5CB7C2DD3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631123" y="2849164"/>
              <a:ext cx="7262278" cy="14467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sz="4400" b="1" dirty="0">
                  <a:latin typeface="Montserrat" panose="00000500000000000000" pitchFamily="2" charset="0"/>
                  <a:cs typeface="Calibri" panose="020F0502020204030204" pitchFamily="34" charset="0"/>
                </a:rPr>
                <a:t>IPN COLABORADORES</a:t>
              </a:r>
            </a:p>
            <a:p>
              <a:pPr algn="ctr"/>
              <a:r>
                <a:rPr lang="es-MX" altLang="es-MX" sz="4400" b="1" dirty="0">
                  <a:latin typeface="Montserrat" panose="00000500000000000000" pitchFamily="2" charset="0"/>
                  <a:cs typeface="Calibri" panose="020F0502020204030204" pitchFamily="34" charset="0"/>
                </a:rPr>
                <a:t> RESULTADOS</a:t>
              </a:r>
              <a:endParaRPr lang="es-MX" altLang="es-MX" sz="4800" b="1" dirty="0">
                <a:latin typeface="Montserrat" panose="00000500000000000000" pitchFamily="2" charset="0"/>
                <a:cs typeface="Calibri" panose="020F0502020204030204" pitchFamily="34" charset="0"/>
              </a:endParaRPr>
            </a:p>
          </p:txBody>
        </p:sp>
        <p:sp>
          <p:nvSpPr>
            <p:cNvPr id="73740" name="CuadroTexto 9">
              <a:extLst>
                <a:ext uri="{FF2B5EF4-FFF2-40B4-BE49-F238E27FC236}">
                  <a16:creationId xmlns:a16="http://schemas.microsoft.com/office/drawing/2014/main" id="{AC085516-81B6-82AD-B0B5-8ECDB39EA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53613" y="4192998"/>
              <a:ext cx="6415878" cy="923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s-MX" altLang="es-MX" sz="5400">
                <a:latin typeface="Montserrat" panose="00000500000000000000" pitchFamily="2" charset="0"/>
              </a:endParaRPr>
            </a:p>
          </p:txBody>
        </p:sp>
        <p:sp>
          <p:nvSpPr>
            <p:cNvPr id="73741" name="CuadroTexto 12">
              <a:extLst>
                <a:ext uri="{FF2B5EF4-FFF2-40B4-BE49-F238E27FC236}">
                  <a16:creationId xmlns:a16="http://schemas.microsoft.com/office/drawing/2014/main" id="{093790C5-3E34-658E-2226-C95EA7B6F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3130" y="4824118"/>
              <a:ext cx="3917552" cy="523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sz="2800" dirty="0">
                  <a:solidFill>
                    <a:srgbClr val="DDFE35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1Q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ortar rectángulo de una esquina 2">
            <a:extLst>
              <a:ext uri="{FF2B5EF4-FFF2-40B4-BE49-F238E27FC236}">
                <a16:creationId xmlns:a16="http://schemas.microsoft.com/office/drawing/2014/main" id="{7EA91986-90CC-B65F-E8E6-4629D7661491}"/>
              </a:ext>
            </a:extLst>
          </p:cNvPr>
          <p:cNvSpPr/>
          <p:nvPr/>
        </p:nvSpPr>
        <p:spPr>
          <a:xfrm>
            <a:off x="7200105" y="1615338"/>
            <a:ext cx="7200107" cy="6520599"/>
          </a:xfrm>
          <a:prstGeom prst="snip1Rect">
            <a:avLst/>
          </a:prstGeom>
          <a:solidFill>
            <a:srgbClr val="2B94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/>
          </a:p>
        </p:txBody>
      </p:sp>
      <p:pic>
        <p:nvPicPr>
          <p:cNvPr id="75785" name="Imagen 26">
            <a:extLst>
              <a:ext uri="{FF2B5EF4-FFF2-40B4-BE49-F238E27FC236}">
                <a16:creationId xmlns:a16="http://schemas.microsoft.com/office/drawing/2014/main" id="{32379592-0448-65AB-21E0-749A6E17C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41" y="1615338"/>
            <a:ext cx="412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6" name="Imagen 27">
            <a:extLst>
              <a:ext uri="{FF2B5EF4-FFF2-40B4-BE49-F238E27FC236}">
                <a16:creationId xmlns:a16="http://schemas.microsoft.com/office/drawing/2014/main" id="{0D1AC70F-3906-5D22-FA50-52C24F450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354" y="1615338"/>
            <a:ext cx="411163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7" name="Imagen 28">
            <a:extLst>
              <a:ext uri="{FF2B5EF4-FFF2-40B4-BE49-F238E27FC236}">
                <a16:creationId xmlns:a16="http://schemas.microsoft.com/office/drawing/2014/main" id="{9A48C6DB-D46C-9D36-0CD8-32EB02010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031" y="2388712"/>
            <a:ext cx="17145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8" name="Imagen 29">
            <a:extLst>
              <a:ext uri="{FF2B5EF4-FFF2-40B4-BE49-F238E27FC236}">
                <a16:creationId xmlns:a16="http://schemas.microsoft.com/office/drawing/2014/main" id="{75A96117-69B3-C33D-6C88-744728112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031" y="3146902"/>
            <a:ext cx="17145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9" name="Imagen 30">
            <a:extLst>
              <a:ext uri="{FF2B5EF4-FFF2-40B4-BE49-F238E27FC236}">
                <a16:creationId xmlns:a16="http://schemas.microsoft.com/office/drawing/2014/main" id="{017B343C-C1A4-0738-6BE9-00800D869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031" y="4388962"/>
            <a:ext cx="17145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82FE75FD-EE95-CBA8-1437-39EAD2A308AE}"/>
              </a:ext>
            </a:extLst>
          </p:cNvPr>
          <p:cNvGrpSpPr/>
          <p:nvPr/>
        </p:nvGrpSpPr>
        <p:grpSpPr>
          <a:xfrm>
            <a:off x="0" y="208065"/>
            <a:ext cx="7852648" cy="1224000"/>
            <a:chOff x="1109029" y="675425"/>
            <a:chExt cx="7852648" cy="1224000"/>
          </a:xfrm>
        </p:grpSpPr>
        <p:pic>
          <p:nvPicPr>
            <p:cNvPr id="75779" name="Imagen 2">
              <a:extLst>
                <a:ext uri="{FF2B5EF4-FFF2-40B4-BE49-F238E27FC236}">
                  <a16:creationId xmlns:a16="http://schemas.microsoft.com/office/drawing/2014/main" id="{C34AEB42-148E-AC48-8465-3D99FC9A17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9029" y="675425"/>
              <a:ext cx="7852648" cy="12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784" name="Título 2">
              <a:extLst>
                <a:ext uri="{FF2B5EF4-FFF2-40B4-BE49-F238E27FC236}">
                  <a16:creationId xmlns:a16="http://schemas.microsoft.com/office/drawing/2014/main" id="{21902961-B769-4D7B-A5B0-B5D64EC2863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596911" y="981875"/>
              <a:ext cx="5698965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17" tIns="60958" rIns="121917" bIns="60958"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75790" name="Imagen 22">
              <a:extLst>
                <a:ext uri="{FF2B5EF4-FFF2-40B4-BE49-F238E27FC236}">
                  <a16:creationId xmlns:a16="http://schemas.microsoft.com/office/drawing/2014/main" id="{46B38CC6-2CE6-9176-AC01-1526B6D14A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6069" y="925607"/>
              <a:ext cx="704850" cy="639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4F6DD9BF-1D05-9AE1-9036-A2D51CD1E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130570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12" name="Grupo 11">
            <a:extLst>
              <a:ext uri="{FF2B5EF4-FFF2-40B4-BE49-F238E27FC236}">
                <a16:creationId xmlns:a16="http://schemas.microsoft.com/office/drawing/2014/main" id="{3E1E0B8F-B952-D244-5B9C-F959451E2B16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13" name="CuadroTexto 20">
              <a:extLst>
                <a:ext uri="{FF2B5EF4-FFF2-40B4-BE49-F238E27FC236}">
                  <a16:creationId xmlns:a16="http://schemas.microsoft.com/office/drawing/2014/main" id="{8FCE6768-00EE-B9AD-8FC0-6D831E352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14" name="Rectángulo 6">
              <a:extLst>
                <a:ext uri="{FF2B5EF4-FFF2-40B4-BE49-F238E27FC236}">
                  <a16:creationId xmlns:a16="http://schemas.microsoft.com/office/drawing/2014/main" id="{F7D10201-AE7B-08F4-6A4A-3DE46ADAF41D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15" name="Object 16">
              <a:extLst>
                <a:ext uri="{FF2B5EF4-FFF2-40B4-BE49-F238E27FC236}">
                  <a16:creationId xmlns:a16="http://schemas.microsoft.com/office/drawing/2014/main" id="{8B6C38BB-999C-0E09-19D5-013A53C9D6E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62778443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194412" imgH="701101" progId="">
                    <p:embed/>
                  </p:oleObj>
                </mc:Choice>
                <mc:Fallback>
                  <p:oleObj r:id="rId7" imgW="4194412" imgH="701101" progId="">
                    <p:embed/>
                    <p:pic>
                      <p:nvPicPr>
                        <p:cNvPr id="25" name="Object 16">
                          <a:extLst>
                            <a:ext uri="{FF2B5EF4-FFF2-40B4-BE49-F238E27FC236}">
                              <a16:creationId xmlns:a16="http://schemas.microsoft.com/office/drawing/2014/main" id="{BD505957-0F41-F7F4-ABC5-83025A2DAB5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CuadroTexto 20">
              <a:extLst>
                <a:ext uri="{FF2B5EF4-FFF2-40B4-BE49-F238E27FC236}">
                  <a16:creationId xmlns:a16="http://schemas.microsoft.com/office/drawing/2014/main" id="{4CECB748-5EDE-7735-59C4-FB6CDAC5E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17" name="CuadroTexto 20">
              <a:extLst>
                <a:ext uri="{FF2B5EF4-FFF2-40B4-BE49-F238E27FC236}">
                  <a16:creationId xmlns:a16="http://schemas.microsoft.com/office/drawing/2014/main" id="{8D598592-029F-9F2C-DB82-D58349719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FFF89E1E-132B-D97E-6830-3285D1FA4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505041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6EDE5963-37D1-3CEB-0CDF-BF83F1ADB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056336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chemeClr val="bg1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Totalplay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chemeClr val="bg1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chemeClr val="bg1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chemeClr val="bg1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chemeClr val="bg1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4,385 respondieron la encuesta (92.1% de participación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sp>
        <p:nvSpPr>
          <p:cNvPr id="23" name="CuadroTexto 28">
            <a:extLst>
              <a:ext uri="{FF2B5EF4-FFF2-40B4-BE49-F238E27FC236}">
                <a16:creationId xmlns:a16="http://schemas.microsoft.com/office/drawing/2014/main" id="{2BAFE368-7F52-3857-E11D-FD9406753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chemeClr val="bg1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chemeClr val="bg1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chemeClr val="bg1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24" name="Imagen 3">
            <a:extLst>
              <a:ext uri="{FF2B5EF4-FFF2-40B4-BE49-F238E27FC236}">
                <a16:creationId xmlns:a16="http://schemas.microsoft.com/office/drawing/2014/main" id="{9E0D0356-4F8B-3A43-6FD9-601429A8213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8">
            <a:extLst>
              <a:ext uri="{FF2B5EF4-FFF2-40B4-BE49-F238E27FC236}">
                <a16:creationId xmlns:a16="http://schemas.microsoft.com/office/drawing/2014/main" id="{D007D3DF-551F-DF2A-ECEC-42A7E6782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4" y="3144640"/>
            <a:ext cx="6045676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MX" altLang="es-MX" sz="5400" b="1" dirty="0">
                <a:solidFill>
                  <a:schemeClr val="bg1"/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5400" b="1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s-MX" altLang="es-MX" sz="6000" dirty="0">
                <a:solidFill>
                  <a:srgbClr val="DAFF38"/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adroTexto 28">
            <a:extLst>
              <a:ext uri="{FF2B5EF4-FFF2-40B4-BE49-F238E27FC236}">
                <a16:creationId xmlns:a16="http://schemas.microsoft.com/office/drawing/2014/main" id="{E7390740-DE7C-6A68-F70B-DA6240EF6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5" name="25 CuadroTexto">
            <a:extLst>
              <a:ext uri="{FF2B5EF4-FFF2-40B4-BE49-F238E27FC236}">
                <a16:creationId xmlns:a16="http://schemas.microsoft.com/office/drawing/2014/main" id="{E2965D0C-F11A-8D98-3E12-8FCCCAB2E1F7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2E48DF3A-F525-3100-29DA-F5D48706F639}"/>
              </a:ext>
            </a:extLst>
          </p:cNvPr>
          <p:cNvGrpSpPr/>
          <p:nvPr/>
        </p:nvGrpSpPr>
        <p:grpSpPr>
          <a:xfrm>
            <a:off x="0" y="208065"/>
            <a:ext cx="7852648" cy="1224000"/>
            <a:chOff x="0" y="208065"/>
            <a:chExt cx="7852648" cy="1224000"/>
          </a:xfrm>
        </p:grpSpPr>
        <p:pic>
          <p:nvPicPr>
            <p:cNvPr id="4" name="Imagen 2">
              <a:extLst>
                <a:ext uri="{FF2B5EF4-FFF2-40B4-BE49-F238E27FC236}">
                  <a16:creationId xmlns:a16="http://schemas.microsoft.com/office/drawing/2014/main" id="{1DE5F174-2F0C-469C-8633-26F7404EB5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08065"/>
              <a:ext cx="7852648" cy="12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ítulo 2">
              <a:extLst>
                <a:ext uri="{FF2B5EF4-FFF2-40B4-BE49-F238E27FC236}">
                  <a16:creationId xmlns:a16="http://schemas.microsoft.com/office/drawing/2014/main" id="{33551882-8A58-4FCA-5B09-9EE2AF9061A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487882" y="514515"/>
              <a:ext cx="5698965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17" tIns="60958" rIns="121917" bIns="60958"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Grupo Salinas 1Q 2026</a:t>
              </a:r>
            </a:p>
          </p:txBody>
        </p:sp>
        <p:pic>
          <p:nvPicPr>
            <p:cNvPr id="26" name="Imagen 33">
              <a:extLst>
                <a:ext uri="{FF2B5EF4-FFF2-40B4-BE49-F238E27FC236}">
                  <a16:creationId xmlns:a16="http://schemas.microsoft.com/office/drawing/2014/main" id="{118094F5-412F-9167-6921-9B31288198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134" y="472533"/>
              <a:ext cx="725487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6" name="89 CuadroTexto">
            <a:extLst>
              <a:ext uri="{FF2B5EF4-FFF2-40B4-BE49-F238E27FC236}">
                <a16:creationId xmlns:a16="http://schemas.microsoft.com/office/drawing/2014/main" id="{D775503B-976D-5CBD-8749-58CB233F1E9B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aphicFrame>
        <p:nvGraphicFramePr>
          <p:cNvPr id="37" name="Tabla_IPN_SL">
            <a:extLst>
              <a:ext uri="{FF2B5EF4-FFF2-40B4-BE49-F238E27FC236}">
                <a16:creationId xmlns:a16="http://schemas.microsoft.com/office/drawing/2014/main" id="{ACC08026-33D1-D1B7-1914-779B2033E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30277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ANTERIO_SL">
            <a:extLst>
              <a:ext uri="{FF2B5EF4-FFF2-40B4-BE49-F238E27FC236}">
                <a16:creationId xmlns:a16="http://schemas.microsoft.com/office/drawing/2014/main" id="{5DD28CD1-8C4B-03EC-09A2-D9D6DC6BF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411226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9" name="Agrupar 49">
            <a:extLst>
              <a:ext uri="{FF2B5EF4-FFF2-40B4-BE49-F238E27FC236}">
                <a16:creationId xmlns:a16="http://schemas.microsoft.com/office/drawing/2014/main" id="{B6D6BD26-374B-9019-B8AD-6A31B766382B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40" name="CuadroTexto 33">
              <a:extLst>
                <a:ext uri="{FF2B5EF4-FFF2-40B4-BE49-F238E27FC236}">
                  <a16:creationId xmlns:a16="http://schemas.microsoft.com/office/drawing/2014/main" id="{B7E87BBD-36A2-9D5C-96B1-E90EBBBEB032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42" name="CuadroTexto 34">
              <a:extLst>
                <a:ext uri="{FF2B5EF4-FFF2-40B4-BE49-F238E27FC236}">
                  <a16:creationId xmlns:a16="http://schemas.microsoft.com/office/drawing/2014/main" id="{849EC7B7-5645-EBE5-6348-8BABE3EAFFF7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3" name="CuadroTexto 35">
              <a:extLst>
                <a:ext uri="{FF2B5EF4-FFF2-40B4-BE49-F238E27FC236}">
                  <a16:creationId xmlns:a16="http://schemas.microsoft.com/office/drawing/2014/main" id="{3FB8A65B-ACD9-33B2-350C-4A1DA801EF37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4" name="83 Rectángulo">
              <a:extLst>
                <a:ext uri="{FF2B5EF4-FFF2-40B4-BE49-F238E27FC236}">
                  <a16:creationId xmlns:a16="http://schemas.microsoft.com/office/drawing/2014/main" id="{E2BEB734-7D38-B9A6-132C-88D54D2B5A41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5" name="84 Rectángulo">
              <a:extLst>
                <a:ext uri="{FF2B5EF4-FFF2-40B4-BE49-F238E27FC236}">
                  <a16:creationId xmlns:a16="http://schemas.microsoft.com/office/drawing/2014/main" id="{77051AF1-A7CA-4F56-9AAC-D140772C7782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6" name="17 Rectángulo">
              <a:extLst>
                <a:ext uri="{FF2B5EF4-FFF2-40B4-BE49-F238E27FC236}">
                  <a16:creationId xmlns:a16="http://schemas.microsoft.com/office/drawing/2014/main" id="{CD085DCD-63DB-1441-A6BB-9F6414B0E0AF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7" name="Conector angular 25">
            <a:extLst>
              <a:ext uri="{FF2B5EF4-FFF2-40B4-BE49-F238E27FC236}">
                <a16:creationId xmlns:a16="http://schemas.microsoft.com/office/drawing/2014/main" id="{B0EE7FE6-4314-CD6A-BE61-44F65D0F9572}"/>
              </a:ext>
            </a:extLst>
          </p:cNvPr>
          <p:cNvCxnSpPr>
            <a:cxnSpLocks/>
            <a:stCxn id="37" idx="3"/>
            <a:endCxn id="52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8" name="Conector angular 25">
            <a:extLst>
              <a:ext uri="{FF2B5EF4-FFF2-40B4-BE49-F238E27FC236}">
                <a16:creationId xmlns:a16="http://schemas.microsoft.com/office/drawing/2014/main" id="{FABD0913-5D7B-8D6A-90B9-39554C6A6F46}"/>
              </a:ext>
            </a:extLst>
          </p:cNvPr>
          <p:cNvCxnSpPr>
            <a:cxnSpLocks/>
            <a:stCxn id="37" idx="1"/>
            <a:endCxn id="51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9" name="Conector angular 25">
            <a:extLst>
              <a:ext uri="{FF2B5EF4-FFF2-40B4-BE49-F238E27FC236}">
                <a16:creationId xmlns:a16="http://schemas.microsoft.com/office/drawing/2014/main" id="{6D1F9870-E7E8-628F-96BD-A479FDF0F9E4}"/>
              </a:ext>
            </a:extLst>
          </p:cNvPr>
          <p:cNvCxnSpPr>
            <a:cxnSpLocks/>
            <a:stCxn id="50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50" name="Tabla_DET_SL">
            <a:extLst>
              <a:ext uri="{FF2B5EF4-FFF2-40B4-BE49-F238E27FC236}">
                <a16:creationId xmlns:a16="http://schemas.microsoft.com/office/drawing/2014/main" id="{6884B7B0-9E82-A880-E6A1-70FB87235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351645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1" name="Tabla_PAS_SL">
            <a:extLst>
              <a:ext uri="{FF2B5EF4-FFF2-40B4-BE49-F238E27FC236}">
                <a16:creationId xmlns:a16="http://schemas.microsoft.com/office/drawing/2014/main" id="{8D690B17-F67A-1383-E53A-2B6C8CFD6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639411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2" name="Tabla_PRO_SL">
            <a:extLst>
              <a:ext uri="{FF2B5EF4-FFF2-40B4-BE49-F238E27FC236}">
                <a16:creationId xmlns:a16="http://schemas.microsoft.com/office/drawing/2014/main" id="{8E42AD56-65C9-9759-4BE9-37FDF8EB1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015987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4" name="Grafico _don_SL">
            <a:extLst>
              <a:ext uri="{FF2B5EF4-FFF2-40B4-BE49-F238E27FC236}">
                <a16:creationId xmlns:a16="http://schemas.microsoft.com/office/drawing/2014/main" id="{8C969BDD-6883-9D65-8B5C-BDB959D3D0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728875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6" name="Grafico_bar_SL">
            <a:extLst>
              <a:ext uri="{FF2B5EF4-FFF2-40B4-BE49-F238E27FC236}">
                <a16:creationId xmlns:a16="http://schemas.microsoft.com/office/drawing/2014/main" id="{7E09EE00-252E-FBED-275C-B08397DF57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7360865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7" name="Tabla_DIF_SL">
            <a:extLst>
              <a:ext uri="{FF2B5EF4-FFF2-40B4-BE49-F238E27FC236}">
                <a16:creationId xmlns:a16="http://schemas.microsoft.com/office/drawing/2014/main" id="{ED7FE74B-A608-CE6A-23E7-01D232293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506880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8" name="Conector recto 29">
            <a:extLst>
              <a:ext uri="{FF2B5EF4-FFF2-40B4-BE49-F238E27FC236}">
                <a16:creationId xmlns:a16="http://schemas.microsoft.com/office/drawing/2014/main" id="{0C9583E7-021C-7168-E169-E23251AD9A41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" descr="eenfoque fiscal – Reforma Fiscal">
            <a:hlinkClick r:id="rId7" action="ppaction://hlinksldjump"/>
            <a:extLst>
              <a:ext uri="{FF2B5EF4-FFF2-40B4-BE49-F238E27FC236}">
                <a16:creationId xmlns:a16="http://schemas.microsoft.com/office/drawing/2014/main" id="{BF111D59-B5CB-8A0E-3CAE-F71655FF2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529" y="3705872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265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8">
            <a:extLst>
              <a:ext uri="{FF2B5EF4-FFF2-40B4-BE49-F238E27FC236}">
                <a16:creationId xmlns:a16="http://schemas.microsoft.com/office/drawing/2014/main" id="{94413972-F5EA-EE89-8A91-7A5BD026D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4" y="3144640"/>
            <a:ext cx="6596856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MX" altLang="es-MX" sz="5400" b="1" dirty="0">
                <a:solidFill>
                  <a:schemeClr val="bg1"/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5400" b="1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s-MX" altLang="es-MX" sz="4800" dirty="0">
                <a:solidFill>
                  <a:srgbClr val="DAFF38"/>
                </a:solidFill>
                <a:latin typeface="Montserrat" panose="00000500000000000000" pitchFamily="2" charset="0"/>
              </a:rPr>
              <a:t>GRUPO TOTALPLAY</a:t>
            </a:r>
            <a:endParaRPr lang="es-MX" altLang="es-MX" sz="6000" dirty="0">
              <a:solidFill>
                <a:srgbClr val="DAFF38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uadroTexto 28">
            <a:extLst>
              <a:ext uri="{FF2B5EF4-FFF2-40B4-BE49-F238E27FC236}">
                <a16:creationId xmlns:a16="http://schemas.microsoft.com/office/drawing/2014/main" id="{20B72955-2F7E-B502-DA9E-CED5BB0A3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34" name="25 CuadroTexto">
            <a:extLst>
              <a:ext uri="{FF2B5EF4-FFF2-40B4-BE49-F238E27FC236}">
                <a16:creationId xmlns:a16="http://schemas.microsoft.com/office/drawing/2014/main" id="{187F276F-004E-C9B8-B202-971BB8A0D4D0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pic>
        <p:nvPicPr>
          <p:cNvPr id="80976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5C865BCE-1409-07A8-22C1-29DA3C4841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76" y="1538341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E4D74BC6-7D3E-6089-CDF0-7480B244A6C3}"/>
              </a:ext>
            </a:extLst>
          </p:cNvPr>
          <p:cNvSpPr/>
          <p:nvPr/>
        </p:nvSpPr>
        <p:spPr>
          <a:xfrm>
            <a:off x="1406031" y="6962950"/>
            <a:ext cx="1647645" cy="487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aphicFrame>
        <p:nvGraphicFramePr>
          <p:cNvPr id="9" name="Tabla_DIF_TP">
            <a:extLst>
              <a:ext uri="{FF2B5EF4-FFF2-40B4-BE49-F238E27FC236}">
                <a16:creationId xmlns:a16="http://schemas.microsoft.com/office/drawing/2014/main" id="{CB51DB11-95F8-44EC-253A-B13871080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301231"/>
              </p:ext>
            </p:extLst>
          </p:nvPr>
        </p:nvGraphicFramePr>
        <p:xfrm>
          <a:off x="11623311" y="1550230"/>
          <a:ext cx="2714400" cy="5939634"/>
        </p:xfrm>
        <a:graphic>
          <a:graphicData uri="http://schemas.openxmlformats.org/drawingml/2006/table">
            <a:tbl>
              <a:tblPr/>
              <a:tblGrid>
                <a:gridCol w="97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00">
                  <a:extLst>
                    <a:ext uri="{9D8B030D-6E8A-4147-A177-3AD203B41FA5}">
                      <a16:colId xmlns:a16="http://schemas.microsoft.com/office/drawing/2014/main" val="675104790"/>
                    </a:ext>
                  </a:extLst>
                </a:gridCol>
                <a:gridCol w="579600">
                  <a:extLst>
                    <a:ext uri="{9D8B030D-6E8A-4147-A177-3AD203B41FA5}">
                      <a16:colId xmlns:a16="http://schemas.microsoft.com/office/drawing/2014/main" val="3676108323"/>
                    </a:ext>
                  </a:extLst>
                </a:gridCol>
              </a:tblGrid>
              <a:tr h="36341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11705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86559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281474"/>
                  </a:ext>
                </a:extLst>
              </a:tr>
              <a:tr h="3485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162363"/>
                  </a:ext>
                </a:extLst>
              </a:tr>
            </a:tbl>
          </a:graphicData>
        </a:graphic>
      </p:graphicFrame>
      <p:grpSp>
        <p:nvGrpSpPr>
          <p:cNvPr id="11" name="Grupo 10">
            <a:extLst>
              <a:ext uri="{FF2B5EF4-FFF2-40B4-BE49-F238E27FC236}">
                <a16:creationId xmlns:a16="http://schemas.microsoft.com/office/drawing/2014/main" id="{1685FC3D-062E-9805-CEFE-36EB64930894}"/>
              </a:ext>
            </a:extLst>
          </p:cNvPr>
          <p:cNvGrpSpPr/>
          <p:nvPr/>
        </p:nvGrpSpPr>
        <p:grpSpPr>
          <a:xfrm>
            <a:off x="0" y="208065"/>
            <a:ext cx="7852648" cy="1224000"/>
            <a:chOff x="0" y="208065"/>
            <a:chExt cx="7852648" cy="1224000"/>
          </a:xfrm>
        </p:grpSpPr>
        <p:pic>
          <p:nvPicPr>
            <p:cNvPr id="12" name="Imagen 2">
              <a:extLst>
                <a:ext uri="{FF2B5EF4-FFF2-40B4-BE49-F238E27FC236}">
                  <a16:creationId xmlns:a16="http://schemas.microsoft.com/office/drawing/2014/main" id="{E0686A1C-478E-E38A-5E27-264AC54E1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08065"/>
              <a:ext cx="7852648" cy="12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ítulo 2">
              <a:extLst>
                <a:ext uri="{FF2B5EF4-FFF2-40B4-BE49-F238E27FC236}">
                  <a16:creationId xmlns:a16="http://schemas.microsoft.com/office/drawing/2014/main" id="{58C95862-B0B0-4220-7492-89D16175418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487882" y="514515"/>
              <a:ext cx="5698965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17" tIns="60958" rIns="121917" bIns="60958"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Totalplay 1Q 2026</a:t>
              </a:r>
            </a:p>
          </p:txBody>
        </p:sp>
        <p:pic>
          <p:nvPicPr>
            <p:cNvPr id="14" name="Imagen 33">
              <a:extLst>
                <a:ext uri="{FF2B5EF4-FFF2-40B4-BE49-F238E27FC236}">
                  <a16:creationId xmlns:a16="http://schemas.microsoft.com/office/drawing/2014/main" id="{F2F95DAC-A718-0EE4-96D1-3AA0A8ED4F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134" y="472533"/>
              <a:ext cx="725487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" name="89 CuadroTexto">
            <a:extLst>
              <a:ext uri="{FF2B5EF4-FFF2-40B4-BE49-F238E27FC236}">
                <a16:creationId xmlns:a16="http://schemas.microsoft.com/office/drawing/2014/main" id="{D963F507-C21C-70E2-2A94-720BE1A08E62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Totalplay</a:t>
            </a:r>
          </a:p>
        </p:txBody>
      </p:sp>
      <p:graphicFrame>
        <p:nvGraphicFramePr>
          <p:cNvPr id="17" name="Tabla_IPN_TP">
            <a:extLst>
              <a:ext uri="{FF2B5EF4-FFF2-40B4-BE49-F238E27FC236}">
                <a16:creationId xmlns:a16="http://schemas.microsoft.com/office/drawing/2014/main" id="{003E95DE-8C72-940D-EE70-873A0A675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697954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pSp>
        <p:nvGrpSpPr>
          <p:cNvPr id="19" name="Agrupar 49">
            <a:extLst>
              <a:ext uri="{FF2B5EF4-FFF2-40B4-BE49-F238E27FC236}">
                <a16:creationId xmlns:a16="http://schemas.microsoft.com/office/drawing/2014/main" id="{366DAC5A-4BEA-4837-44FA-704A9CD92C11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20" name="CuadroTexto 33">
              <a:extLst>
                <a:ext uri="{FF2B5EF4-FFF2-40B4-BE49-F238E27FC236}">
                  <a16:creationId xmlns:a16="http://schemas.microsoft.com/office/drawing/2014/main" id="{608ACC8E-3233-113A-4A02-F2AAB09D780A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1" name="CuadroTexto 34">
              <a:extLst>
                <a:ext uri="{FF2B5EF4-FFF2-40B4-BE49-F238E27FC236}">
                  <a16:creationId xmlns:a16="http://schemas.microsoft.com/office/drawing/2014/main" id="{07C110A7-137C-A0AC-C596-F6D367DCAEF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2" name="CuadroTexto 35">
              <a:extLst>
                <a:ext uri="{FF2B5EF4-FFF2-40B4-BE49-F238E27FC236}">
                  <a16:creationId xmlns:a16="http://schemas.microsoft.com/office/drawing/2014/main" id="{393F26EE-805B-9985-42A6-FBC78CF78BD3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3" name="83 Rectángulo">
              <a:extLst>
                <a:ext uri="{FF2B5EF4-FFF2-40B4-BE49-F238E27FC236}">
                  <a16:creationId xmlns:a16="http://schemas.microsoft.com/office/drawing/2014/main" id="{C81832FC-E67F-F10A-72C5-268237A532C3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4" name="84 Rectángulo">
              <a:extLst>
                <a:ext uri="{FF2B5EF4-FFF2-40B4-BE49-F238E27FC236}">
                  <a16:creationId xmlns:a16="http://schemas.microsoft.com/office/drawing/2014/main" id="{6BA8C9DE-42FF-9CD0-9B8E-67BE83FD66A8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5" name="17 Rectángulo">
              <a:extLst>
                <a:ext uri="{FF2B5EF4-FFF2-40B4-BE49-F238E27FC236}">
                  <a16:creationId xmlns:a16="http://schemas.microsoft.com/office/drawing/2014/main" id="{D8FF46D5-BB9F-3B80-EA45-B1FA848FDA5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6" name="Conector angular 25">
            <a:extLst>
              <a:ext uri="{FF2B5EF4-FFF2-40B4-BE49-F238E27FC236}">
                <a16:creationId xmlns:a16="http://schemas.microsoft.com/office/drawing/2014/main" id="{0C51DE45-C108-9AF1-C7A1-78293F5BB971}"/>
              </a:ext>
            </a:extLst>
          </p:cNvPr>
          <p:cNvCxnSpPr>
            <a:cxnSpLocks/>
            <a:stCxn id="17" idx="3"/>
            <a:endCxn id="31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7" name="Conector angular 25">
            <a:extLst>
              <a:ext uri="{FF2B5EF4-FFF2-40B4-BE49-F238E27FC236}">
                <a16:creationId xmlns:a16="http://schemas.microsoft.com/office/drawing/2014/main" id="{4F0302D6-97D1-316B-78A2-BA5FA6A755A0}"/>
              </a:ext>
            </a:extLst>
          </p:cNvPr>
          <p:cNvCxnSpPr>
            <a:cxnSpLocks/>
            <a:stCxn id="17" idx="1"/>
            <a:endCxn id="30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8" name="Conector angular 25">
            <a:extLst>
              <a:ext uri="{FF2B5EF4-FFF2-40B4-BE49-F238E27FC236}">
                <a16:creationId xmlns:a16="http://schemas.microsoft.com/office/drawing/2014/main" id="{31C59FEC-7362-3CF3-6539-3F7DABBE247B}"/>
              </a:ext>
            </a:extLst>
          </p:cNvPr>
          <p:cNvCxnSpPr>
            <a:cxnSpLocks/>
            <a:stCxn id="29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9" name="Tabla_DET_TP">
            <a:extLst>
              <a:ext uri="{FF2B5EF4-FFF2-40B4-BE49-F238E27FC236}">
                <a16:creationId xmlns:a16="http://schemas.microsoft.com/office/drawing/2014/main" id="{AB125325-D22B-F5C6-5B8A-D2DCD09B7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522725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0" name="Tabla_PAS_TP">
            <a:extLst>
              <a:ext uri="{FF2B5EF4-FFF2-40B4-BE49-F238E27FC236}">
                <a16:creationId xmlns:a16="http://schemas.microsoft.com/office/drawing/2014/main" id="{642DD91F-D07A-76F8-1EA7-F25D51B83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354068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1" name="Tabla_PRO_TP">
            <a:extLst>
              <a:ext uri="{FF2B5EF4-FFF2-40B4-BE49-F238E27FC236}">
                <a16:creationId xmlns:a16="http://schemas.microsoft.com/office/drawing/2014/main" id="{82A4775F-813F-6FD1-80CB-5953A6974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961671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2" name="Grafico _don_TP">
            <a:extLst>
              <a:ext uri="{FF2B5EF4-FFF2-40B4-BE49-F238E27FC236}">
                <a16:creationId xmlns:a16="http://schemas.microsoft.com/office/drawing/2014/main" id="{77324898-6656-E175-9320-059D25F186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63988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" name="Grafico_bar_TP">
            <a:extLst>
              <a:ext uri="{FF2B5EF4-FFF2-40B4-BE49-F238E27FC236}">
                <a16:creationId xmlns:a16="http://schemas.microsoft.com/office/drawing/2014/main" id="{50870629-8283-A587-93FB-DA5335285C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9392536"/>
              </p:ext>
            </p:extLst>
          </p:nvPr>
        </p:nvGraphicFramePr>
        <p:xfrm>
          <a:off x="5034698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973A88A7-F4B6-6AFA-39FB-106486EF22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75" y="1538341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2" name="Grupo 41">
            <a:extLst>
              <a:ext uri="{FF2B5EF4-FFF2-40B4-BE49-F238E27FC236}">
                <a16:creationId xmlns:a16="http://schemas.microsoft.com/office/drawing/2014/main" id="{08FC6DE1-3E8E-0717-3E1C-258789F0C84D}"/>
              </a:ext>
            </a:extLst>
          </p:cNvPr>
          <p:cNvGrpSpPr/>
          <p:nvPr/>
        </p:nvGrpSpPr>
        <p:grpSpPr>
          <a:xfrm>
            <a:off x="0" y="208065"/>
            <a:ext cx="8545528" cy="1332000"/>
            <a:chOff x="0" y="208065"/>
            <a:chExt cx="8545528" cy="1332000"/>
          </a:xfrm>
        </p:grpSpPr>
        <p:pic>
          <p:nvPicPr>
            <p:cNvPr id="12" name="Imagen 2">
              <a:extLst>
                <a:ext uri="{FF2B5EF4-FFF2-40B4-BE49-F238E27FC236}">
                  <a16:creationId xmlns:a16="http://schemas.microsoft.com/office/drawing/2014/main" id="{96C47DF6-A361-C070-20D1-9D174104CA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08065"/>
              <a:ext cx="8545528" cy="13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ítulo 2">
              <a:extLst>
                <a:ext uri="{FF2B5EF4-FFF2-40B4-BE49-F238E27FC236}">
                  <a16:creationId xmlns:a16="http://schemas.microsoft.com/office/drawing/2014/main" id="{65AB1CDB-34E6-3B96-9EFB-B324F914EF9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487882" y="374265"/>
              <a:ext cx="5698965" cy="923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17" tIns="60958" rIns="121917" bIns="60958"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Grupo Totalplay</a:t>
              </a:r>
            </a:p>
          </p:txBody>
        </p:sp>
        <p:pic>
          <p:nvPicPr>
            <p:cNvPr id="7" name="Imagen 42">
              <a:extLst>
                <a:ext uri="{FF2B5EF4-FFF2-40B4-BE49-F238E27FC236}">
                  <a16:creationId xmlns:a16="http://schemas.microsoft.com/office/drawing/2014/main" id="{0D57606F-BC42-85FC-9938-450F8DE01A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211" y="355077"/>
              <a:ext cx="931862" cy="860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DF3F3E0-2AC8-B80B-518E-3765979F9115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6" name="Cinta curvada hacia arriba 3">
              <a:extLst>
                <a:ext uri="{FF2B5EF4-FFF2-40B4-BE49-F238E27FC236}">
                  <a16:creationId xmlns:a16="http://schemas.microsoft.com/office/drawing/2014/main" id="{C3C18F67-A753-8415-3CFA-9F0458EC47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7" name="CuadroTexto 5">
              <a:extLst>
                <a:ext uri="{FF2B5EF4-FFF2-40B4-BE49-F238E27FC236}">
                  <a16:creationId xmlns:a16="http://schemas.microsoft.com/office/drawing/2014/main" id="{584D7B47-08EA-75E6-F79B-87A47D8F6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18" name="Imagen 46">
            <a:extLst>
              <a:ext uri="{FF2B5EF4-FFF2-40B4-BE49-F238E27FC236}">
                <a16:creationId xmlns:a16="http://schemas.microsoft.com/office/drawing/2014/main" id="{A3537BF7-2F6D-9404-A0FD-4C6E900F398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25FBD3FF-3883-E3C7-BFBE-79F399361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0A097F0-8CFD-CF89-8936-04A21486F76C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17EC0A4B-67E7-A968-4064-C25E7BB80ACC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E99468F-7205-6BFC-4832-6E7632D97380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77FE631F-1348-14F4-07D2-2872DC643FAD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915D9054-903A-3F3A-0655-80C13B09655C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574F075A-AFD8-13D7-1848-7356D618EF5B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02047FE6-BF77-DE4F-F84E-C72863980B7F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92B99923-2F6D-74EB-F743-5DB5662774E2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9FF1FAF3-C064-8251-181F-B2A68C04E4EF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A83C6EC2-A338-0048-219F-B7EA65937951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278735" y="7006654"/>
            <a:chExt cx="468000" cy="325438"/>
          </a:xfrm>
        </p:grpSpPr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EF32E743-B0D7-150A-3408-8BE4CD849551}"/>
                </a:ext>
              </a:extLst>
            </p:cNvPr>
            <p:cNvSpPr/>
            <p:nvPr/>
          </p:nvSpPr>
          <p:spPr bwMode="auto">
            <a:xfrm>
              <a:off x="1350810" y="7006654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02451366-5963-EBED-CB85-2C6B2ACDF86C}"/>
                </a:ext>
              </a:extLst>
            </p:cNvPr>
            <p:cNvSpPr txBox="1"/>
            <p:nvPr/>
          </p:nvSpPr>
          <p:spPr>
            <a:xfrm>
              <a:off x="1278735" y="7015485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lt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41" name="Tabla_PRO_MENS_TP">
            <a:extLst>
              <a:ext uri="{FF2B5EF4-FFF2-40B4-BE49-F238E27FC236}">
                <a16:creationId xmlns:a16="http://schemas.microsoft.com/office/drawing/2014/main" id="{D0100CE0-AEBC-C2A9-0A9B-3A4974D15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396086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C8CF64F-6063-3517-993B-443AB2D29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8" name="Imagen 45">
            <a:extLst>
              <a:ext uri="{FF2B5EF4-FFF2-40B4-BE49-F238E27FC236}">
                <a16:creationId xmlns:a16="http://schemas.microsoft.com/office/drawing/2014/main" id="{EEC7CE5E-D145-1AAA-D836-2940A8458C22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D5105067-004F-C2C2-C610-E094908750F0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20" name="Cinta curvada hacia arriba 3">
              <a:extLst>
                <a:ext uri="{FF2B5EF4-FFF2-40B4-BE49-F238E27FC236}">
                  <a16:creationId xmlns:a16="http://schemas.microsoft.com/office/drawing/2014/main" id="{9A21039D-C9FC-FCD9-D33D-06366CA38C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32" name="CuadroTexto 5">
              <a:extLst>
                <a:ext uri="{FF2B5EF4-FFF2-40B4-BE49-F238E27FC236}">
                  <a16:creationId xmlns:a16="http://schemas.microsoft.com/office/drawing/2014/main" id="{A37A2947-9162-DA72-BC77-4B703476C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33" name="Elipse 32">
            <a:extLst>
              <a:ext uri="{FF2B5EF4-FFF2-40B4-BE49-F238E27FC236}">
                <a16:creationId xmlns:a16="http://schemas.microsoft.com/office/drawing/2014/main" id="{69F3F95C-2BB7-2A03-6E4F-1293BB1580C4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278F6F13-D7AB-6CC4-6ECE-17D6244E57CE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7784332-B543-201E-741B-DE3DD0DB6369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BF3496CE-AF28-4B99-52F1-2C44C03886D9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B23DCE40-BC69-F8E6-EE27-23630BD8AF2E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459C084A-2BB1-BF12-2A07-ED023303047C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C9FB6EB5-18EB-138F-224E-28EEDBFF9DB9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E0EA750E-AA3D-7696-0DA9-6D78A1F9468E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B5928C8A-911E-6C54-A56C-DE8AF82BE5D3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C247AAB4-115D-8E70-919E-F8DF4A3B71F6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FF1E9AF4-69AB-B987-BD10-BE2BD1988F15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627A3974-29E0-92FA-908E-0DD973C1D282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pic>
        <p:nvPicPr>
          <p:cNvPr id="47" name="Imagen 43">
            <a:hlinkClick r:id="rId4" action="ppaction://hlinksldjump"/>
            <a:extLst>
              <a:ext uri="{FF2B5EF4-FFF2-40B4-BE49-F238E27FC236}">
                <a16:creationId xmlns:a16="http://schemas.microsoft.com/office/drawing/2014/main" id="{D6D0A598-ADCE-F2A5-D909-827D11875C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75" y="1538341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" name="Grupo 50">
            <a:extLst>
              <a:ext uri="{FF2B5EF4-FFF2-40B4-BE49-F238E27FC236}">
                <a16:creationId xmlns:a16="http://schemas.microsoft.com/office/drawing/2014/main" id="{EB727BF4-7D3F-6EDC-C5DE-19567365D2BF}"/>
              </a:ext>
            </a:extLst>
          </p:cNvPr>
          <p:cNvGrpSpPr/>
          <p:nvPr/>
        </p:nvGrpSpPr>
        <p:grpSpPr>
          <a:xfrm>
            <a:off x="0" y="208065"/>
            <a:ext cx="8545528" cy="1332000"/>
            <a:chOff x="0" y="208065"/>
            <a:chExt cx="8545528" cy="1332000"/>
          </a:xfrm>
        </p:grpSpPr>
        <p:pic>
          <p:nvPicPr>
            <p:cNvPr id="48" name="Imagen 2">
              <a:extLst>
                <a:ext uri="{FF2B5EF4-FFF2-40B4-BE49-F238E27FC236}">
                  <a16:creationId xmlns:a16="http://schemas.microsoft.com/office/drawing/2014/main" id="{2C40F639-0E42-26EC-FBC1-2D93555F3A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08065"/>
              <a:ext cx="8545528" cy="13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Título 2">
              <a:extLst>
                <a:ext uri="{FF2B5EF4-FFF2-40B4-BE49-F238E27FC236}">
                  <a16:creationId xmlns:a16="http://schemas.microsoft.com/office/drawing/2014/main" id="{212BDABC-957D-F994-8A22-65455108214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487882" y="374265"/>
              <a:ext cx="5698965" cy="923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17" tIns="60958" rIns="121917" bIns="60958"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Grupo Totalplay</a:t>
              </a:r>
            </a:p>
          </p:txBody>
        </p:sp>
        <p:pic>
          <p:nvPicPr>
            <p:cNvPr id="50" name="Imagen 42">
              <a:extLst>
                <a:ext uri="{FF2B5EF4-FFF2-40B4-BE49-F238E27FC236}">
                  <a16:creationId xmlns:a16="http://schemas.microsoft.com/office/drawing/2014/main" id="{F9A8CEF5-D56E-A799-50DB-F3D128416D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211" y="355077"/>
              <a:ext cx="931862" cy="860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46" name="Tabla_PAS_MENS_TP">
            <a:extLst>
              <a:ext uri="{FF2B5EF4-FFF2-40B4-BE49-F238E27FC236}">
                <a16:creationId xmlns:a16="http://schemas.microsoft.com/office/drawing/2014/main" id="{45F2286C-9DB2-3C12-D026-01C71D43D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643163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F7A58AE-37C0-B4BA-CDBF-376BE156F25D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77A19E65-0732-8A48-B066-7154DFCF14E1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9" name="Cinta curvada hacia arriba 3">
              <a:extLst>
                <a:ext uri="{FF2B5EF4-FFF2-40B4-BE49-F238E27FC236}">
                  <a16:creationId xmlns:a16="http://schemas.microsoft.com/office/drawing/2014/main" id="{26B4BD2B-5DFD-122A-31DF-6FCE3C8078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0" name="CuadroTexto 5">
              <a:extLst>
                <a:ext uri="{FF2B5EF4-FFF2-40B4-BE49-F238E27FC236}">
                  <a16:creationId xmlns:a16="http://schemas.microsoft.com/office/drawing/2014/main" id="{58161602-CA2D-2FB1-E70E-7178B7558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64E7F2CC-331A-EA4A-FF6A-6B6BBF69D376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C0B01C3-AC9E-37D6-642F-A27616DB384A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C0E02D6-D0B0-CD0D-A233-4127F9477C3D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3C32343-92AD-CDBE-D249-7AD8008EFACB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310C85E-FDEE-696C-9104-20776933508C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9223080-8C07-0A7A-CA5F-E8A5FB0DC11E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7BAF09B-69CE-9815-1D70-400A1C9EB3FA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2EBCE86-8DE4-2AF6-AC7D-B57A5FA6CAA6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0E92831-6D52-5B5A-0AA4-042D95B0D870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7457965-3515-3B16-45BA-899561F60EEA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C7AC2E45-FEDC-BB8E-EA36-45D3E674B070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970F9114-CCAC-B53C-0C51-5209E4BA2B41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C26A82D-F996-FBB1-C8AD-1DD71F3B7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33" name="Imagen 43">
            <a:hlinkClick r:id="rId4" action="ppaction://hlinksldjump"/>
            <a:extLst>
              <a:ext uri="{FF2B5EF4-FFF2-40B4-BE49-F238E27FC236}">
                <a16:creationId xmlns:a16="http://schemas.microsoft.com/office/drawing/2014/main" id="{FDE11FE2-240F-5EB0-596A-CC7B4A8CF2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75" y="1538341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" name="Grupo 33">
            <a:extLst>
              <a:ext uri="{FF2B5EF4-FFF2-40B4-BE49-F238E27FC236}">
                <a16:creationId xmlns:a16="http://schemas.microsoft.com/office/drawing/2014/main" id="{B9E3D972-467F-E529-203B-F59A82BA8B49}"/>
              </a:ext>
            </a:extLst>
          </p:cNvPr>
          <p:cNvGrpSpPr/>
          <p:nvPr/>
        </p:nvGrpSpPr>
        <p:grpSpPr>
          <a:xfrm>
            <a:off x="0" y="208065"/>
            <a:ext cx="8545528" cy="1332000"/>
            <a:chOff x="0" y="208065"/>
            <a:chExt cx="8545528" cy="1332000"/>
          </a:xfrm>
        </p:grpSpPr>
        <p:pic>
          <p:nvPicPr>
            <p:cNvPr id="35" name="Imagen 2">
              <a:extLst>
                <a:ext uri="{FF2B5EF4-FFF2-40B4-BE49-F238E27FC236}">
                  <a16:creationId xmlns:a16="http://schemas.microsoft.com/office/drawing/2014/main" id="{E76E9FD3-318C-33AC-CC81-29143BF9EF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08065"/>
              <a:ext cx="8545528" cy="13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Título 2">
              <a:extLst>
                <a:ext uri="{FF2B5EF4-FFF2-40B4-BE49-F238E27FC236}">
                  <a16:creationId xmlns:a16="http://schemas.microsoft.com/office/drawing/2014/main" id="{2065AC7B-F1CD-A4D7-6CF3-9598FC5375C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487882" y="374265"/>
              <a:ext cx="5698965" cy="923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17" tIns="60958" rIns="121917" bIns="60958"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Grupo Totalplay</a:t>
              </a:r>
            </a:p>
          </p:txBody>
        </p:sp>
        <p:pic>
          <p:nvPicPr>
            <p:cNvPr id="37" name="Imagen 42">
              <a:extLst>
                <a:ext uri="{FF2B5EF4-FFF2-40B4-BE49-F238E27FC236}">
                  <a16:creationId xmlns:a16="http://schemas.microsoft.com/office/drawing/2014/main" id="{8E254C00-D071-D31F-940A-1117A640F1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211" y="355077"/>
              <a:ext cx="931862" cy="860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31" name="Tabla_DET_MENS_TP">
            <a:extLst>
              <a:ext uri="{FF2B5EF4-FFF2-40B4-BE49-F238E27FC236}">
                <a16:creationId xmlns:a16="http://schemas.microsoft.com/office/drawing/2014/main" id="{7FE986AD-4A62-C963-B332-2E095D92D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316302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D4F58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031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9_plantilla banco ">
  <a:themeElements>
    <a:clrScheme name="Banco Azteca 2">
      <a:dk1>
        <a:srgbClr val="015131"/>
      </a:dk1>
      <a:lt1>
        <a:srgbClr val="F8F7FF"/>
      </a:lt1>
      <a:dk2>
        <a:srgbClr val="646467"/>
      </a:dk2>
      <a:lt2>
        <a:srgbClr val="F5F5FD"/>
      </a:lt2>
      <a:accent1>
        <a:srgbClr val="015131"/>
      </a:accent1>
      <a:accent2>
        <a:srgbClr val="A21623"/>
      </a:accent2>
      <a:accent3>
        <a:srgbClr val="6C191F"/>
      </a:accent3>
      <a:accent4>
        <a:srgbClr val="36A320"/>
      </a:accent4>
      <a:accent5>
        <a:srgbClr val="E9442D"/>
      </a:accent5>
      <a:accent6>
        <a:srgbClr val="FF8C15"/>
      </a:accent6>
      <a:hlink>
        <a:srgbClr val="36A320"/>
      </a:hlink>
      <a:folHlink>
        <a:srgbClr val="BFC1C7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db0b8015-c943-46a3-8d16-6655e8e03671</TitusGUID>
  <TitusMetadata xmlns="">eyJucyI6Imh0dHA6XC9cL3d3dy50aXR1cy5jb21cL25zXC9FbGVrdHJhIiwicHJvcHMiOlt7Im4iOiJDbGFzaWZpY2FjaW9uIiwidmFscyI6W3sidmFsdWUiOiJTSU5DLUxBU0kifV19XX0=</TitusMetadata>
</titus>
</file>

<file path=customXml/itemProps1.xml><?xml version="1.0" encoding="utf-8"?>
<ds:datastoreItem xmlns:ds="http://schemas.openxmlformats.org/officeDocument/2006/customXml" ds:itemID="{2F8BFB1F-F888-4B3E-9E15-6F51F3F38E8E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17449</TotalTime>
  <Words>386</Words>
  <Application>Microsoft Office PowerPoint</Application>
  <PresentationFormat>Personalizado</PresentationFormat>
  <Paragraphs>164</Paragraphs>
  <Slides>9</Slides>
  <Notes>7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9</vt:i4>
      </vt:variant>
    </vt:vector>
  </HeadingPairs>
  <TitlesOfParts>
    <vt:vector size="21" baseType="lpstr">
      <vt:lpstr>Arial</vt:lpstr>
      <vt:lpstr>Avenir Next lt pro bold</vt:lpstr>
      <vt:lpstr>Avenir Next lt pro medium</vt:lpstr>
      <vt:lpstr>Calibri</vt:lpstr>
      <vt:lpstr>Kanit</vt:lpstr>
      <vt:lpstr>Montserrat</vt:lpstr>
      <vt:lpstr>Muller thin</vt:lpstr>
      <vt:lpstr>1_Diseño personalizado</vt:lpstr>
      <vt:lpstr>9_plantilla banco </vt:lpstr>
      <vt:lpstr>Diseño personalizado</vt:lpstr>
      <vt:lpstr>2_Diseño personalizado</vt:lpstr>
      <vt:lpstr>3_Diseño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Yaira Sánchez</dc:creator>
  <cp:lastModifiedBy>Jesus Noel De Jesus Guerrero</cp:lastModifiedBy>
  <cp:revision>316</cp:revision>
  <dcterms:created xsi:type="dcterms:W3CDTF">2020-12-21T23:47:59Z</dcterms:created>
  <dcterms:modified xsi:type="dcterms:W3CDTF">2026-10-05T22:22:46Z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2023-04-28T20:08:06Z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9eee174c-5241-461c-8d71-e57a04dc58e5</vt:lpwstr>
  </property>
  <property fmtid="{D5CDD505-2E9C-101B-9397-08002B2CF9AE}" pid="8" name="MSIP_Label_8ae3a633-3d5f-462b-ba19-31157bb9a57b_ContentBits">
    <vt:lpwstr>0</vt:lpwstr>
  </property>
  <property fmtid="{D5CDD505-2E9C-101B-9397-08002B2CF9AE}" pid="9" name="TitusGUID">
    <vt:lpwstr>db0b8015-c943-46a3-8d16-6655e8e03671</vt:lpwstr>
  </property>
  <property fmtid="{D5CDD505-2E9C-101B-9397-08002B2CF9AE}" pid="10" name="dlp-metadata">
    <vt:lpwstr>SINC-LASI</vt:lpwstr>
  </property>
  <property fmtid="{D5CDD505-2E9C-101B-9397-08002B2CF9AE}" pid="11" name="Clasificacion">
    <vt:lpwstr>SINC-LASI</vt:lpwstr>
  </property>
</Properties>
</file>