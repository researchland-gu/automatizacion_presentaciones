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2"/>
    <p:sldMasterId id="2147483675" r:id="rId3"/>
    <p:sldMasterId id="2147483687" r:id="rId4"/>
    <p:sldMasterId id="2147483701" r:id="rId5"/>
    <p:sldMasterId id="2147483717" r:id="rId6"/>
  </p:sldMasterIdLst>
  <p:notesMasterIdLst>
    <p:notesMasterId r:id="rId14"/>
  </p:notesMasterIdLst>
  <p:sldIdLst>
    <p:sldId id="851" r:id="rId7"/>
    <p:sldId id="848" r:id="rId8"/>
    <p:sldId id="745" r:id="rId9"/>
    <p:sldId id="865" r:id="rId10"/>
    <p:sldId id="397" r:id="rId11"/>
    <p:sldId id="764" r:id="rId12"/>
    <p:sldId id="837" r:id="rId13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46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840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863-4375-B9A5-751A4DC8AE7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863-4375-B9A5-751A4DC8AE7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863-4375-B9A5-751A4DC8AE7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63-4375-B9A5-751A4DC8A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D79C-4B8D-B52A-49ADF87C7D60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9C-4B8D-B52A-49ADF87C7D60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9C-4B8D-B52A-49ADF87C7D60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79C-4B8D-B52A-49ADF87C7D60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9C-4B8D-B52A-49ADF87C7D60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79C-4B8D-B52A-49ADF87C7D60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79C-4B8D-B52A-49ADF87C7D60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79C-4B8D-B52A-49ADF87C7D60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79C-4B8D-B52A-49ADF87C7D60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79C-4B8D-B52A-49ADF87C7D60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79C-4B8D-B52A-49ADF87C7D60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79C-4B8D-B52A-49ADF87C7D6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9C-4B8D-B52A-49ADF87C7D6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79C-4B8D-B52A-49ADF87C7D6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79C-4B8D-B52A-49ADF87C7D60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79C-4B8D-B52A-49ADF87C7D6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79C-4B8D-B52A-49ADF87C7D60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79C-4B8D-B52A-49ADF87C7D60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79C-4B8D-B52A-49ADF87C7D60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79C-4B8D-B52A-49ADF87C7D60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79C-4B8D-B52A-49ADF87C7D60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79C-4B8D-B52A-49ADF87C7D60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79C-4B8D-B52A-49ADF87C7D60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79C-4B8D-B52A-49ADF87C7D60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79C-4B8D-B52A-49ADF87C7D60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79C-4B8D-B52A-49ADF87C7D60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D79C-4B8D-B52A-49ADF87C7D6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D79C-4B8D-B52A-49ADF87C7D60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D79C-4B8D-B52A-49ADF87C7D60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D79C-4B8D-B52A-49ADF87C7D60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D79C-4B8D-B52A-49ADF87C7D6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79C-4B8D-B52A-49ADF87C7D60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D79C-4B8D-B52A-49ADF87C7D6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D79C-4B8D-B52A-49ADF87C7D60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D79C-4B8D-B52A-49ADF87C7D60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D79C-4B8D-B52A-49ADF87C7D6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D79C-4B8D-B52A-49ADF87C7D60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79C-4B8D-B52A-49ADF87C7D6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79C-4B8D-B52A-49ADF87C7D6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79C-4B8D-B52A-49ADF87C7D6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79C-4B8D-B52A-49ADF87C7D6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D79C-4B8D-B52A-49ADF87C7D6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D79C-4B8D-B52A-49ADF87C7D60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D79C-4B8D-B52A-49ADF87C7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7B-43D5-9BDD-8D33B1E454E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7B-43D5-9BDD-8D33B1E454E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7B-43D5-9BDD-8D33B1E454E9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0.73299999999999998</c:v>
                </c:pt>
                <c:pt idx="1">
                  <c:v>0.26700000000000002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7B-43D5-9BDD-8D33B1E45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8D16-4B00-B846-3C4452593BF3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16-4B00-B846-3C4452593BF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D16-4B00-B846-3C4452593BF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16-4B00-B846-3C4452593BF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Hoja1!$B$2:$B$9</c:f>
              <c:numCache>
                <c:formatCode>0.0%</c:formatCode>
                <c:ptCount val="8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16-4B00-B846-3C4452593BF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16-4B00-B846-3C4452593BF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Hoja1!$C$2:$C$9</c:f>
              <c:numCache>
                <c:formatCode>0.0%</c:formatCode>
                <c:ptCount val="8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16-4B00-B846-3C4452593BF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D16-4B00-B846-3C4452593BF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9-8D16-4B00-B846-3C4452593BF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B-8D16-4B00-B846-3C4452593BF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D-8D16-4B00-B846-3C4452593BF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F-8D16-4B00-B846-3C4452593BF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1-8D16-4B00-B846-3C4452593BF3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D16-4B00-B846-3C4452593BF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D16-4B00-B846-3C4452593BF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D16-4B00-B846-3C4452593BF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D16-4B00-B846-3C4452593BF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D16-4B00-B846-3C4452593BF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D16-4B00-B846-3C4452593BF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Hoja1!$D$2:$D$9</c:f>
              <c:numCache>
                <c:formatCode>0.0%</c:formatCode>
                <c:ptCount val="8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D16-4B00-B846-3C4452593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Marcador de imagen de diapositiva 1">
            <a:extLst>
              <a:ext uri="{FF2B5EF4-FFF2-40B4-BE49-F238E27FC236}">
                <a16:creationId xmlns:a16="http://schemas.microsoft.com/office/drawing/2014/main" id="{4C67C516-BF19-1CDE-3C52-A1EFF57DDF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Marcador de notas 2">
            <a:extLst>
              <a:ext uri="{FF2B5EF4-FFF2-40B4-BE49-F238E27FC236}">
                <a16:creationId xmlns:a16="http://schemas.microsoft.com/office/drawing/2014/main" id="{A6980C67-489C-D744-3EC5-0452D67D1E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2948" name="Marcador de número de diapositiva 3">
            <a:extLst>
              <a:ext uri="{FF2B5EF4-FFF2-40B4-BE49-F238E27FC236}">
                <a16:creationId xmlns:a16="http://schemas.microsoft.com/office/drawing/2014/main" id="{AE73F7E7-2D1F-ACD6-4F6B-BA4051623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7CF1FB-115A-4FB7-AC9A-D4CDF9A69D53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177610-F68F-D6B1-632C-F001253BAA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C599BC74-1C9B-55D9-9FF8-1C9EF53DE6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2B05C0-5CD3-5B4A-2708-5FD306CCCE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10" name="Imagen 4">
            <a:extLst>
              <a:ext uri="{FF2B5EF4-FFF2-40B4-BE49-F238E27FC236}">
                <a16:creationId xmlns:a16="http://schemas.microsoft.com/office/drawing/2014/main" id="{DB9B2830-FBB7-6983-27F7-7A3331DFC5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C10978-E91A-47D8-0066-22086D4CCE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F4722E-3091-3B7D-AC4B-4D9135D05C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Imagen 31" descr="Forma, Flecha&#10;&#10;Descripción generada automáticamente">
            <a:extLst>
              <a:ext uri="{FF2B5EF4-FFF2-40B4-BE49-F238E27FC236}">
                <a16:creationId xmlns:a16="http://schemas.microsoft.com/office/drawing/2014/main" id="{A1C227F0-D2B4-7746-458A-B792F296ED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90161" y="3514902"/>
            <a:ext cx="3550772" cy="198120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4855C197-6A83-8063-1066-0FFB0485021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338"/>
            <a:ext cx="7488188" cy="752760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F515320-D9D1-D6FE-4D42-5EFEFD5B0A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39199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272183D8-F64A-6745-3E02-F9F23B205C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57FA2B-233D-C819-BC1B-FE3144289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40E73E-F709-5CF2-3C9A-74BC3621A1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4" name="Grupo 4">
            <a:extLst>
              <a:ext uri="{FF2B5EF4-FFF2-40B4-BE49-F238E27FC236}">
                <a16:creationId xmlns:a16="http://schemas.microsoft.com/office/drawing/2014/main" id="{92F2D423-1638-6D0C-A2B9-CEAEE5243613}"/>
              </a:ext>
            </a:extLst>
          </p:cNvPr>
          <p:cNvGrpSpPr>
            <a:grpSpLocks/>
          </p:cNvGrpSpPr>
          <p:nvPr/>
        </p:nvGrpSpPr>
        <p:grpSpPr bwMode="auto">
          <a:xfrm>
            <a:off x="1367812" y="2474119"/>
            <a:ext cx="6740179" cy="3051596"/>
            <a:chOff x="365717" y="1997919"/>
            <a:chExt cx="6739291" cy="3053392"/>
          </a:xfrm>
        </p:grpSpPr>
        <p:sp>
          <p:nvSpPr>
            <p:cNvPr id="14" name="CuadroTexto 8">
              <a:extLst>
                <a:ext uri="{FF2B5EF4-FFF2-40B4-BE49-F238E27FC236}">
                  <a16:creationId xmlns:a16="http://schemas.microsoft.com/office/drawing/2014/main" id="{5A178F20-F16C-185C-8ECC-369200113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C5E266F8-E872-C71A-0945-827C0F09C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295950"/>
              <a:ext cx="4778105" cy="9546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OFICINA DE LA PRESIDENCIA</a:t>
              </a:r>
            </a:p>
          </p:txBody>
        </p:sp>
        <p:sp>
          <p:nvSpPr>
            <p:cNvPr id="18" name="CuadroTexto 12">
              <a:extLst>
                <a:ext uri="{FF2B5EF4-FFF2-40B4-BE49-F238E27FC236}">
                  <a16:creationId xmlns:a16="http://schemas.microsoft.com/office/drawing/2014/main" id="{4E3636FA-93BF-3F08-B0C8-2FAEB0872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7574" y="4527783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1BC53E4-4DF9-4190-40A3-C6E34F71970E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8F6DF8D7-B513-E1E8-037F-43A4730B8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ABA7A854-15FC-2729-9B03-3B8B7CA322A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E6010291-1E4B-B5FA-ACB1-006835817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B4D047A5-C786-A69E-E5F9-C146A5D85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3BAFB828-E5D2-3461-7BAE-09ECA71A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90697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Otros negocios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14 respondieron la encuesta (15.1%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E7ED2060-7684-0E48-96B9-2F9CDC479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B4C211A0-1AEE-655D-9B59-332BF6912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80355FC0-4172-00B0-6955-EF4017188B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28B1A31-40F7-5B8F-77DC-BFDF61E43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381787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397B73F4-6BC7-66D3-E735-8879D7E04F19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960343BA-9625-A6E2-791C-A3F23E969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A98F332E-8B8C-4C3F-4BF4-1A2B1B9EA21D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9A4D0696-B973-A9EF-22A9-191AC87F9ED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77628845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6" name="Object 16">
                          <a:extLst>
                            <a:ext uri="{FF2B5EF4-FFF2-40B4-BE49-F238E27FC236}">
                              <a16:creationId xmlns:a16="http://schemas.microsoft.com/office/drawing/2014/main" id="{B8714DDA-952D-5DFA-7018-16C4B66B1F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2813C6A1-1D19-75A1-20A9-3E2A9253E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57C1E6E6-889C-B142-00C0-B0D3C26F7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A0694E11-B044-0DBB-429E-D2AA1195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77876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52B9E354-803F-FF30-BCCF-7BA5B9C6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AAAD1E3D-B811-121A-F799-879F7DEA9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2" name="25 CuadroTexto">
            <a:extLst>
              <a:ext uri="{FF2B5EF4-FFF2-40B4-BE49-F238E27FC236}">
                <a16:creationId xmlns:a16="http://schemas.microsoft.com/office/drawing/2014/main" id="{255407C4-8CE3-D359-35B7-5803E09351B0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7B7A196B-5FA9-1D19-296B-1D2003E2816D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84CD9FD-ED8C-25E9-90BC-A123091DAC28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1A1696CF-8281-7CF0-D057-F1BF2DD59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DBB10B1E-50F6-5BB6-C0E4-A09CF863F79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3C357481-6058-5C27-4B2E-9A2BA97E1E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A1FA4F89-9924-A195-327D-25C04464C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75797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A51E0D0C-0ABB-E02F-D6DC-FEEA0A0C4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3587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B36D4C70-A190-5CDC-2983-E82B8F2E955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1720B54F-A808-5F1C-B7D8-D25561F9822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6BFA6102-8F65-4F12-3768-A50C100AF0CF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FA150062-0076-E3CC-7D2C-DC0CBD2A9A8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9EC582B7-10A4-4C0F-10C7-A32A191D33E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CFEEE152-153C-9649-2F4B-C6B8A2AF632B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DAC600E4-3169-6CC9-3A67-345BAFDE23B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7326B62F-E26C-9142-9A58-5FBAE76982EB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B1549349-9E68-7B40-EA0E-3E6A714EC102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F8429CF0-E1CD-4C09-E790-15E38762853D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65917A0B-7C81-8643-43E4-6C0B2CCEE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844321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2685CE4E-AB58-A2C5-FD2A-E0938213F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374339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62D90DB6-7B82-2E12-49A2-4400B66F2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32529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42BAB007-0644-34F2-D41B-0B31E4A33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195749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08F1A768-2844-7B7D-E849-04FFEE248C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907199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101F19D9-1ED1-9698-934E-6E190B3B7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581271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186FD8A8-4934-836A-F349-F3F0AAEC1084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B7927DE1-1714-4583-39A4-08C2F4F03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609" y="7041213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E931CA35-342E-C6D9-157C-D34DAA0F9516}"/>
              </a:ext>
            </a:extLst>
          </p:cNvPr>
          <p:cNvSpPr txBox="1"/>
          <p:nvPr/>
        </p:nvSpPr>
        <p:spPr>
          <a:xfrm>
            <a:off x="8754562" y="3255119"/>
            <a:ext cx="435133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03"/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defTabSz="914103"/>
            <a:r>
              <a:rPr lang="es-MX" sz="36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OFICINA DE LA </a:t>
            </a:r>
            <a:br>
              <a:rPr lang="es-MX" sz="3600" b="1" dirty="0">
                <a:solidFill>
                  <a:srgbClr val="61288B"/>
                </a:solidFill>
                <a:latin typeface="Montserrat ExtraBold" panose="00000900000000000000" pitchFamily="2" charset="0"/>
              </a:rPr>
            </a:br>
            <a:r>
              <a:rPr lang="es-MX" sz="36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PRESIDENCIA</a:t>
            </a:r>
            <a:endParaRPr lang="es-MX" sz="4400" b="1" dirty="0">
              <a:solidFill>
                <a:srgbClr val="61288B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41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adroTexto 28">
            <a:extLst>
              <a:ext uri="{FF2B5EF4-FFF2-40B4-BE49-F238E27FC236}">
                <a16:creationId xmlns:a16="http://schemas.microsoft.com/office/drawing/2014/main" id="{A5E86A6C-023D-999A-0306-88407BBA5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47" name="25 CuadroTexto">
            <a:extLst>
              <a:ext uri="{FF2B5EF4-FFF2-40B4-BE49-F238E27FC236}">
                <a16:creationId xmlns:a16="http://schemas.microsoft.com/office/drawing/2014/main" id="{DB604526-19BC-B8F1-C7FD-8B4C6DB84A12}"/>
              </a:ext>
            </a:extLst>
          </p:cNvPr>
          <p:cNvSpPr txBox="1"/>
          <p:nvPr/>
        </p:nvSpPr>
        <p:spPr>
          <a:xfrm>
            <a:off x="10488771" y="7613313"/>
            <a:ext cx="2983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E2125B3-4B0F-3479-37BE-AE9F9EADE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a_DIF_OP">
            <a:extLst>
              <a:ext uri="{FF2B5EF4-FFF2-40B4-BE49-F238E27FC236}">
                <a16:creationId xmlns:a16="http://schemas.microsoft.com/office/drawing/2014/main" id="{FD6FBA12-F800-3333-870A-C512E47FC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97433"/>
              </p:ext>
            </p:extLst>
          </p:nvPr>
        </p:nvGraphicFramePr>
        <p:xfrm>
          <a:off x="11599556" y="1534070"/>
          <a:ext cx="2723566" cy="5955794"/>
        </p:xfrm>
        <a:graphic>
          <a:graphicData uri="http://schemas.openxmlformats.org/drawingml/2006/table">
            <a:tbl>
              <a:tblPr/>
              <a:tblGrid>
                <a:gridCol w="898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358">
                  <a:extLst>
                    <a:ext uri="{9D8B030D-6E8A-4147-A177-3AD203B41FA5}">
                      <a16:colId xmlns:a16="http://schemas.microsoft.com/office/drawing/2014/main" val="2312110783"/>
                    </a:ext>
                  </a:extLst>
                </a:gridCol>
                <a:gridCol w="608358">
                  <a:extLst>
                    <a:ext uri="{9D8B030D-6E8A-4147-A177-3AD203B41FA5}">
                      <a16:colId xmlns:a16="http://schemas.microsoft.com/office/drawing/2014/main" val="2359770243"/>
                    </a:ext>
                  </a:extLst>
                </a:gridCol>
              </a:tblGrid>
              <a:tr h="37566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66167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54638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483696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528100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7BEC1126-ED53-E4B8-3DB3-2C68F2244D71}"/>
              </a:ext>
            </a:extLst>
          </p:cNvPr>
          <p:cNvGrpSpPr/>
          <p:nvPr/>
        </p:nvGrpSpPr>
        <p:grpSpPr>
          <a:xfrm>
            <a:off x="543878" y="17670"/>
            <a:ext cx="8728977" cy="1169463"/>
            <a:chOff x="543878" y="17670"/>
            <a:chExt cx="8728977" cy="1169463"/>
          </a:xfrm>
        </p:grpSpPr>
        <p:pic>
          <p:nvPicPr>
            <p:cNvPr id="25" name="Imagen 28">
              <a:extLst>
                <a:ext uri="{FF2B5EF4-FFF2-40B4-BE49-F238E27FC236}">
                  <a16:creationId xmlns:a16="http://schemas.microsoft.com/office/drawing/2014/main" id="{FC439C20-00DF-6CA6-BE56-ADECF55D46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42"/>
            <a:stretch>
              <a:fillRect/>
            </a:stretch>
          </p:blipFill>
          <p:spPr bwMode="auto">
            <a:xfrm>
              <a:off x="7649251" y="17670"/>
              <a:ext cx="1623604" cy="1169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Imagen 28">
              <a:extLst>
                <a:ext uri="{FF2B5EF4-FFF2-40B4-BE49-F238E27FC236}">
                  <a16:creationId xmlns:a16="http://schemas.microsoft.com/office/drawing/2014/main" id="{D74534D3-282D-859E-2DB9-842CEE889E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Título 2">
              <a:extLst>
                <a:ext uri="{FF2B5EF4-FFF2-40B4-BE49-F238E27FC236}">
                  <a16:creationId xmlns:a16="http://schemas.microsoft.com/office/drawing/2014/main" id="{D31EFFC9-FDE6-5E8C-6CA4-B146D89495C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6829419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Oficina de la presidencia 1Q 2026</a:t>
              </a:r>
              <a:endParaRPr lang="es-ES" altLang="es-MX" sz="2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24" name="Imagen 3">
              <a:extLst>
                <a:ext uri="{FF2B5EF4-FFF2-40B4-BE49-F238E27FC236}">
                  <a16:creationId xmlns:a16="http://schemas.microsoft.com/office/drawing/2014/main" id="{29E92D70-740B-C42F-FBA7-99DAEBD625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89 CuadroTexto">
            <a:extLst>
              <a:ext uri="{FF2B5EF4-FFF2-40B4-BE49-F238E27FC236}">
                <a16:creationId xmlns:a16="http://schemas.microsoft.com/office/drawing/2014/main" id="{360836C2-E20A-12A8-6739-0D1665E13173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IPN Oficina de la presidencia </a:t>
            </a:r>
          </a:p>
        </p:txBody>
      </p:sp>
      <p:graphicFrame>
        <p:nvGraphicFramePr>
          <p:cNvPr id="28" name="Tabla_IPN_OP">
            <a:extLst>
              <a:ext uri="{FF2B5EF4-FFF2-40B4-BE49-F238E27FC236}">
                <a16:creationId xmlns:a16="http://schemas.microsoft.com/office/drawing/2014/main" id="{69CDAB55-C60B-AED2-4177-EB35519F1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43345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73.3%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Tabla_ANTERIO_OP">
            <a:extLst>
              <a:ext uri="{FF2B5EF4-FFF2-40B4-BE49-F238E27FC236}">
                <a16:creationId xmlns:a16="http://schemas.microsoft.com/office/drawing/2014/main" id="{83916DB0-3EB2-B1EA-25B5-9801135FD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364170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0" name="Agrupar 49">
            <a:extLst>
              <a:ext uri="{FF2B5EF4-FFF2-40B4-BE49-F238E27FC236}">
                <a16:creationId xmlns:a16="http://schemas.microsoft.com/office/drawing/2014/main" id="{92DD0BC9-8FC1-8FA6-30C8-A8F3942A7486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20674C59-8B07-5B9B-9EC5-2E4735DE1EB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28C00ADA-4EE9-C0E2-7448-629CC55E5FAF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FD8D0913-D715-9DF0-1A99-3EB2365E4285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9604B448-CB02-6EA6-9063-CAA2E1C846D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852350DA-B5E2-A338-A970-885A055ECD4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A1E8632C-B4F9-15CF-5E9B-D249604E604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363D777A-BB40-4725-A62E-CCFBD4BD973E}"/>
              </a:ext>
            </a:extLst>
          </p:cNvPr>
          <p:cNvCxnSpPr>
            <a:cxnSpLocks/>
            <a:stCxn id="28" idx="3"/>
            <a:endCxn id="4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0D1A039B-3FB5-B5BE-4242-290365B13D97}"/>
              </a:ext>
            </a:extLst>
          </p:cNvPr>
          <p:cNvCxnSpPr>
            <a:cxnSpLocks/>
            <a:stCxn id="28" idx="1"/>
            <a:endCxn id="4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516D8F2C-5276-CA05-BD2A-69BEC1CC15A5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0" name="Tabla_DET_OP">
            <a:extLst>
              <a:ext uri="{FF2B5EF4-FFF2-40B4-BE49-F238E27FC236}">
                <a16:creationId xmlns:a16="http://schemas.microsoft.com/office/drawing/2014/main" id="{15F00A38-493B-290F-E6AF-BA566A1B4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010714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OP">
            <a:extLst>
              <a:ext uri="{FF2B5EF4-FFF2-40B4-BE49-F238E27FC236}">
                <a16:creationId xmlns:a16="http://schemas.microsoft.com/office/drawing/2014/main" id="{96BF201E-DF41-1223-163C-A22BFB627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364879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OP">
            <a:extLst>
              <a:ext uri="{FF2B5EF4-FFF2-40B4-BE49-F238E27FC236}">
                <a16:creationId xmlns:a16="http://schemas.microsoft.com/office/drawing/2014/main" id="{21259036-EFBC-FC87-2CBD-B69E3CCB9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286607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OP">
            <a:extLst>
              <a:ext uri="{FF2B5EF4-FFF2-40B4-BE49-F238E27FC236}">
                <a16:creationId xmlns:a16="http://schemas.microsoft.com/office/drawing/2014/main" id="{A4828F86-2C2C-8FB5-B696-280E40D43E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969232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Grafico_bar_OP">
            <a:extLst>
              <a:ext uri="{FF2B5EF4-FFF2-40B4-BE49-F238E27FC236}">
                <a16:creationId xmlns:a16="http://schemas.microsoft.com/office/drawing/2014/main" id="{79BA2808-0DC5-D0A7-F34B-6B8D5076D9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1899295"/>
              </p:ext>
            </p:extLst>
          </p:nvPr>
        </p:nvGraphicFramePr>
        <p:xfrm>
          <a:off x="5034929" y="1910993"/>
          <a:ext cx="6480673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B61E92C3-50B0-CF0C-CABB-860F01D96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2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9ED62808-2433-E30E-FC30-6999DF40B07E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4" name="Imagen 29">
              <a:extLst>
                <a:ext uri="{FF2B5EF4-FFF2-40B4-BE49-F238E27FC236}">
                  <a16:creationId xmlns:a16="http://schemas.microsoft.com/office/drawing/2014/main" id="{30EDD44F-B37A-E377-9445-F1F71B955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ítulo 2">
              <a:extLst>
                <a:ext uri="{FF2B5EF4-FFF2-40B4-BE49-F238E27FC236}">
                  <a16:creationId xmlns:a16="http://schemas.microsoft.com/office/drawing/2014/main" id="{D55122D3-A733-7D94-84F8-7FFC2F9FA87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485444"/>
              <a:ext cx="5503863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Oficina de la presidencia</a:t>
              </a:r>
              <a:endParaRPr lang="es-MX" altLang="es-MX" sz="27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6" name="Imagen 3">
              <a:extLst>
                <a:ext uri="{FF2B5EF4-FFF2-40B4-BE49-F238E27FC236}">
                  <a16:creationId xmlns:a16="http://schemas.microsoft.com/office/drawing/2014/main" id="{BC4D0BD6-3704-E22D-C28A-D9D3DADD7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D7539BD-7364-0ABA-C637-8ABD593050E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8" name="Cinta curvada hacia arriba 3">
              <a:extLst>
                <a:ext uri="{FF2B5EF4-FFF2-40B4-BE49-F238E27FC236}">
                  <a16:creationId xmlns:a16="http://schemas.microsoft.com/office/drawing/2014/main" id="{8C211855-1803-7337-C6BB-A4211A058C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9" name="CuadroTexto 5">
              <a:extLst>
                <a:ext uri="{FF2B5EF4-FFF2-40B4-BE49-F238E27FC236}">
                  <a16:creationId xmlns:a16="http://schemas.microsoft.com/office/drawing/2014/main" id="{D533BE2F-5FC6-7B3C-F7EF-FC3977D66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20" name="Imagen 46">
            <a:extLst>
              <a:ext uri="{FF2B5EF4-FFF2-40B4-BE49-F238E27FC236}">
                <a16:creationId xmlns:a16="http://schemas.microsoft.com/office/drawing/2014/main" id="{5B41C780-581A-C44A-BD02-BBE22783F3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94D6163D-B58A-CF04-C783-0B630D710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07268D3-CED3-2632-BC0E-CA1ED39988B3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0FD1B5B-C681-FF5A-274D-F48DF223CA0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334A8A84-FE76-FD91-F101-D624A9AC48DB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ABB192E-FD5D-A192-9FEB-440423D4736C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A4B38F1-BF78-4793-B000-3FC6602337CF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18AAA10-1E0F-7BD8-C314-D50506F57ABF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1C9465D-9BF5-662F-8CD6-D17C2A1E6166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297F3F4-308A-7AB7-2E58-AA43BC4E2DB0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6F91335-6C9C-DEBC-601B-8FF13316BD95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aphicFrame>
        <p:nvGraphicFramePr>
          <p:cNvPr id="34" name="Tabla_PRO_MENS_OP">
            <a:extLst>
              <a:ext uri="{FF2B5EF4-FFF2-40B4-BE49-F238E27FC236}">
                <a16:creationId xmlns:a16="http://schemas.microsoft.com/office/drawing/2014/main" id="{113DC9D7-DA73-04A9-3099-1A154F17B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512122"/>
              </p:ext>
            </p:extLst>
          </p:nvPr>
        </p:nvGraphicFramePr>
        <p:xfrm>
          <a:off x="1640898" y="2627029"/>
          <a:ext cx="11118417" cy="4281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ebcb2c65-4a83-42d0-bc43-dc04e35373fd</TitusGUID>
  <TitusMetadata xmlns="">eyJucyI6Imh0dHA6XC9cL3d3dy50aXR1cy5jb21cL25zXC9FbGVrdHJhIiwicHJvcHMiOlt7Im4iOiJDbGFzaWZpY2FjaW9uIiwidmFscyI6W3sidmFsdWUiOiJTSU5DLUxBU0kifV19XX0=</TitusMetadata>
</titus>
</file>

<file path=customXml/itemProps1.xml><?xml version="1.0" encoding="utf-8"?>
<ds:datastoreItem xmlns:ds="http://schemas.openxmlformats.org/officeDocument/2006/customXml" ds:itemID="{2B4D13C5-6E50-4BD3-8D9C-94CD6F76978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19406</TotalTime>
  <Words>348</Words>
  <Application>Microsoft Office PowerPoint</Application>
  <PresentationFormat>Personalizado</PresentationFormat>
  <Paragraphs>131</Paragraphs>
  <Slides>7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7</vt:i4>
      </vt:variant>
    </vt:vector>
  </HeadingPairs>
  <TitlesOfParts>
    <vt:vector size="21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354</cp:revision>
  <dcterms:created xsi:type="dcterms:W3CDTF">2020-12-21T23:47:59Z</dcterms:created>
  <dcterms:modified xsi:type="dcterms:W3CDTF">2026-10-05T22:09:23Z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  <property fmtid="{D5CDD505-2E9C-101B-9397-08002B2CF9AE}" pid="9" name="TitusGUID">
    <vt:lpwstr>ebcb2c65-4a83-42d0-bc43-dc04e35373fd</vt:lpwstr>
  </property>
  <property fmtid="{D5CDD505-2E9C-101B-9397-08002B2CF9AE}" pid="10" name="dlp-metadata">
    <vt:lpwstr>SINC-LASI</vt:lpwstr>
  </property>
  <property fmtid="{D5CDD505-2E9C-101B-9397-08002B2CF9AE}" pid="11" name="Clasificacion">
    <vt:lpwstr>SINC-LASI</vt:lpwstr>
  </property>
</Properties>
</file>