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4.xml" ContentType="application/vnd.openxmlformats-officedocument.drawingml.chart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2"/>
    <p:sldMasterId id="2147483675" r:id="rId3"/>
    <p:sldMasterId id="2147483687" r:id="rId4"/>
    <p:sldMasterId id="2147483701" r:id="rId5"/>
    <p:sldMasterId id="2147483717" r:id="rId6"/>
  </p:sldMasterIdLst>
  <p:notesMasterIdLst>
    <p:notesMasterId r:id="rId14"/>
  </p:notesMasterIdLst>
  <p:sldIdLst>
    <p:sldId id="851" r:id="rId7"/>
    <p:sldId id="848" r:id="rId8"/>
    <p:sldId id="745" r:id="rId9"/>
    <p:sldId id="865" r:id="rId10"/>
    <p:sldId id="397" r:id="rId11"/>
    <p:sldId id="764" r:id="rId12"/>
    <p:sldId id="837" r:id="rId13"/>
  </p:sldIdLst>
  <p:sldSz cx="14400213" cy="8135938"/>
  <p:notesSz cx="6858000" cy="9144000"/>
  <p:defaultTextStyle>
    <a:defPPr>
      <a:defRPr lang="es-ES_tradnl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540868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08173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2260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1634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704338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3245206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786073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4326941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4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546" autoAdjust="0"/>
    <p:restoredTop sz="95141" autoAdjust="0"/>
  </p:normalViewPr>
  <p:slideViewPr>
    <p:cSldViewPr snapToGrid="0" snapToObjects="1">
      <p:cViewPr varScale="1">
        <p:scale>
          <a:sx n="58" d="100"/>
          <a:sy n="58" d="100"/>
        </p:scale>
        <p:origin x="56" y="168"/>
      </p:cViewPr>
      <p:guideLst>
        <p:guide orient="horz" pos="2563"/>
        <p:guide pos="45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2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5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4.xml"/><Relationship Id="rId15" Type="http://schemas.openxmlformats.org/officeDocument/2006/relationships/presProps" Target="presProps.xml"/><Relationship Id="rId10" Type="http://schemas.openxmlformats.org/officeDocument/2006/relationships/slide" Target="slides/slide4.xml"/><Relationship Id="rId4" Type="http://schemas.openxmlformats.org/officeDocument/2006/relationships/slideMaster" Target="slideMasters/slideMaster3.xml"/><Relationship Id="rId9" Type="http://schemas.openxmlformats.org/officeDocument/2006/relationships/slide" Target="slides/slide3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863-4375-B9A5-751A4DC8AE72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863-4375-B9A5-751A4DC8AE72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863-4375-B9A5-751A4DC8AE72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863-4375-B9A5-751A4DC8AE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D79C-4B8D-B52A-49ADF87C7D60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79C-4B8D-B52A-49ADF87C7D60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79C-4B8D-B52A-49ADF87C7D60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D79C-4B8D-B52A-49ADF87C7D60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79C-4B8D-B52A-49ADF87C7D60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D79C-4B8D-B52A-49ADF87C7D60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D79C-4B8D-B52A-49ADF87C7D60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D79C-4B8D-B52A-49ADF87C7D60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79C-4B8D-B52A-49ADF87C7D60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D79C-4B8D-B52A-49ADF87C7D60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D79C-4B8D-B52A-49ADF87C7D60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D79C-4B8D-B52A-49ADF87C7D60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79C-4B8D-B52A-49ADF87C7D6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D79C-4B8D-B52A-49ADF87C7D60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D79C-4B8D-B52A-49ADF87C7D60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Hoja1!$B$2:$B$11</c:f>
              <c:numCache>
                <c:formatCode>0.0%</c:formatCode>
                <c:ptCount val="10"/>
                <c:pt idx="0">
                  <c:v>6.3E-2</c:v>
                </c:pt>
                <c:pt idx="1">
                  <c:v>6.3E-2</c:v>
                </c:pt>
                <c:pt idx="2">
                  <c:v>4.8000000000000001E-2</c:v>
                </c:pt>
                <c:pt idx="3">
                  <c:v>8.5999999999999993E-2</c:v>
                </c:pt>
                <c:pt idx="4">
                  <c:v>7.0000000000000007E-2</c:v>
                </c:pt>
                <c:pt idx="5">
                  <c:v>3.3000000000000002E-2</c:v>
                </c:pt>
                <c:pt idx="6">
                  <c:v>9.8000000000000004E-2</c:v>
                </c:pt>
                <c:pt idx="7">
                  <c:v>5.8999999999999997E-2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79C-4B8D-B52A-49ADF87C7D60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D79C-4B8D-B52A-49ADF87C7D60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D79C-4B8D-B52A-49ADF87C7D60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D79C-4B8D-B52A-49ADF87C7D60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D79C-4B8D-B52A-49ADF87C7D60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D79C-4B8D-B52A-49ADF87C7D60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D79C-4B8D-B52A-49ADF87C7D60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D79C-4B8D-B52A-49ADF87C7D60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D79C-4B8D-B52A-49ADF87C7D60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D79C-4B8D-B52A-49ADF87C7D60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D79C-4B8D-B52A-49ADF87C7D60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D79C-4B8D-B52A-49ADF87C7D60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D79C-4B8D-B52A-49ADF87C7D60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D79C-4B8D-B52A-49ADF87C7D60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D79C-4B8D-B52A-49ADF87C7D60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Hoja1!$C$2:$C$11</c:f>
              <c:numCache>
                <c:formatCode>0.0%</c:formatCode>
                <c:ptCount val="10"/>
                <c:pt idx="0">
                  <c:v>0.17199999999999999</c:v>
                </c:pt>
                <c:pt idx="1">
                  <c:v>0.159</c:v>
                </c:pt>
                <c:pt idx="2">
                  <c:v>0.215</c:v>
                </c:pt>
                <c:pt idx="3">
                  <c:v>0.23400000000000001</c:v>
                </c:pt>
                <c:pt idx="4">
                  <c:v>0.21199999999999999</c:v>
                </c:pt>
                <c:pt idx="5">
                  <c:v>0.17199999999999999</c:v>
                </c:pt>
                <c:pt idx="6">
                  <c:v>0.29899999999999999</c:v>
                </c:pt>
                <c:pt idx="7">
                  <c:v>0.21099999999999999</c:v>
                </c:pt>
                <c:pt idx="8">
                  <c:v>0.26700000000000002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D79C-4B8D-B52A-49ADF87C7D60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D79C-4B8D-B52A-49ADF87C7D60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D79C-4B8D-B52A-49ADF87C7D60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D79C-4B8D-B52A-49ADF87C7D60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D79C-4B8D-B52A-49ADF87C7D60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D79C-4B8D-B52A-49ADF87C7D60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D79C-4B8D-B52A-49ADF87C7D60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D79C-4B8D-B52A-49ADF87C7D60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D79C-4B8D-B52A-49ADF87C7D6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D79C-4B8D-B52A-49ADF87C7D60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D79C-4B8D-B52A-49ADF87C7D60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D79C-4B8D-B52A-49ADF87C7D60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D79C-4B8D-B52A-49ADF87C7D60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Hoja1!$D$2:$D$11</c:f>
              <c:numCache>
                <c:formatCode>0.0%</c:formatCode>
                <c:ptCount val="10"/>
                <c:pt idx="0">
                  <c:v>0.76500000000000001</c:v>
                </c:pt>
                <c:pt idx="1">
                  <c:v>0.77800000000000002</c:v>
                </c:pt>
                <c:pt idx="2">
                  <c:v>0.73599999999999999</c:v>
                </c:pt>
                <c:pt idx="3">
                  <c:v>0.68</c:v>
                </c:pt>
                <c:pt idx="4">
                  <c:v>0.71799999999999997</c:v>
                </c:pt>
                <c:pt idx="5">
                  <c:v>0.79600000000000004</c:v>
                </c:pt>
                <c:pt idx="6">
                  <c:v>0.60199999999999998</c:v>
                </c:pt>
                <c:pt idx="7">
                  <c:v>0.73</c:v>
                </c:pt>
                <c:pt idx="8">
                  <c:v>0.73299999999999998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D79C-4B8D-B52A-49ADF87C7D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E7B-43D5-9BDD-8D33B1E454E9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E7B-43D5-9BDD-8D33B1E454E9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E7B-43D5-9BDD-8D33B1E454E9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0.73299999999999998</c:v>
                </c:pt>
                <c:pt idx="1">
                  <c:v>0.26700000000000002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E7B-43D5-9BDD-8D33B1E454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8D16-4B00-B846-3C4452593BF3}"/>
              </c:ext>
            </c:extLst>
          </c:dPt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D16-4B00-B846-3C4452593BF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8D16-4B00-B846-3C4452593BF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D16-4B00-B846-3C4452593BF3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Hoja1!$A$2:$A$9</c:f>
              <c:strCache>
                <c:ptCount val="8"/>
                <c:pt idx="0">
                  <c:v>Oficina de la presidencia </c:v>
                </c:pt>
                <c:pt idx="1">
                  <c:v>Administración
Bernardo Pérez Suárez</c:v>
                </c:pt>
                <c:pt idx="2">
                  <c:v>Operación Oficina
Julio Antonio Saldana Torres</c:v>
                </c:pt>
                <c:pt idx="3">
                  <c:v>Servicios De Biblioteca Rbs
José Miguel Gutiérrez Martínez</c:v>
                </c:pt>
                <c:pt idx="4">
                  <c:v>Taxi Aereo
Alan Giovanni Zavala Acosta</c:v>
                </c:pt>
                <c:pt idx="5">
                  <c:v>Proyecto CGH
Bernardo Pérez Suárez</c:v>
                </c:pt>
                <c:pt idx="6">
                  <c:v>Recepción
Eduardo Alberto Quero Ortiz</c:v>
                </c:pt>
                <c:pt idx="7">
                  <c:v>Sin Etiqueta</c:v>
                </c:pt>
              </c:strCache>
            </c:strRef>
          </c:cat>
          <c:val>
            <c:numRef>
              <c:f>Hoja1!$B$2:$B$9</c:f>
              <c:numCache>
                <c:formatCode>General</c:formatCode>
                <c:ptCount val="8"/>
              </c:numCache>
            </c:numRef>
          </c:val>
          <c:extLst>
            <c:ext xmlns:c16="http://schemas.microsoft.com/office/drawing/2014/chart" uri="{C3380CC4-5D6E-409C-BE32-E72D297353CC}">
              <c16:uniqueId val="{00000004-8D16-4B00-B846-3C4452593BF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D16-4B00-B846-3C4452593BF3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Hoja1!$A$2:$A$9</c:f>
              <c:strCache>
                <c:ptCount val="8"/>
                <c:pt idx="0">
                  <c:v>Oficina de la presidencia </c:v>
                </c:pt>
                <c:pt idx="1">
                  <c:v>Administración
Bernardo Pérez Suárez</c:v>
                </c:pt>
                <c:pt idx="2">
                  <c:v>Operación Oficina
Julio Antonio Saldana Torres</c:v>
                </c:pt>
                <c:pt idx="3">
                  <c:v>Servicios De Biblioteca Rbs
José Miguel Gutiérrez Martínez</c:v>
                </c:pt>
                <c:pt idx="4">
                  <c:v>Taxi Aereo
Alan Giovanni Zavala Acosta</c:v>
                </c:pt>
                <c:pt idx="5">
                  <c:v>Proyecto CGH
Bernardo Pérez Suárez</c:v>
                </c:pt>
                <c:pt idx="6">
                  <c:v>Recepción
Eduardo Alberto Quero Ortiz</c:v>
                </c:pt>
                <c:pt idx="7">
                  <c:v>Sin Etiqueta</c:v>
                </c:pt>
              </c:strCache>
            </c:strRef>
          </c:cat>
          <c:val>
            <c:numRef>
              <c:f>Hoja1!$C$2:$C$9</c:f>
              <c:numCache>
                <c:formatCode>General</c:formatCode>
                <c:ptCount val="8"/>
              </c:numCache>
            </c:numRef>
          </c:val>
          <c:extLst>
            <c:ext xmlns:c16="http://schemas.microsoft.com/office/drawing/2014/chart" uri="{C3380CC4-5D6E-409C-BE32-E72D297353CC}">
              <c16:uniqueId val="{00000006-8D16-4B00-B846-3C4452593BF3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8D16-4B00-B846-3C4452593BF3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9-8D16-4B00-B846-3C4452593BF3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B-8D16-4B00-B846-3C4452593BF3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D-8D16-4B00-B846-3C4452593BF3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F-8D16-4B00-B846-3C4452593BF3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11-8D16-4B00-B846-3C4452593BF3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D16-4B00-B846-3C4452593BF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D16-4B00-B846-3C4452593BF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D16-4B00-B846-3C4452593BF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D16-4B00-B846-3C4452593BF3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D16-4B00-B846-3C4452593BF3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D16-4B00-B846-3C4452593BF3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Hoja1!$A$2:$A$9</c:f>
              <c:strCache>
                <c:ptCount val="8"/>
                <c:pt idx="0">
                  <c:v>Oficina de la presidencia </c:v>
                </c:pt>
                <c:pt idx="1">
                  <c:v>Administración
Bernardo Pérez Suárez</c:v>
                </c:pt>
                <c:pt idx="2">
                  <c:v>Operación Oficina
Julio Antonio Saldana Torres</c:v>
                </c:pt>
                <c:pt idx="3">
                  <c:v>Servicios De Biblioteca Rbs
José Miguel Gutiérrez Martínez</c:v>
                </c:pt>
                <c:pt idx="4">
                  <c:v>Taxi Aereo
Alan Giovanni Zavala Acosta</c:v>
                </c:pt>
                <c:pt idx="5">
                  <c:v>Proyecto CGH
Bernardo Pérez Suárez</c:v>
                </c:pt>
                <c:pt idx="6">
                  <c:v>Recepción
Eduardo Alberto Quero Ortiz</c:v>
                </c:pt>
                <c:pt idx="7">
                  <c:v>Sin Etiqueta</c:v>
                </c:pt>
              </c:strCache>
            </c:strRef>
          </c:cat>
          <c:val>
            <c:numRef>
              <c:f>Hoja1!$D$2:$D$9</c:f>
              <c:numCache>
                <c:formatCode>0.0%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8D16-4B00-B846-3C4452593B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0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ED92639-57F6-73D9-C248-0030C79366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8565621-4175-36A6-A030-2621E336B44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4A67937-8ABE-4F56-A1B9-5EA24101ADEF}" type="datetimeFigureOut">
              <a:rPr lang="es-ES_tradnl"/>
              <a:pPr>
                <a:defRPr/>
              </a:pPr>
              <a:t>21/07/2026</a:t>
            </a:fld>
            <a:endParaRPr lang="es-ES_tradnl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FF6245DC-168D-E1E4-AA3F-107FBD974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98500" y="1143000"/>
            <a:ext cx="54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_tradnl" noProof="0"/>
          </a:p>
        </p:txBody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B324F848-89FF-A24C-9D5F-752880348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ES_tradnl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4A02FE-F746-9B43-6C6E-6CF0DCA553E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186163-C9F9-9CF5-1257-10EC05CBC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94011296-2D5F-4DDA-BDC4-271B5B9CAFCE}" type="slidenum">
              <a:rPr lang="es-ES_tradnl" altLang="es-MX"/>
              <a:pPr>
                <a:defRPr/>
              </a:pPr>
              <a:t>‹Nº›</a:t>
            </a:fld>
            <a:endParaRPr lang="es-ES_tradnl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1pPr>
    <a:lvl2pPr marL="540868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2pPr>
    <a:lvl3pPr marL="1081735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3pPr>
    <a:lvl4pPr marL="1622603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4pPr>
    <a:lvl5pPr marL="2163470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5pPr>
    <a:lvl6pPr marL="2704338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6pPr>
    <a:lvl7pPr marL="3245206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7pPr>
    <a:lvl8pPr marL="3786073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8pPr>
    <a:lvl9pPr marL="4326941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1 Marcador de imagen de diapositiva">
            <a:extLst>
              <a:ext uri="{FF2B5EF4-FFF2-40B4-BE49-F238E27FC236}">
                <a16:creationId xmlns:a16="http://schemas.microsoft.com/office/drawing/2014/main" id="{14E9AAE1-E813-B2E9-43B7-C16B549D14A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5" name="2 Marcador de notas">
            <a:extLst>
              <a:ext uri="{FF2B5EF4-FFF2-40B4-BE49-F238E27FC236}">
                <a16:creationId xmlns:a16="http://schemas.microsoft.com/office/drawing/2014/main" id="{A5A98115-1742-3EF2-06CD-5759ADF4811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74756" name="3 Marcador de número de diapositiva">
            <a:extLst>
              <a:ext uri="{FF2B5EF4-FFF2-40B4-BE49-F238E27FC236}">
                <a16:creationId xmlns:a16="http://schemas.microsoft.com/office/drawing/2014/main" id="{9DFFB4E0-ADB0-FE7C-9663-3B4E72B7C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AFC4A6D-3BC8-430D-B46D-070CEDEECFF6}" type="slidenum">
              <a:rPr lang="es-MX" altLang="es-MX" smtClean="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</a:t>
            </a:fld>
            <a:endParaRPr lang="es-MX" altLang="es-MX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Marcador de imagen de diapositiva 1">
            <a:extLst>
              <a:ext uri="{FF2B5EF4-FFF2-40B4-BE49-F238E27FC236}">
                <a16:creationId xmlns:a16="http://schemas.microsoft.com/office/drawing/2014/main" id="{DABB91D3-17B4-1D63-C455-2F9EA08681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4515" name="Marcador de notas 2">
            <a:extLst>
              <a:ext uri="{FF2B5EF4-FFF2-40B4-BE49-F238E27FC236}">
                <a16:creationId xmlns:a16="http://schemas.microsoft.com/office/drawing/2014/main" id="{6552FDDE-3047-C2DB-97A7-51B55F81F18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64516" name="Marcador de número de diapositiva 3">
            <a:extLst>
              <a:ext uri="{FF2B5EF4-FFF2-40B4-BE49-F238E27FC236}">
                <a16:creationId xmlns:a16="http://schemas.microsoft.com/office/drawing/2014/main" id="{62D3AE92-560F-144E-4629-3471E02219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6E1D09B7-D066-4F86-9F40-2F8F73D373EE}" type="slidenum">
              <a:rPr lang="es-ES_tradnl" altLang="es-MX" smtClean="0">
                <a:latin typeface="Calibri" panose="020F0502020204030204" pitchFamily="34" charset="0"/>
              </a:rPr>
              <a:pPr/>
              <a:t>2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050A-A434-1570-E777-662852D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59731E-34BF-4431-38BE-4873A7CC2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0" y="1143000"/>
            <a:ext cx="54610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6E7355-320E-103D-030D-796F778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7389AC-417A-B6E0-4984-D8C35C0C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4011296-2D5F-4DDA-BDC4-271B5B9CAFCE}" type="slidenum">
              <a:rPr lang="es-ES_tradnl" altLang="es-MX" smtClean="0"/>
              <a:pPr>
                <a:defRPr/>
              </a:pPr>
              <a:t>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32176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75735382-31C2-9DD2-F9A8-8E4B5BEFBC4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FCF49B21-3CAA-532F-8119-2B44EFBBD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03EE8848-1FB9-1E72-60AD-27F7D4E5C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6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Marcador de imagen de diapositiva 1">
            <a:extLst>
              <a:ext uri="{FF2B5EF4-FFF2-40B4-BE49-F238E27FC236}">
                <a16:creationId xmlns:a16="http://schemas.microsoft.com/office/drawing/2014/main" id="{4C67C516-BF19-1CDE-3C52-A1EFF57DDF2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2947" name="Marcador de notas 2">
            <a:extLst>
              <a:ext uri="{FF2B5EF4-FFF2-40B4-BE49-F238E27FC236}">
                <a16:creationId xmlns:a16="http://schemas.microsoft.com/office/drawing/2014/main" id="{A6980C67-489C-D744-3EC5-0452D67D1EB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2948" name="Marcador de número de diapositiva 3">
            <a:extLst>
              <a:ext uri="{FF2B5EF4-FFF2-40B4-BE49-F238E27FC236}">
                <a16:creationId xmlns:a16="http://schemas.microsoft.com/office/drawing/2014/main" id="{AE73F7E7-2D1F-ACD6-4F6B-BA40516236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47CF1FB-115A-4FB7-AC9A-D4CDF9A69D53}" type="slidenum">
              <a:rPr lang="es-ES_tradnl" altLang="es-MX" smtClean="0"/>
              <a:pPr>
                <a:spcBef>
                  <a:spcPct val="0"/>
                </a:spcBef>
              </a:pPr>
              <a:t>7</a:t>
            </a:fld>
            <a:endParaRPr lang="es-ES_tradnl" altLang="es-MX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emf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76EBD-3E49-5A33-2D23-4426FCABD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C727588-25A1-412C-BECC-78565DE51C7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6412D7-9180-FEDD-0A13-CD4323CF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AF0BFC-4683-5ECB-07A7-645D91A07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E1464B-A312-41BF-BDD9-8AE9074DBB3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3648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95890F3-EAA1-FF55-DC97-AC35988F7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83066C7-BD15-45D5-A850-666416FE406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A3E489-BFFD-5258-D67D-278AA1DC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D3E9F8-707B-0DC6-E264-A378870FC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CD69B5-1ADF-492A-90B3-AEC08305396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09729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90631C2-2944-6749-F5E6-7B40FDD16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B8D11E-1C34-4D73-9C62-D8EC61578E2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CBB4EF-0146-49CF-D19A-F4675FE51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8F0E8F-81FA-72DB-967B-6678AF6DC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E119A3-23F7-4596-8481-AD20BE60212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26043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AD2A35D-6014-D059-C815-07DB8909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E3B6CE0-A2FE-45E4-BDCE-5196E174017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E3AFEE-DC66-DF48-D5FC-18345C21D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A108DD-5341-EFCC-13D0-FACC97D22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36B07C-5242-45A3-9A22-1483D1EC418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0544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EB7595F-A32B-0583-8846-AC24331B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475C196-413F-45F4-8B27-2E0AE3AD8EA1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E750966-F7AB-F522-094C-EEE53F955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5013B05-6FC9-8A4D-FB92-DB57797A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570E02-6668-4211-AA9E-4F74EC7A40B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375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0E65A7F-20E5-5426-3F26-0D487AA7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C651E9A-829B-48FC-B3E1-071EA852294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FEF8476-07D9-31CB-52BC-6E725D99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4BC61DF-5FB9-A77E-B6E5-77BAD9952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E6A42F-E033-45BF-AAEB-1DF7B068F5F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665526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4177610-F68F-D6B1-632C-F001253BAA1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C599BC74-1C9B-55D9-9FF8-1C9EF53DE6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32B05C0-5CD3-5B4A-2708-5FD306CCCE1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714920" y="7712553"/>
            <a:ext cx="2488416" cy="360000"/>
          </a:xfrm>
          <a:prstGeom prst="rect">
            <a:avLst/>
          </a:prstGeom>
        </p:spPr>
      </p:pic>
      <p:pic>
        <p:nvPicPr>
          <p:cNvPr id="10" name="Imagen 4">
            <a:extLst>
              <a:ext uri="{FF2B5EF4-FFF2-40B4-BE49-F238E27FC236}">
                <a16:creationId xmlns:a16="http://schemas.microsoft.com/office/drawing/2014/main" id="{DB9B2830-FBB7-6983-27F7-7A3331DFC59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81" y="4799489"/>
            <a:ext cx="2880562" cy="50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74617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D8EBF68E-B69F-3A57-8231-0601349FDF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7C10978-E91A-47D8-0066-22086D4CCE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751713" y="138652"/>
            <a:ext cx="1440000" cy="102150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2F4722E-3091-3B7D-AC4B-4D9135D05CE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602" y="7802325"/>
            <a:ext cx="2160000" cy="31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3852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CFC8A7-BB41-9311-258C-43B9ABE44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51DCE78-4A39-4EA4-A2B9-BF9551EBDD7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8315A2E-EE06-EEF1-9D83-A10C9E24D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C208754-323F-D7F9-432F-EA6BB4CE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47E57-E745-43ED-942B-6368D4E4BF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83368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0E02FF1-A470-1C35-ABD1-9994C85F6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B4C0E57-A3A5-4F90-8514-1B92B089733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D95C3BA-DCC9-E81A-84CC-61E84FC65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7FCFFA6-09FF-443C-F776-91B504B94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DD0F69-71AD-48AC-AA94-AA458FB1754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10368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E4D6A7-8958-4A0D-F874-2261A6A0F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8553001-E6B0-4E4E-A757-DFABC99A9B3D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EBB7D9-AD8D-44AC-EE55-D59B936CA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E34593-6AB1-D60B-92DD-2058AD43F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2F8C01-2583-4B62-98A6-E14E0AC854E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0769343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BED9445-CA48-FAA6-9D60-8A6442958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235B4E2-E398-4E00-AAC6-02A707654A30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FC771C-ED7B-D0C4-6B7C-B796BBA51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A5127D-53AB-1440-F024-92FECC60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061F96-B2CB-44F6-808A-3D7965DA30A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3356203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 descr="shutterstock_33008366.png">
            <a:extLst>
              <a:ext uri="{FF2B5EF4-FFF2-40B4-BE49-F238E27FC236}">
                <a16:creationId xmlns:a16="http://schemas.microsoft.com/office/drawing/2014/main" id="{7E90FDD9-8A28-4F7A-E6D9-7676800191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" name="Imagen 31" descr="Forma, Flecha&#10;&#10;Descripción generada automáticamente">
            <a:extLst>
              <a:ext uri="{FF2B5EF4-FFF2-40B4-BE49-F238E27FC236}">
                <a16:creationId xmlns:a16="http://schemas.microsoft.com/office/drawing/2014/main" id="{A1C227F0-D2B4-7746-458A-B792F296EDB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90161" y="3514902"/>
            <a:ext cx="3550772" cy="1981200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4855C197-6A83-8063-1066-0FFB0485021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8338"/>
            <a:ext cx="7488188" cy="7527600"/>
          </a:xfrm>
          <a:prstGeom prst="rect">
            <a:avLst/>
          </a:prstGeom>
        </p:spPr>
      </p:pic>
      <p:pic>
        <p:nvPicPr>
          <p:cNvPr id="33" name="Imagen 32">
            <a:extLst>
              <a:ext uri="{FF2B5EF4-FFF2-40B4-BE49-F238E27FC236}">
                <a16:creationId xmlns:a16="http://schemas.microsoft.com/office/drawing/2014/main" id="{7F515320-D9D1-D6FE-4D42-5EFEFD5B0AE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039199" y="7600142"/>
            <a:ext cx="3310214" cy="47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22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7421"/>
            <a:ext cx="12240181" cy="1743953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Haga clic para modificar el estilo de subtítulo del patrón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34E5BE6-53F5-0629-F913-F65C5EFA7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E7D078B9-0469-0E42-83F4-C5B068902C3D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728E719-52AF-5E80-4183-2BA7D61C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08229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9A4BAC-31A2-476D-5181-5B140F25E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73B093-F339-1C44-B7C4-DE2B31CB715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A092FB-26F1-CA67-F1C0-A0E1C446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42373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7"/>
            <a:ext cx="12240181" cy="1615889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8358"/>
            <a:ext cx="12240181" cy="1779736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534B-BBC3-FC63-4828-4B2F7CB5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215A2303-DDBE-3741-AD2F-3C1F4939E1CC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D4FCDC-E7DC-5229-485F-093F9745C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590160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91221"/>
            <a:ext cx="12960192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1D70DD-57E3-C19B-42D6-742255D8A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1F5E3FE3-5FA2-2944-94CA-14CFFEAF675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F26D3F-67EF-1A38-1DEA-435B67E1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288780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18526"/>
            <a:ext cx="9110134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editar</a:t>
            </a:r>
            <a:r>
              <a:rPr lang="en-US" dirty="0"/>
              <a:t> </a:t>
            </a:r>
            <a:r>
              <a:rPr lang="en-US" dirty="0" err="1"/>
              <a:t>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2970561"/>
            <a:ext cx="6362595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3729538"/>
            <a:ext cx="6362595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7" y="2970561"/>
            <a:ext cx="6365094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7" y="3729538"/>
            <a:ext cx="6365094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CBAC2D6-838F-6656-9886-5E14A230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F369A261-6B02-4542-8806-485DDEC19174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17E0B04-694E-CFBD-EDEB-66E58F207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301978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1529507-E7B3-91D1-4A3A-88C5B27B7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72D53C0E-826D-4746-9547-EE425C4E1065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C75B562-1491-BB43-E2AE-10A6F048C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373548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6">
            <a:extLst>
              <a:ext uri="{FF2B5EF4-FFF2-40B4-BE49-F238E27FC236}">
                <a16:creationId xmlns:a16="http://schemas.microsoft.com/office/drawing/2014/main" id="{272183D8-F64A-6745-3E02-F9F23B205CC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957FA2B-233D-C819-BC1B-FE31442890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5524" y="481229"/>
            <a:ext cx="1620000" cy="11491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A40E73E-F709-5CF2-3C9A-74BC3621A10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5937" y="7600142"/>
            <a:ext cx="3310214" cy="47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495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9" y="2071655"/>
            <a:ext cx="4737571" cy="82112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2071654"/>
            <a:ext cx="8050119" cy="5196078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9" y="3064538"/>
            <a:ext cx="4737571" cy="4203193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30A713-B585-F378-E6DB-2D90E0C2A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7F0E217-731C-0C41-8A0B-0B9413642C9C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6D06B3C-BAFE-EDD2-D4CC-DAFCDB09A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376874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5695158"/>
            <a:ext cx="8640128" cy="672347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720011" y="1826069"/>
            <a:ext cx="8640128" cy="3782458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r>
              <a:rPr lang="en-US" noProof="0"/>
              <a:t>Arrastre la imagen al marcador de posición o haga clic en el icono para agregar</a:t>
            </a:r>
            <a:endParaRPr lang="es-MX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1" y="6367505"/>
            <a:ext cx="8640128" cy="954841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21163E3-1E9E-C7E5-B39B-2FCA5535F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29676F-C210-FC43-8541-F3BC7CC6118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3097EFB-35F5-DB03-05E6-09D20B653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651064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81805"/>
            <a:ext cx="12960192" cy="1355990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E04539-30A7-72D1-E2F3-ABA509AEA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B98CC18-F67D-064E-9A24-E8BB0B57A8D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156D72-BD35-C5B0-2F2B-F31AD0636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11950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1838125"/>
            <a:ext cx="3240048" cy="5429609"/>
          </a:xfrm>
        </p:spPr>
        <p:txBody>
          <a:bodyPr vert="eaVert"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5818"/>
            <a:ext cx="9480140" cy="6941914"/>
          </a:xfrm>
        </p:spPr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60472A-986A-0F11-62F9-993C8831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CD260C81-6DBA-4D4B-A46A-D57B654F7CEE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036CD8-136D-777E-1938-E93CC8873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549585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1829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3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799958-3519-9999-CD54-6561D872F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D1FFC10-B0CD-4C28-A8C6-174856D5B906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105DA0D-0870-C95E-AD47-37821FB88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89D0CE-B453-0FE4-31E7-E51D6558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B6390D-0C75-4C70-865C-C08A3D470D7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9774872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4C36A6E-EECA-18DC-C046-60C9A10A2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9C4EA83-247C-4D63-8FC9-0936413C13A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528785A-F9FE-54F2-6FE0-EC33D073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8A7DD9-C502-3F09-5449-DF605FE46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5FBBB0-A835-412E-907C-33D472F1E08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136962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3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C057F4-9C51-42D8-B64E-D7712C776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088FA6F-5E4D-4B35-8612-351943399040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809E36-5A4B-0020-6F84-E274335F6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C6C9F9-F6ED-4563-D8EA-1ACBFB25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7519BE-1D49-4939-BD39-A2611F7E400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07279754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E29A22-1F75-458E-58EE-F31F96E87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773BDDBB-C47E-46DF-912E-C64B6E497D8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342E14-FF2C-F3B1-51A0-CBEBC189B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B8EAEAA-F8C5-0ABF-B9D2-570251DF7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AB17B8-FB41-46D4-A1B5-CEB275B5E5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50036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3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1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1" y="2581403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70859C2-3C46-2F91-EB62-07100F552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A7D1DCA-DA21-457D-B85E-B7FEF463140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35287B-8447-8E55-5714-9DCCE41F8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9DCEF7F-2432-3F5B-C26A-7749C4400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4D5F13-1A59-414E-A603-8FDCAE62B80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241154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2D53C6E-4788-D0BF-1287-98A4D2C08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D4336BA-23FB-4205-AA93-A6FD0DBC1B7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BC9B93E-BC61-E524-CE42-FC36796E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23F9246-885B-59C4-B412-23E8949BB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0DC0EF-EFE7-43A2-AF83-EF09381410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1744205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2514192-9D90-DB6F-92BC-8F6B54D9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1BC10C1-C3AC-44AC-8BB0-ECB4C86F5C4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3A5F90A-46E9-AA8B-75BE-AAC298F53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555656E-E357-C040-8732-EF36E6BCA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68280C-946A-4698-B6C8-9039CA3E28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051675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5B3E7035-DDC1-B7B9-1127-B1A769C945D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90F068D3-97FF-6BF1-0361-FFB9A06927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EBF59C88-0BF3-55DF-38BE-4EF463856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46B9E6-3DF7-4B71-959A-0F8E4EEA4B0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785D26AB-F3D6-F6B0-6CFA-08A5C24D3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3B28B17A-C002-CCC8-AA83-278FFE46F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BF4D10-6ACA-4A4F-BA83-67EAC3B4B7C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9511499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3" y="323934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5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3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975F7D-7818-7EF7-1D91-FE3F5B79A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6AF17E4-F2FC-43E4-9BD3-846122AC4C3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EAB0CE-DF26-5980-19F4-3C6DE5468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BED9573-2255-6509-2EE3-13E66AFD8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70A7AB-76F8-48CA-B90F-D5B4BBC81C7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889199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1953404-6703-8BF8-004C-BD562E0C4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20654DC-2A96-4BDB-8A17-A1E2C042823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7748B6-4597-F69B-F1A9-555286E99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C9B0376-3B92-E5E6-98A1-325A77E1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5EF5C5-6F16-40E0-91F3-F13BE6BC56F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018719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FFBCF0-3D34-F3C2-C4D9-08CF3619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5B16916-BB83-459C-974D-2FC84FB31DB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5B2A6-5C59-0FDC-6F17-FDB2F3458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4685B1-37E4-ED5D-9E1C-C03660894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7D394A-6EEF-4608-BC76-9ECE30AE617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5860514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4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4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075EA-BCBA-448E-8727-090737D5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17BD9B4-4204-4EC7-BEB1-39D0311782AC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8B08DF-D0BF-3F85-27C4-61E2F94FA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3C7931-88EB-B299-6641-C2E2D13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F1929-5B10-4608-85D9-A73E199B55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394121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F0A89CF4-9D13-B7FF-5478-3B8B7D8F008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4617475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82EBDE-8553-F9FD-B193-921E3191C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949CEA3-58E7-4CAB-AEB2-131FAC8BDDB1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387BE5-2061-E7B5-8F40-1C0C1B483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8D0C7B-A329-5F92-F961-6E051AEC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BD9154-6334-4F65-82A8-8478F32D268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87994973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42EA61-E526-36C8-A1DA-FF931B8EB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A719848-366F-40F1-B5A5-59F57A616FAC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1440E5-03C7-3E66-064F-F96C83B17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379AF3-45DA-0820-B8CF-9654D2575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B74DD5-22AB-4786-848E-74373348739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55017363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0200B6-0123-38F5-AEFC-093644DDE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5A7D9A4-8561-4A6C-B58D-513DC56CEC6D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231F09-D285-557F-D6A8-272ACB98A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77D5E0-FFAB-9761-F2BC-80D72A5A1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3FE61C-8024-42E3-A5E1-413A96CB12F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84165706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DFAB2C-84C1-BBE6-81DD-BC98DA918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0512DF7-D815-42AE-BE86-DDFA419856E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C2C11B-5BAC-AACF-05C9-A0E55C92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A92555-B269-1DB2-6312-8CA0C3FE1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9FE5CA-4AA7-4EAD-857D-A82BB354B51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829968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62F7934-4FCF-9576-6149-BC4F2A53E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1D22C19-0F37-450C-BF64-7C0A1F89085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13E416B-232A-0082-6912-76EDD58EE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F9C9D48-D846-5F75-F412-8A46099A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E3F362-41A3-46DA-A4B4-3CE932AB501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4691424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F4892C1-C713-6AC4-63AD-EBC5FE90F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6370CAE-E20E-4CD4-994B-3229E8B5CCD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21D036-792A-A4CC-1FA6-3D2678347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2ED5CD-7167-2524-DA60-E6D71EF25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06F0A6-BC9F-44EF-9EE3-53F2A2FE3F8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35064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51568FD-B6C3-575D-2993-998BEBA0E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E2F1CDC-8259-4284-8CEC-DFFB818B70E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D1A9BD-03C3-15C3-4FB3-34F7215D6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7F492C-B7D6-F542-E7D4-A895D41ED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3F8C16-12F1-4B54-BB9D-76C901F2EE4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02944253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1CFF3331-2EC8-6572-A169-1230D3E5036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5E5CD2F1-222B-1AA6-41D7-59ADC06B63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F2AFB3F6-C91B-6183-8EFF-3D671505B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52FBE94-5F03-4999-8227-A63AC8E9D496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1A3C809B-8F5F-F686-72C3-14250504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9B5CD086-3099-2768-6D3A-304D91D2C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AAB20-58F5-4E23-AA20-359C503250A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70110026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ECB627C-34EE-017E-5EF1-EF4171FB6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E8D5E3E-5ADC-40CD-B56D-B3D4EECF93ED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A84C0A2-2ADD-803C-4B29-E534215E2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591CE9-0862-C7A4-071F-E5D1EF7F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80FB9D-0E5B-42B3-9332-3F1037752AD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8822257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D959635-277F-04A4-F95D-127076318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89406E0-8FF3-4BF7-B6E7-88F90E9DDE5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B5B216-5534-513C-9F9A-971B00F5D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20244-F23D-1B3C-2094-C7575C143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0E93C3-9303-4653-A7EB-D75648AF9527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222617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F5609E-16F8-18D2-8396-41D7480F1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8331E4E-4420-4386-84DE-10258B333014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8C011C-5BEB-32A7-DBF7-EADF22D01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DC5B5D-BDFA-D1F5-5963-9092F395E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1ADF2E-81B1-4832-8467-BB343F9E2D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20996292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3E74C1-3378-504C-D9C4-E283056C6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7B73F83-486F-4850-B5F2-37D5998B5004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056CD3-E742-1BF4-4BE0-25ACE5C10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A7FA28D-5C8D-7417-32A1-FFC6C2578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63E516-5944-4507-83EE-32229639C8B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670213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FCA0E2F-5F1B-2338-8B81-21A52CC7B8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02360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C98FC0-1DC4-6C14-2355-4A3B23C04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A6E741B-19BE-4E12-8E19-6B3DE23FA9A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6A402D-D69A-DBF7-5BA7-18E75899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79E57E-77C8-FD86-F788-80E4DF6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E5EAA-A7AC-41E6-8EC4-5D71B19A05D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6410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6E659A-F1B0-EA0A-B4E4-A196898B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9E7DABE-86AF-477B-9AF2-FF451B01791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7225A7-6B89-024E-9CED-AB4D8B0C9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AF99DF-5AA7-49CA-1890-FF914C838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41F091-2089-4C8D-B58F-E08C4C68395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19687151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F0DB89-67B7-3610-965C-8534FFD2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530DC6F-E708-48A7-9AC8-474A9378B98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51B00C-45D9-4AF4-1195-8432E42AE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CB388D-D93A-13F0-F895-B6A5BECA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030376-C7B5-4E35-973C-05D49D18B17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521989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A3B552-6CE0-ACB5-1CF0-BB0F0935B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1792FA-4BB7-404D-9B8C-E0C389043747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534C2B-C179-58FF-07F0-B494B697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667FE9-8D93-AA99-2D11-12FBE542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BF55A4-6BC6-4436-A087-DDE19A5AD17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1960121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B2C6FD7-B466-5400-99C2-D6C13C194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E0FC2BC-4500-4001-B99F-C9141229337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86CC60B-C7CB-5AFF-CAF6-3739571B1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FB145FE-DCB3-20BD-2702-D4E0856C7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A6471D-8F9D-464B-906A-5063215A41C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08564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D8AB050-7EA4-5764-7FD6-4E60E9307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12CC54D-B1AC-4D0F-BB58-96A2A86C26D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B881F04-E8B1-4CDA-7837-98DA8B3C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7F207D-C42C-7DED-E724-61F7DE1A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47411F-BEBC-4BF4-8CAE-052605414F8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4321783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E494CD4-3E5A-B9B9-B3EC-386872A1A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CE5AD6F-CDEA-44FA-8203-61F8999C6371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74173B-C217-BB4D-E2F3-D5535B657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28B7D-EBFF-8F36-FF18-55E23000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8035B2-D918-4CEC-B04E-EBDD7474843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0408095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888A6E65-AB1E-263D-CE55-97B0081FC1CB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D3494E5D-0A20-B0CF-C504-0739300087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9AA11556-D91E-1B5B-6193-9E91357C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330D998-F5AF-426B-9C66-491C5D9D3FA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EC7063DA-7714-2B8C-5BA9-BF1724CF5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12794080-1EC2-DEE2-40D9-52F21E33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C0CA47-4315-4FD0-B30C-9DAB70F661B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62138824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5D598CC-CC9C-B693-76FA-B4FE53E9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6372D7-148E-44B6-82F6-B8E4B578F64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A2B6AA-A1A0-C15E-599E-E5410E490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76309-1BCA-B603-DB2C-4B2088D1A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E4E596-17CB-4C8A-B2F0-859D5EE36C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21347006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40CCDE-5E21-DE71-2B9F-982043183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E309C39-CAD0-40EB-8E7D-D5A9262F62C2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07685C-E9CD-47A1-E6AB-FA32F51A6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D9ED74B-331F-76A8-5F6C-C28FBB89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3C5166-DC9F-4C98-86E1-1A04D3C12AA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9186210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8415D4-31D8-C675-AAB6-55CAAB6F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9AA56FE-90E8-47C3-89C8-5F7D8DFD9CD7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95E739-570F-F2B8-FBF2-EE31070F6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FCFE34-2C9E-D419-1333-2368C12F9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693422-A862-4CD2-A75F-4B2758F8848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159823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94A7A8-D5FD-70C1-442F-064AD9FE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6F12F0E-669D-4BE1-A9BF-0E11F275B46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D6DA92-9870-4B86-F0C3-51CFD9446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DD39F7-E919-DC9D-6373-BF2C060C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313D46-E7FB-4A95-A690-2245DF14B6F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0902176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4052728-8499-C6FF-FF7B-20ECE0E5D8A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747191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3564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3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5" Type="http://schemas.openxmlformats.org/officeDocument/2006/relationships/slideLayout" Target="../slideLayouts/slideLayout43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4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3.xml"/><Relationship Id="rId2" Type="http://schemas.openxmlformats.org/officeDocument/2006/relationships/slideLayout" Target="../slideLayouts/slideLayout5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5" Type="http://schemas.openxmlformats.org/officeDocument/2006/relationships/slideLayout" Target="../slideLayouts/slideLayout56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61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8D50B893-063B-02EE-FDD1-3FE5AE767886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4C227B35-5924-2901-229D-6F2D21D7A3F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337C74-6949-8EEA-C167-708BB23C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821FFFBF-D5A6-4D1C-87AD-3447D52A0784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02C3D3-DF41-9088-F941-097E7DE2A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F90E63-2D1F-BB8C-2C69-19A533CEB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50FB85B6-3B94-4BD5-A986-26F6EC71CB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3417" r:id="rId1"/>
    <p:sldLayoutId id="2147493418" r:id="rId2"/>
    <p:sldLayoutId id="2147493419" r:id="rId3"/>
    <p:sldLayoutId id="2147493420" r:id="rId4"/>
    <p:sldLayoutId id="2147493421" r:id="rId5"/>
    <p:sldLayoutId id="2147493422" r:id="rId6"/>
    <p:sldLayoutId id="2147493423" r:id="rId7"/>
    <p:sldLayoutId id="2147493424" r:id="rId8"/>
    <p:sldLayoutId id="2147493425" r:id="rId9"/>
    <p:sldLayoutId id="2147493426" r:id="rId10"/>
    <p:sldLayoutId id="2147493427" r:id="rId11"/>
    <p:sldLayoutId id="2147493428" r:id="rId12"/>
    <p:sldLayoutId id="2147493429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C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Marcador de título 1">
            <a:extLst>
              <a:ext uri="{FF2B5EF4-FFF2-40B4-BE49-F238E27FC236}">
                <a16:creationId xmlns:a16="http://schemas.microsoft.com/office/drawing/2014/main" id="{993E0006-044F-98C4-3C89-0D203755AB7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1681804"/>
            <a:ext cx="13239571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Clic para editar título</a:t>
            </a:r>
            <a:endParaRPr lang="es-MX" altLang="es-MX"/>
          </a:p>
        </p:txBody>
      </p:sp>
      <p:sp>
        <p:nvSpPr>
          <p:cNvPr id="2051" name="Marcador de texto 2">
            <a:extLst>
              <a:ext uri="{FF2B5EF4-FFF2-40B4-BE49-F238E27FC236}">
                <a16:creationId xmlns:a16="http://schemas.microsoft.com/office/drawing/2014/main" id="{C7048B2B-A834-CEB9-FF95-1B11E6C4848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3084877"/>
            <a:ext cx="12960192" cy="4182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Haga clic para modificar el estilo de texto del patrón</a:t>
            </a:r>
          </a:p>
          <a:p>
            <a:pPr lvl="1"/>
            <a:r>
              <a:rPr lang="en-US" altLang="es-MX"/>
              <a:t>Segundo nivel</a:t>
            </a:r>
          </a:p>
          <a:p>
            <a:pPr lvl="2"/>
            <a:r>
              <a:rPr lang="en-US" altLang="es-MX"/>
              <a:t>Tercer nivel</a:t>
            </a:r>
          </a:p>
          <a:p>
            <a:pPr lvl="3"/>
            <a:r>
              <a:rPr lang="en-US" altLang="es-MX"/>
              <a:t>Cuarto nivel</a:t>
            </a:r>
          </a:p>
          <a:p>
            <a:pPr lvl="4"/>
            <a:r>
              <a:rPr lang="en-US" altLang="es-MX"/>
              <a:t>Quinto nivel</a:t>
            </a:r>
            <a:endParaRPr lang="es-MX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AC07B7-3870-4F25-C5B4-99956B3A5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fld id="{FE014A23-4D4C-444E-BD6F-C0C98CD6CBC4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BABCE0-7A55-871E-B9C6-9DC2FCABD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endParaRPr lang="es-MX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93430" r:id="rId1"/>
    <p:sldLayoutId id="2147493431" r:id="rId2"/>
    <p:sldLayoutId id="2147493432" r:id="rId3"/>
    <p:sldLayoutId id="2147493433" r:id="rId4"/>
    <p:sldLayoutId id="2147493434" r:id="rId5"/>
    <p:sldLayoutId id="2147493435" r:id="rId6"/>
    <p:sldLayoutId id="2147493436" r:id="rId7"/>
    <p:sldLayoutId id="2147493437" r:id="rId8"/>
    <p:sldLayoutId id="2147493438" r:id="rId9"/>
    <p:sldLayoutId id="2147493439" r:id="rId10"/>
    <p:sldLayoutId id="2147493440" r:id="rId11"/>
    <p:sldLayoutId id="2147493441" r:id="rId12"/>
  </p:sldLayoutIdLst>
  <p:hf hdr="0" ftr="0" dt="0"/>
  <p:txStyles>
    <p:titleStyle>
      <a:lvl1pPr algn="l" defTabSz="608013" rtl="0" eaLnBrk="0" fontAlgn="base" hangingPunct="0">
        <a:spcBef>
          <a:spcPct val="0"/>
        </a:spcBef>
        <a:spcAft>
          <a:spcPct val="0"/>
        </a:spcAft>
        <a:defRPr sz="5800" b="1" kern="1200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1pPr>
      <a:lvl2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2pPr>
      <a:lvl3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3pPr>
      <a:lvl4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4pPr>
      <a:lvl5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5pPr>
      <a:lvl6pPr marL="4572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6pPr>
      <a:lvl7pPr marL="9144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7pPr>
      <a:lvl8pPr marL="13716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8pPr>
      <a:lvl9pPr marL="18288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Marcador de título 1">
            <a:extLst>
              <a:ext uri="{FF2B5EF4-FFF2-40B4-BE49-F238E27FC236}">
                <a16:creationId xmlns:a16="http://schemas.microsoft.com/office/drawing/2014/main" id="{23F67CC4-5117-BB32-7E0B-CDC6DBB2837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3075" name="Marcador de texto 2">
            <a:extLst>
              <a:ext uri="{FF2B5EF4-FFF2-40B4-BE49-F238E27FC236}">
                <a16:creationId xmlns:a16="http://schemas.microsoft.com/office/drawing/2014/main" id="{EA305510-5E28-B755-3676-BEE42E0B9E4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E27996-0FA4-7D42-0385-A045ADE48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7B90BB1-49A9-489E-8560-E987CF71BB3F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676E37-127F-14D4-9A83-F416B5347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873CAC-2CD3-1278-E08A-4CDE99E0F4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127126C-84D4-4E1B-BBC3-875546CBBA6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3079" name="Picture 1">
            <a:extLst>
              <a:ext uri="{FF2B5EF4-FFF2-40B4-BE49-F238E27FC236}">
                <a16:creationId xmlns:a16="http://schemas.microsoft.com/office/drawing/2014/main" id="{55972C32-8024-B2D7-5ADA-D1EED95549A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42" r:id="rId1"/>
    <p:sldLayoutId id="2147493443" r:id="rId2"/>
    <p:sldLayoutId id="2147493444" r:id="rId3"/>
    <p:sldLayoutId id="2147493445" r:id="rId4"/>
    <p:sldLayoutId id="2147493446" r:id="rId5"/>
    <p:sldLayoutId id="2147493447" r:id="rId6"/>
    <p:sldLayoutId id="2147493448" r:id="rId7"/>
    <p:sldLayoutId id="2147493449" r:id="rId8"/>
    <p:sldLayoutId id="2147493450" r:id="rId9"/>
    <p:sldLayoutId id="2147493451" r:id="rId10"/>
    <p:sldLayoutId id="2147493452" r:id="rId11"/>
    <p:sldLayoutId id="2147493453" r:id="rId12"/>
    <p:sldLayoutId id="2147493454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Marcador de título 1">
            <a:extLst>
              <a:ext uri="{FF2B5EF4-FFF2-40B4-BE49-F238E27FC236}">
                <a16:creationId xmlns:a16="http://schemas.microsoft.com/office/drawing/2014/main" id="{A040FC7B-F099-E337-D7B0-68FA0674CD7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4099" name="Marcador de texto 2">
            <a:extLst>
              <a:ext uri="{FF2B5EF4-FFF2-40B4-BE49-F238E27FC236}">
                <a16:creationId xmlns:a16="http://schemas.microsoft.com/office/drawing/2014/main" id="{1F0BC2A4-421D-F74F-6BED-82F791C6DE6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2BE9EDC-E960-95C6-EC7C-EF139564F7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AC37CED1-DD78-49D5-9BE5-E26F4B12741F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FA085B-BF7A-4CBA-365E-6D2AF5BB8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CAED7D-FC2F-74F1-E131-B9425FE20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B72EBBDD-01A0-4848-91C6-2A0595F87FB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4103" name="Picture 1">
            <a:extLst>
              <a:ext uri="{FF2B5EF4-FFF2-40B4-BE49-F238E27FC236}">
                <a16:creationId xmlns:a16="http://schemas.microsoft.com/office/drawing/2014/main" id="{897EEEC2-31EE-7E89-D5BE-2DC7A79F82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55" r:id="rId1"/>
    <p:sldLayoutId id="2147493456" r:id="rId2"/>
    <p:sldLayoutId id="2147493457" r:id="rId3"/>
    <p:sldLayoutId id="2147493458" r:id="rId4"/>
    <p:sldLayoutId id="2147493459" r:id="rId5"/>
    <p:sldLayoutId id="2147493460" r:id="rId6"/>
    <p:sldLayoutId id="2147493461" r:id="rId7"/>
    <p:sldLayoutId id="2147493462" r:id="rId8"/>
    <p:sldLayoutId id="2147493463" r:id="rId9"/>
    <p:sldLayoutId id="2147493464" r:id="rId10"/>
    <p:sldLayoutId id="2147493465" r:id="rId11"/>
    <p:sldLayoutId id="2147493466" r:id="rId12"/>
    <p:sldLayoutId id="2147493467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Marcador de título 1">
            <a:extLst>
              <a:ext uri="{FF2B5EF4-FFF2-40B4-BE49-F238E27FC236}">
                <a16:creationId xmlns:a16="http://schemas.microsoft.com/office/drawing/2014/main" id="{6616B0CF-80DA-9725-BD33-9348DEF1608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5123" name="Marcador de texto 2">
            <a:extLst>
              <a:ext uri="{FF2B5EF4-FFF2-40B4-BE49-F238E27FC236}">
                <a16:creationId xmlns:a16="http://schemas.microsoft.com/office/drawing/2014/main" id="{5A13E742-8361-4548-306B-6E4E71E895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0E53F7-2A98-9AB5-8B48-FE9107475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A993614-2A11-462D-900A-2D49DC031A1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4BE3D0-5687-59B7-443F-3ED61646F2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0E13D1-71D2-8DA8-D1C6-8C9554B9E9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B5B0C6A-DA63-47CA-8B1A-1D978E5A623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5127" name="Picture 1">
            <a:extLst>
              <a:ext uri="{FF2B5EF4-FFF2-40B4-BE49-F238E27FC236}">
                <a16:creationId xmlns:a16="http://schemas.microsoft.com/office/drawing/2014/main" id="{D67D6504-9003-8CC6-67DB-876E8E975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68" r:id="rId1"/>
    <p:sldLayoutId id="2147493469" r:id="rId2"/>
    <p:sldLayoutId id="2147493470" r:id="rId3"/>
    <p:sldLayoutId id="2147493471" r:id="rId4"/>
    <p:sldLayoutId id="2147493472" r:id="rId5"/>
    <p:sldLayoutId id="2147493473" r:id="rId6"/>
    <p:sldLayoutId id="2147493474" r:id="rId7"/>
    <p:sldLayoutId id="2147493475" r:id="rId8"/>
    <p:sldLayoutId id="2147493476" r:id="rId9"/>
    <p:sldLayoutId id="2147493477" r:id="rId10"/>
    <p:sldLayoutId id="2147493478" r:id="rId11"/>
    <p:sldLayoutId id="2147493479" r:id="rId12"/>
    <p:sldLayoutId id="2147493480" r:id="rId13"/>
    <p:sldLayoutId id="2147493481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2.png"/><Relationship Id="rId7" Type="http://schemas.openxmlformats.org/officeDocument/2006/relationships/slide" Target="slide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slide" Target="slide4.xml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7.png"/><Relationship Id="rId5" Type="http://schemas.openxmlformats.org/officeDocument/2006/relationships/image" Target="../media/image12.png"/><Relationship Id="rId4" Type="http://schemas.openxmlformats.org/officeDocument/2006/relationships/image" Target="../media/image19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734" name="Grupo 4">
            <a:extLst>
              <a:ext uri="{FF2B5EF4-FFF2-40B4-BE49-F238E27FC236}">
                <a16:creationId xmlns:a16="http://schemas.microsoft.com/office/drawing/2014/main" id="{92F2D423-1638-6D0C-A2B9-CEAEE5243613}"/>
              </a:ext>
            </a:extLst>
          </p:cNvPr>
          <p:cNvGrpSpPr>
            <a:grpSpLocks/>
          </p:cNvGrpSpPr>
          <p:nvPr/>
        </p:nvGrpSpPr>
        <p:grpSpPr bwMode="auto">
          <a:xfrm>
            <a:off x="1367812" y="2474119"/>
            <a:ext cx="6740179" cy="3051596"/>
            <a:chOff x="365717" y="1997919"/>
            <a:chExt cx="6739291" cy="3053392"/>
          </a:xfrm>
        </p:grpSpPr>
        <p:sp>
          <p:nvSpPr>
            <p:cNvPr id="14" name="CuadroTexto 8">
              <a:extLst>
                <a:ext uri="{FF2B5EF4-FFF2-40B4-BE49-F238E27FC236}">
                  <a16:creationId xmlns:a16="http://schemas.microsoft.com/office/drawing/2014/main" id="{5A178F20-F16C-185C-8ECC-369200113C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17" y="1997919"/>
              <a:ext cx="5831527" cy="1139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IPN COLABORADORES </a:t>
              </a:r>
              <a:r>
                <a:rPr lang="es-MX" altLang="es-MX" sz="32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RESULTADOS</a:t>
              </a:r>
            </a:p>
          </p:txBody>
        </p:sp>
        <p:sp>
          <p:nvSpPr>
            <p:cNvPr id="15" name="CuadroTexto 9">
              <a:extLst>
                <a:ext uri="{FF2B5EF4-FFF2-40B4-BE49-F238E27FC236}">
                  <a16:creationId xmlns:a16="http://schemas.microsoft.com/office/drawing/2014/main" id="{C5E266F8-E872-C71A-0945-827C0F09C7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362" y="3295950"/>
              <a:ext cx="4778105" cy="9546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2800" b="1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OFICINA DE LA PRESIDENCIA</a:t>
              </a:r>
            </a:p>
          </p:txBody>
        </p:sp>
        <p:sp>
          <p:nvSpPr>
            <p:cNvPr id="18" name="CuadroTexto 12">
              <a:extLst>
                <a:ext uri="{FF2B5EF4-FFF2-40B4-BE49-F238E27FC236}">
                  <a16:creationId xmlns:a16="http://schemas.microsoft.com/office/drawing/2014/main" id="{4E3636FA-93BF-3F08-B0C8-2FAEB0872C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7574" y="4527783"/>
              <a:ext cx="3917434" cy="523528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2800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1Q 2026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>
            <a:extLst>
              <a:ext uri="{FF2B5EF4-FFF2-40B4-BE49-F238E27FC236}">
                <a16:creationId xmlns:a16="http://schemas.microsoft.com/office/drawing/2014/main" id="{B1BC53E4-4DF9-4190-40A3-C6E34F71970E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9" name="Imagen 28">
              <a:extLst>
                <a:ext uri="{FF2B5EF4-FFF2-40B4-BE49-F238E27FC236}">
                  <a16:creationId xmlns:a16="http://schemas.microsoft.com/office/drawing/2014/main" id="{8F6DF8D7-B513-E1E8-037F-43A4730B8C6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Título 2">
              <a:extLst>
                <a:ext uri="{FF2B5EF4-FFF2-40B4-BE49-F238E27FC236}">
                  <a16:creationId xmlns:a16="http://schemas.microsoft.com/office/drawing/2014/main" id="{ABA7A854-15FC-2729-9B03-3B8B7CA322A3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Metodología</a:t>
              </a:r>
            </a:p>
          </p:txBody>
        </p:sp>
        <p:pic>
          <p:nvPicPr>
            <p:cNvPr id="14" name="Imagen 4">
              <a:extLst>
                <a:ext uri="{FF2B5EF4-FFF2-40B4-BE49-F238E27FC236}">
                  <a16:creationId xmlns:a16="http://schemas.microsoft.com/office/drawing/2014/main" id="{E6010291-1E4B-B5FA-ACB1-0068358172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946" y="206219"/>
              <a:ext cx="749300" cy="6810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5" name="CuadroTexto 28">
            <a:extLst>
              <a:ext uri="{FF2B5EF4-FFF2-40B4-BE49-F238E27FC236}">
                <a16:creationId xmlns:a16="http://schemas.microsoft.com/office/drawing/2014/main" id="{B4D047A5-C786-A69E-E5F9-C146A5D854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3BAFB828-E5D2-3461-7BAE-09ECA71AC8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690697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Otros negocios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14 respondieron la encuesta (15.1% de participación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pic>
        <p:nvPicPr>
          <p:cNvPr id="17" name="Imagen 21">
            <a:extLst>
              <a:ext uri="{FF2B5EF4-FFF2-40B4-BE49-F238E27FC236}">
                <a16:creationId xmlns:a16="http://schemas.microsoft.com/office/drawing/2014/main" id="{E7ED2060-7684-0E48-96B9-2F9CDC4792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39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Imagen 6">
            <a:extLst>
              <a:ext uri="{FF2B5EF4-FFF2-40B4-BE49-F238E27FC236}">
                <a16:creationId xmlns:a16="http://schemas.microsoft.com/office/drawing/2014/main" id="{B4C211A0-1AEE-655D-9B59-332BF6912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4830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Imagen 3">
            <a:extLst>
              <a:ext uri="{FF2B5EF4-FFF2-40B4-BE49-F238E27FC236}">
                <a16:creationId xmlns:a16="http://schemas.microsoft.com/office/drawing/2014/main" id="{80355FC0-4172-00B0-6955-EF4017188B2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280" y="2966243"/>
            <a:ext cx="471487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028B1A31-40F7-5B8F-77DC-BFDF61E43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381787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22" name="Grupo 21">
            <a:extLst>
              <a:ext uri="{FF2B5EF4-FFF2-40B4-BE49-F238E27FC236}">
                <a16:creationId xmlns:a16="http://schemas.microsoft.com/office/drawing/2014/main" id="{397B73F4-6BC7-66D3-E735-8879D7E04F19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23" name="CuadroTexto 20">
              <a:extLst>
                <a:ext uri="{FF2B5EF4-FFF2-40B4-BE49-F238E27FC236}">
                  <a16:creationId xmlns:a16="http://schemas.microsoft.com/office/drawing/2014/main" id="{960343BA-9625-A6E2-791C-A3F23E9697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24" name="Rectángulo 6">
              <a:extLst>
                <a:ext uri="{FF2B5EF4-FFF2-40B4-BE49-F238E27FC236}">
                  <a16:creationId xmlns:a16="http://schemas.microsoft.com/office/drawing/2014/main" id="{A98F332E-8B8C-4C3F-4BF4-1A2B1B9EA21D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25" name="Object 16">
              <a:extLst>
                <a:ext uri="{FF2B5EF4-FFF2-40B4-BE49-F238E27FC236}">
                  <a16:creationId xmlns:a16="http://schemas.microsoft.com/office/drawing/2014/main" id="{9A4D0696-B973-A9EF-22A9-191AC87F9EDA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77628845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7" imgW="4194412" imgH="701101" progId="">
                    <p:embed/>
                  </p:oleObj>
                </mc:Choice>
                <mc:Fallback>
                  <p:oleObj r:id="rId7" imgW="4194412" imgH="701101" progId="">
                    <p:embed/>
                    <p:pic>
                      <p:nvPicPr>
                        <p:cNvPr id="26" name="Object 16">
                          <a:extLst>
                            <a:ext uri="{FF2B5EF4-FFF2-40B4-BE49-F238E27FC236}">
                              <a16:creationId xmlns:a16="http://schemas.microsoft.com/office/drawing/2014/main" id="{B8714DDA-952D-5DFA-7018-16C4B66B1FA9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" name="CuadroTexto 20">
              <a:extLst>
                <a:ext uri="{FF2B5EF4-FFF2-40B4-BE49-F238E27FC236}">
                  <a16:creationId xmlns:a16="http://schemas.microsoft.com/office/drawing/2014/main" id="{2813C6A1-1D19-75A1-20A9-3E2A9253ED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27" name="CuadroTexto 20">
              <a:extLst>
                <a:ext uri="{FF2B5EF4-FFF2-40B4-BE49-F238E27FC236}">
                  <a16:creationId xmlns:a16="http://schemas.microsoft.com/office/drawing/2014/main" id="{57C1E6E6-889C-B142-00C0-B0D3C26F70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28" name="Tabla 27">
            <a:extLst>
              <a:ext uri="{FF2B5EF4-FFF2-40B4-BE49-F238E27FC236}">
                <a16:creationId xmlns:a16="http://schemas.microsoft.com/office/drawing/2014/main" id="{A0694E11-B044-0DBB-429E-D2AA1195F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077876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8">
            <a:extLst>
              <a:ext uri="{FF2B5EF4-FFF2-40B4-BE49-F238E27FC236}">
                <a16:creationId xmlns:a16="http://schemas.microsoft.com/office/drawing/2014/main" id="{52B9E354-803F-FF30-BCCF-7BA5B9C677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3283139"/>
            <a:ext cx="4735354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GENERALES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CFE2-3424-5B97-25B7-2658677F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adroTexto 28">
            <a:extLst>
              <a:ext uri="{FF2B5EF4-FFF2-40B4-BE49-F238E27FC236}">
                <a16:creationId xmlns:a16="http://schemas.microsoft.com/office/drawing/2014/main" id="{AAAD1E3D-B811-121A-F799-879F7DEA99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52" name="25 CuadroTexto">
            <a:extLst>
              <a:ext uri="{FF2B5EF4-FFF2-40B4-BE49-F238E27FC236}">
                <a16:creationId xmlns:a16="http://schemas.microsoft.com/office/drawing/2014/main" id="{255407C4-8CE3-D359-35B7-5803E09351B0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sp>
        <p:nvSpPr>
          <p:cNvPr id="2" name="89 CuadroTexto">
            <a:extLst>
              <a:ext uri="{FF2B5EF4-FFF2-40B4-BE49-F238E27FC236}">
                <a16:creationId xmlns:a16="http://schemas.microsoft.com/office/drawing/2014/main" id="{7B7A196B-5FA9-1D19-296B-1D2003E2816D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Salinas 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684CD9FD-ED8C-25E9-90BC-A123091DAC28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6" name="Imagen 28">
              <a:extLst>
                <a:ext uri="{FF2B5EF4-FFF2-40B4-BE49-F238E27FC236}">
                  <a16:creationId xmlns:a16="http://schemas.microsoft.com/office/drawing/2014/main" id="{1A1696CF-8281-7CF0-D057-F1BF2DD590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ítulo 2">
              <a:extLst>
                <a:ext uri="{FF2B5EF4-FFF2-40B4-BE49-F238E27FC236}">
                  <a16:creationId xmlns:a16="http://schemas.microsoft.com/office/drawing/2014/main" id="{DBB10B1E-50F6-5BB6-C0E4-A09CF863F79A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Grupo Salinas 1Q 2026</a:t>
              </a:r>
            </a:p>
          </p:txBody>
        </p:sp>
        <p:pic>
          <p:nvPicPr>
            <p:cNvPr id="13" name="Imagen 3">
              <a:extLst>
                <a:ext uri="{FF2B5EF4-FFF2-40B4-BE49-F238E27FC236}">
                  <a16:creationId xmlns:a16="http://schemas.microsoft.com/office/drawing/2014/main" id="{3C357481-6058-5C27-4B2E-9A2BA97E1E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26" name="Tabla_IPN_SL">
            <a:extLst>
              <a:ext uri="{FF2B5EF4-FFF2-40B4-BE49-F238E27FC236}">
                <a16:creationId xmlns:a16="http://schemas.microsoft.com/office/drawing/2014/main" id="{A1FA4F89-9924-A195-327D-25C04464CB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7375797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Tabla_ANTERIO_SL">
            <a:extLst>
              <a:ext uri="{FF2B5EF4-FFF2-40B4-BE49-F238E27FC236}">
                <a16:creationId xmlns:a16="http://schemas.microsoft.com/office/drawing/2014/main" id="{A51E0D0C-0ABB-E02F-D6DC-FEEA0A0C4F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93587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6" name="Agrupar 49">
            <a:extLst>
              <a:ext uri="{FF2B5EF4-FFF2-40B4-BE49-F238E27FC236}">
                <a16:creationId xmlns:a16="http://schemas.microsoft.com/office/drawing/2014/main" id="{B36D4C70-A190-5CDC-2983-E82B8F2E955F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7" name="CuadroTexto 33">
              <a:extLst>
                <a:ext uri="{FF2B5EF4-FFF2-40B4-BE49-F238E27FC236}">
                  <a16:creationId xmlns:a16="http://schemas.microsoft.com/office/drawing/2014/main" id="{1720B54F-A808-5F1C-B7D8-D25561F98229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8" name="CuadroTexto 34">
              <a:extLst>
                <a:ext uri="{FF2B5EF4-FFF2-40B4-BE49-F238E27FC236}">
                  <a16:creationId xmlns:a16="http://schemas.microsoft.com/office/drawing/2014/main" id="{6BFA6102-8F65-4F12-3768-A50C100AF0CF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9" name="CuadroTexto 35">
              <a:extLst>
                <a:ext uri="{FF2B5EF4-FFF2-40B4-BE49-F238E27FC236}">
                  <a16:creationId xmlns:a16="http://schemas.microsoft.com/office/drawing/2014/main" id="{FA150062-0076-E3CC-7D2C-DC0CBD2A9A84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0" name="83 Rectángulo">
              <a:extLst>
                <a:ext uri="{FF2B5EF4-FFF2-40B4-BE49-F238E27FC236}">
                  <a16:creationId xmlns:a16="http://schemas.microsoft.com/office/drawing/2014/main" id="{9EC582B7-10A4-4C0F-10C7-A32A191D33E7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2" name="84 Rectángulo">
              <a:extLst>
                <a:ext uri="{FF2B5EF4-FFF2-40B4-BE49-F238E27FC236}">
                  <a16:creationId xmlns:a16="http://schemas.microsoft.com/office/drawing/2014/main" id="{CFEEE152-153C-9649-2F4B-C6B8A2AF632B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3" name="17 Rectángulo">
              <a:extLst>
                <a:ext uri="{FF2B5EF4-FFF2-40B4-BE49-F238E27FC236}">
                  <a16:creationId xmlns:a16="http://schemas.microsoft.com/office/drawing/2014/main" id="{DAC600E4-3169-6CC9-3A67-345BAFDE23B0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44" name="Conector angular 25">
            <a:extLst>
              <a:ext uri="{FF2B5EF4-FFF2-40B4-BE49-F238E27FC236}">
                <a16:creationId xmlns:a16="http://schemas.microsoft.com/office/drawing/2014/main" id="{7326B62F-E26C-9142-9A58-5FBAE76982EB}"/>
              </a:ext>
            </a:extLst>
          </p:cNvPr>
          <p:cNvCxnSpPr>
            <a:cxnSpLocks/>
            <a:stCxn id="26" idx="3"/>
            <a:endCxn id="49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5" name="Conector angular 25">
            <a:extLst>
              <a:ext uri="{FF2B5EF4-FFF2-40B4-BE49-F238E27FC236}">
                <a16:creationId xmlns:a16="http://schemas.microsoft.com/office/drawing/2014/main" id="{B1549349-9E68-7B40-EA0E-3E6A714EC102}"/>
              </a:ext>
            </a:extLst>
          </p:cNvPr>
          <p:cNvCxnSpPr>
            <a:cxnSpLocks/>
            <a:stCxn id="26" idx="1"/>
            <a:endCxn id="48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6" name="Conector angular 25">
            <a:extLst>
              <a:ext uri="{FF2B5EF4-FFF2-40B4-BE49-F238E27FC236}">
                <a16:creationId xmlns:a16="http://schemas.microsoft.com/office/drawing/2014/main" id="{F8429CF0-E1CD-4C09-E790-15E38762853D}"/>
              </a:ext>
            </a:extLst>
          </p:cNvPr>
          <p:cNvCxnSpPr>
            <a:cxnSpLocks/>
            <a:stCxn id="47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7" name="Tabla_DET_SL">
            <a:extLst>
              <a:ext uri="{FF2B5EF4-FFF2-40B4-BE49-F238E27FC236}">
                <a16:creationId xmlns:a16="http://schemas.microsoft.com/office/drawing/2014/main" id="{65917A0B-7C81-8643-43E4-6C0B2CCEE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844321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8" name="Tabla_PAS_SL">
            <a:extLst>
              <a:ext uri="{FF2B5EF4-FFF2-40B4-BE49-F238E27FC236}">
                <a16:creationId xmlns:a16="http://schemas.microsoft.com/office/drawing/2014/main" id="{2685CE4E-AB58-A2C5-FD2A-E0938213F4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9374339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9" name="Tabla_PRO_SL">
            <a:extLst>
              <a:ext uri="{FF2B5EF4-FFF2-40B4-BE49-F238E27FC236}">
                <a16:creationId xmlns:a16="http://schemas.microsoft.com/office/drawing/2014/main" id="{62D90DB6-7B82-2E12-49A2-4400B66F29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0832529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1" name="Grafico _don_SL">
            <a:extLst>
              <a:ext uri="{FF2B5EF4-FFF2-40B4-BE49-F238E27FC236}">
                <a16:creationId xmlns:a16="http://schemas.microsoft.com/office/drawing/2014/main" id="{42BAB007-0644-34F2-D41B-0B31E4A3318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21195749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3" name="Grafico_bar_SL">
            <a:extLst>
              <a:ext uri="{FF2B5EF4-FFF2-40B4-BE49-F238E27FC236}">
                <a16:creationId xmlns:a16="http://schemas.microsoft.com/office/drawing/2014/main" id="{08F1A768-2844-7B7D-E849-04FFEE248C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03372066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4" name="Tabla_DIF_SL">
            <a:extLst>
              <a:ext uri="{FF2B5EF4-FFF2-40B4-BE49-F238E27FC236}">
                <a16:creationId xmlns:a16="http://schemas.microsoft.com/office/drawing/2014/main" id="{101F19D9-1ED1-9698-934E-6E190B3B7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483306"/>
              </p:ext>
            </p:extLst>
          </p:nvPr>
        </p:nvGraphicFramePr>
        <p:xfrm>
          <a:off x="11623551" y="1409638"/>
          <a:ext cx="2715914" cy="6077170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504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76,679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70.2%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1.7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60,538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71.6%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2.3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67.2%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55" name="Conector recto 29">
            <a:extLst>
              <a:ext uri="{FF2B5EF4-FFF2-40B4-BE49-F238E27FC236}">
                <a16:creationId xmlns:a16="http://schemas.microsoft.com/office/drawing/2014/main" id="{186FD8A8-4934-836A-F349-F3F0AAEC1084}"/>
              </a:ext>
            </a:extLst>
          </p:cNvPr>
          <p:cNvCxnSpPr>
            <a:cxnSpLocks/>
          </p:cNvCxnSpPr>
          <p:nvPr/>
        </p:nvCxnSpPr>
        <p:spPr>
          <a:xfrm flipH="1">
            <a:off x="5661537" y="2467475"/>
            <a:ext cx="86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4" descr="eenfoque fiscal – Reforma Fiscal">
            <a:hlinkClick r:id="rId7" action="ppaction://hlinksldjump"/>
            <a:extLst>
              <a:ext uri="{FF2B5EF4-FFF2-40B4-BE49-F238E27FC236}">
                <a16:creationId xmlns:a16="http://schemas.microsoft.com/office/drawing/2014/main" id="{B7927DE1-1714-4583-39A4-08C2F4F03B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6609" y="7041213"/>
            <a:ext cx="323634" cy="3236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074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9">
            <a:extLst>
              <a:ext uri="{FF2B5EF4-FFF2-40B4-BE49-F238E27FC236}">
                <a16:creationId xmlns:a16="http://schemas.microsoft.com/office/drawing/2014/main" id="{E931CA35-342E-C6D9-157C-D34DAA0F9516}"/>
              </a:ext>
            </a:extLst>
          </p:cNvPr>
          <p:cNvSpPr txBox="1"/>
          <p:nvPr/>
        </p:nvSpPr>
        <p:spPr>
          <a:xfrm>
            <a:off x="8754562" y="3255119"/>
            <a:ext cx="4351338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03"/>
            <a:r>
              <a:rPr lang="es-MX" sz="4400" dirty="0">
                <a:solidFill>
                  <a:srgbClr val="5B5A5A"/>
                </a:solidFill>
                <a:latin typeface="Montserrat Light" pitchFamily="2" charset="77"/>
              </a:rPr>
              <a:t>RESULTADOS</a:t>
            </a:r>
          </a:p>
          <a:p>
            <a:pPr defTabSz="914103"/>
            <a:r>
              <a:rPr lang="es-MX" sz="3600" b="1" dirty="0">
                <a:solidFill>
                  <a:srgbClr val="61288B"/>
                </a:solidFill>
                <a:latin typeface="Montserrat ExtraBold" panose="00000900000000000000" pitchFamily="2" charset="0"/>
              </a:rPr>
              <a:t>OFICINA DE LA </a:t>
            </a:r>
            <a:br>
              <a:rPr lang="es-MX" sz="3600" b="1" dirty="0">
                <a:solidFill>
                  <a:srgbClr val="61288B"/>
                </a:solidFill>
                <a:latin typeface="Montserrat ExtraBold" panose="00000900000000000000" pitchFamily="2" charset="0"/>
              </a:rPr>
            </a:br>
            <a:r>
              <a:rPr lang="es-MX" sz="3600" b="1" dirty="0">
                <a:solidFill>
                  <a:srgbClr val="61288B"/>
                </a:solidFill>
                <a:latin typeface="Montserrat ExtraBold" panose="00000900000000000000" pitchFamily="2" charset="0"/>
              </a:rPr>
              <a:t>PRESIDENCIA</a:t>
            </a:r>
            <a:endParaRPr lang="es-MX" sz="4400" b="1" dirty="0">
              <a:solidFill>
                <a:srgbClr val="61288B"/>
              </a:solidFill>
              <a:latin typeface="Montserrat ExtraBold" panose="000009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0413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uadroTexto 28">
            <a:extLst>
              <a:ext uri="{FF2B5EF4-FFF2-40B4-BE49-F238E27FC236}">
                <a16:creationId xmlns:a16="http://schemas.microsoft.com/office/drawing/2014/main" id="{A5E86A6C-023D-999A-0306-88407BBA5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47" name="25 CuadroTexto">
            <a:extLst>
              <a:ext uri="{FF2B5EF4-FFF2-40B4-BE49-F238E27FC236}">
                <a16:creationId xmlns:a16="http://schemas.microsoft.com/office/drawing/2014/main" id="{DB604526-19BC-B8F1-C7FD-8B4C6DB84A12}"/>
              </a:ext>
            </a:extLst>
          </p:cNvPr>
          <p:cNvSpPr txBox="1"/>
          <p:nvPr/>
        </p:nvSpPr>
        <p:spPr>
          <a:xfrm>
            <a:off x="10488771" y="7613313"/>
            <a:ext cx="29835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83031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2E2125B3-4B0F-3479-37BE-AE9F9EADE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5" y="1189514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4" name="Tabla_DIF_OP">
            <a:extLst>
              <a:ext uri="{FF2B5EF4-FFF2-40B4-BE49-F238E27FC236}">
                <a16:creationId xmlns:a16="http://schemas.microsoft.com/office/drawing/2014/main" id="{FD6FBA12-F800-3333-870A-C512E47FC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982570"/>
              </p:ext>
            </p:extLst>
          </p:nvPr>
        </p:nvGraphicFramePr>
        <p:xfrm>
          <a:off x="11599556" y="1534070"/>
          <a:ext cx="2723566" cy="5955794"/>
        </p:xfrm>
        <a:graphic>
          <a:graphicData uri="http://schemas.openxmlformats.org/drawingml/2006/table">
            <a:tbl>
              <a:tblPr/>
              <a:tblGrid>
                <a:gridCol w="898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8358">
                  <a:extLst>
                    <a:ext uri="{9D8B030D-6E8A-4147-A177-3AD203B41FA5}">
                      <a16:colId xmlns:a16="http://schemas.microsoft.com/office/drawing/2014/main" val="2312110783"/>
                    </a:ext>
                  </a:extLst>
                </a:gridCol>
                <a:gridCol w="608358">
                  <a:extLst>
                    <a:ext uri="{9D8B030D-6E8A-4147-A177-3AD203B41FA5}">
                      <a16:colId xmlns:a16="http://schemas.microsoft.com/office/drawing/2014/main" val="2359770243"/>
                    </a:ext>
                  </a:extLst>
                </a:gridCol>
              </a:tblGrid>
              <a:tr h="375666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75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5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80.0%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5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66167"/>
                  </a:ext>
                </a:extLst>
              </a:tr>
              <a:tr h="6975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6054638"/>
                  </a:ext>
                </a:extLst>
              </a:tr>
              <a:tr h="6975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5483696"/>
                  </a:ext>
                </a:extLst>
              </a:tr>
              <a:tr h="6975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528100"/>
                  </a:ext>
                </a:extLst>
              </a:tr>
              <a:tr h="6975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75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6" name="Grupo 25">
            <a:extLst>
              <a:ext uri="{FF2B5EF4-FFF2-40B4-BE49-F238E27FC236}">
                <a16:creationId xmlns:a16="http://schemas.microsoft.com/office/drawing/2014/main" id="{7BEC1126-ED53-E4B8-3DB3-2C68F2244D71}"/>
              </a:ext>
            </a:extLst>
          </p:cNvPr>
          <p:cNvGrpSpPr/>
          <p:nvPr/>
        </p:nvGrpSpPr>
        <p:grpSpPr>
          <a:xfrm>
            <a:off x="543878" y="17670"/>
            <a:ext cx="8728977" cy="1169463"/>
            <a:chOff x="543878" y="17670"/>
            <a:chExt cx="8728977" cy="1169463"/>
          </a:xfrm>
        </p:grpSpPr>
        <p:pic>
          <p:nvPicPr>
            <p:cNvPr id="25" name="Imagen 28">
              <a:extLst>
                <a:ext uri="{FF2B5EF4-FFF2-40B4-BE49-F238E27FC236}">
                  <a16:creationId xmlns:a16="http://schemas.microsoft.com/office/drawing/2014/main" id="{FC439C20-00DF-6CA6-BE56-ADECF55D46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942"/>
            <a:stretch>
              <a:fillRect/>
            </a:stretch>
          </p:blipFill>
          <p:spPr bwMode="auto">
            <a:xfrm>
              <a:off x="7649251" y="17670"/>
              <a:ext cx="1623604" cy="11694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9" name="Imagen 28">
              <a:extLst>
                <a:ext uri="{FF2B5EF4-FFF2-40B4-BE49-F238E27FC236}">
                  <a16:creationId xmlns:a16="http://schemas.microsoft.com/office/drawing/2014/main" id="{D74534D3-282D-859E-2DB9-842CEE889E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" name="Título 2">
              <a:extLst>
                <a:ext uri="{FF2B5EF4-FFF2-40B4-BE49-F238E27FC236}">
                  <a16:creationId xmlns:a16="http://schemas.microsoft.com/office/drawing/2014/main" id="{D31EFFC9-FDE6-5E8C-6CA4-B146D89495C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6829419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Oficina de la presidencia 1Q 2026</a:t>
              </a:r>
              <a:endParaRPr lang="es-ES" altLang="es-MX" sz="2700" b="1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pic>
          <p:nvPicPr>
            <p:cNvPr id="24" name="Imagen 3">
              <a:extLst>
                <a:ext uri="{FF2B5EF4-FFF2-40B4-BE49-F238E27FC236}">
                  <a16:creationId xmlns:a16="http://schemas.microsoft.com/office/drawing/2014/main" id="{29E92D70-740B-C42F-FBA7-99DAEBD625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7" name="89 CuadroTexto">
            <a:extLst>
              <a:ext uri="{FF2B5EF4-FFF2-40B4-BE49-F238E27FC236}">
                <a16:creationId xmlns:a16="http://schemas.microsoft.com/office/drawing/2014/main" id="{360836C2-E20A-12A8-6739-0D1665E13173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IPN Oficina de la presidencia </a:t>
            </a:r>
          </a:p>
        </p:txBody>
      </p:sp>
      <p:graphicFrame>
        <p:nvGraphicFramePr>
          <p:cNvPr id="28" name="Tabla_IPN_OP">
            <a:extLst>
              <a:ext uri="{FF2B5EF4-FFF2-40B4-BE49-F238E27FC236}">
                <a16:creationId xmlns:a16="http://schemas.microsoft.com/office/drawing/2014/main" id="{69CDAB55-C60B-AED2-4177-EB35519F17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43345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73.3%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15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9" name="Tabla_ANTERIO_OP">
            <a:extLst>
              <a:ext uri="{FF2B5EF4-FFF2-40B4-BE49-F238E27FC236}">
                <a16:creationId xmlns:a16="http://schemas.microsoft.com/office/drawing/2014/main" id="{83916DB0-3EB2-B1EA-25B5-9801135FDF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2364170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0" name="Agrupar 49">
            <a:extLst>
              <a:ext uri="{FF2B5EF4-FFF2-40B4-BE49-F238E27FC236}">
                <a16:creationId xmlns:a16="http://schemas.microsoft.com/office/drawing/2014/main" id="{92DD0BC9-8FC1-8FA6-30C8-A8F3942A7486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1" name="CuadroTexto 33">
              <a:extLst>
                <a:ext uri="{FF2B5EF4-FFF2-40B4-BE49-F238E27FC236}">
                  <a16:creationId xmlns:a16="http://schemas.microsoft.com/office/drawing/2014/main" id="{20674C59-8B07-5B9B-9EC5-2E4735DE1EBC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2" name="CuadroTexto 34">
              <a:extLst>
                <a:ext uri="{FF2B5EF4-FFF2-40B4-BE49-F238E27FC236}">
                  <a16:creationId xmlns:a16="http://schemas.microsoft.com/office/drawing/2014/main" id="{28C00ADA-4EE9-C0E2-7448-629CC55E5FAF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3" name="CuadroTexto 35">
              <a:extLst>
                <a:ext uri="{FF2B5EF4-FFF2-40B4-BE49-F238E27FC236}">
                  <a16:creationId xmlns:a16="http://schemas.microsoft.com/office/drawing/2014/main" id="{FD8D0913-D715-9DF0-1A99-3EB2365E4285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4" name="83 Rectángulo">
              <a:extLst>
                <a:ext uri="{FF2B5EF4-FFF2-40B4-BE49-F238E27FC236}">
                  <a16:creationId xmlns:a16="http://schemas.microsoft.com/office/drawing/2014/main" id="{9604B448-CB02-6EA6-9063-CAA2E1C846DC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5" name="84 Rectángulo">
              <a:extLst>
                <a:ext uri="{FF2B5EF4-FFF2-40B4-BE49-F238E27FC236}">
                  <a16:creationId xmlns:a16="http://schemas.microsoft.com/office/drawing/2014/main" id="{852350DA-B5E2-A338-A970-885A055ECD45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6" name="17 Rectángulo">
              <a:extLst>
                <a:ext uri="{FF2B5EF4-FFF2-40B4-BE49-F238E27FC236}">
                  <a16:creationId xmlns:a16="http://schemas.microsoft.com/office/drawing/2014/main" id="{A1E8632C-B4F9-15CF-5E9B-D249604E6040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7" name="Conector angular 25">
            <a:extLst>
              <a:ext uri="{FF2B5EF4-FFF2-40B4-BE49-F238E27FC236}">
                <a16:creationId xmlns:a16="http://schemas.microsoft.com/office/drawing/2014/main" id="{363D777A-BB40-4725-A62E-CCFBD4BD973E}"/>
              </a:ext>
            </a:extLst>
          </p:cNvPr>
          <p:cNvCxnSpPr>
            <a:cxnSpLocks/>
            <a:stCxn id="28" idx="3"/>
            <a:endCxn id="42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0D1A039B-3FB5-B5BE-4242-290365B13D97}"/>
              </a:ext>
            </a:extLst>
          </p:cNvPr>
          <p:cNvCxnSpPr>
            <a:cxnSpLocks/>
            <a:stCxn id="28" idx="1"/>
            <a:endCxn id="41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9" name="Conector angular 25">
            <a:extLst>
              <a:ext uri="{FF2B5EF4-FFF2-40B4-BE49-F238E27FC236}">
                <a16:creationId xmlns:a16="http://schemas.microsoft.com/office/drawing/2014/main" id="{516D8F2C-5276-CA05-BD2A-69BEC1CC15A5}"/>
              </a:ext>
            </a:extLst>
          </p:cNvPr>
          <p:cNvCxnSpPr>
            <a:cxnSpLocks/>
            <a:stCxn id="40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0" name="Tabla_DET_OP">
            <a:extLst>
              <a:ext uri="{FF2B5EF4-FFF2-40B4-BE49-F238E27FC236}">
                <a16:creationId xmlns:a16="http://schemas.microsoft.com/office/drawing/2014/main" id="{15F00A38-493B-290F-E6AF-BA566A1B4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010714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1" name="Tabla_PAS_OP">
            <a:extLst>
              <a:ext uri="{FF2B5EF4-FFF2-40B4-BE49-F238E27FC236}">
                <a16:creationId xmlns:a16="http://schemas.microsoft.com/office/drawing/2014/main" id="{96BF201E-DF41-1223-163C-A22BFB627F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364879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2" name="Tabla_PRO_OP">
            <a:extLst>
              <a:ext uri="{FF2B5EF4-FFF2-40B4-BE49-F238E27FC236}">
                <a16:creationId xmlns:a16="http://schemas.microsoft.com/office/drawing/2014/main" id="{21259036-EFBC-FC87-2CBD-B69E3CCB9A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286607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100.0%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(14)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4" name="Grafico _don_OP">
            <a:extLst>
              <a:ext uri="{FF2B5EF4-FFF2-40B4-BE49-F238E27FC236}">
                <a16:creationId xmlns:a16="http://schemas.microsoft.com/office/drawing/2014/main" id="{A4828F86-2C2C-8FB5-B696-280E40D43E2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1969232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6" name="Grafico_bar_OP">
            <a:extLst>
              <a:ext uri="{FF2B5EF4-FFF2-40B4-BE49-F238E27FC236}">
                <a16:creationId xmlns:a16="http://schemas.microsoft.com/office/drawing/2014/main" id="{79BA2808-0DC5-D0A7-F34B-6B8D5076D99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7778589"/>
              </p:ext>
            </p:extLst>
          </p:nvPr>
        </p:nvGraphicFramePr>
        <p:xfrm>
          <a:off x="5034929" y="1910993"/>
          <a:ext cx="6480673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22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B61E92C3-50B0-CF0C-CABB-860F01D967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2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" name="Grupo 9">
            <a:extLst>
              <a:ext uri="{FF2B5EF4-FFF2-40B4-BE49-F238E27FC236}">
                <a16:creationId xmlns:a16="http://schemas.microsoft.com/office/drawing/2014/main" id="{9ED62808-2433-E30E-FC30-6999DF40B07E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14" name="Imagen 29">
              <a:extLst>
                <a:ext uri="{FF2B5EF4-FFF2-40B4-BE49-F238E27FC236}">
                  <a16:creationId xmlns:a16="http://schemas.microsoft.com/office/drawing/2014/main" id="{30EDD44F-B37A-E377-9445-F1F71B9559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" name="Título 2">
              <a:extLst>
                <a:ext uri="{FF2B5EF4-FFF2-40B4-BE49-F238E27FC236}">
                  <a16:creationId xmlns:a16="http://schemas.microsoft.com/office/drawing/2014/main" id="{D55122D3-A733-7D94-84F8-7FFC2F9FA87D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485444"/>
              <a:ext cx="5503863" cy="5078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Oficina de la presidencia</a:t>
              </a:r>
              <a:endParaRPr lang="es-MX" altLang="es-MX" sz="27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pic>
          <p:nvPicPr>
            <p:cNvPr id="16" name="Imagen 3">
              <a:extLst>
                <a:ext uri="{FF2B5EF4-FFF2-40B4-BE49-F238E27FC236}">
                  <a16:creationId xmlns:a16="http://schemas.microsoft.com/office/drawing/2014/main" id="{BC4D0BD6-3704-E22D-C28A-D9D3DADD76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AD7539BD-7364-0ABA-C637-8ABD593050EE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8" name="Cinta curvada hacia arriba 3">
              <a:extLst>
                <a:ext uri="{FF2B5EF4-FFF2-40B4-BE49-F238E27FC236}">
                  <a16:creationId xmlns:a16="http://schemas.microsoft.com/office/drawing/2014/main" id="{8C211855-1803-7337-C6BB-A4211A058C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9" name="CuadroTexto 5">
              <a:extLst>
                <a:ext uri="{FF2B5EF4-FFF2-40B4-BE49-F238E27FC236}">
                  <a16:creationId xmlns:a16="http://schemas.microsoft.com/office/drawing/2014/main" id="{D533BE2F-5FC6-7B3C-F7EF-FC3977D66A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20" name="Imagen 46">
            <a:extLst>
              <a:ext uri="{FF2B5EF4-FFF2-40B4-BE49-F238E27FC236}">
                <a16:creationId xmlns:a16="http://schemas.microsoft.com/office/drawing/2014/main" id="{5B41C780-581A-C44A-BD02-BBE22783F3D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94D6163D-B58A-CF04-C783-0B630D710C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07268D3-CED3-2632-BC0E-CA1ED39988B3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1</a:t>
            </a:r>
            <a:endParaRPr lang="es-MX" sz="1600" b="1" dirty="0">
              <a:latin typeface="Montserrat" panose="00000500000000000000" pitchFamily="2" charset="0"/>
            </a:endParaRP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C0FD1B5B-C681-FF5A-274D-F48DF223CA0B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334A8A84-FE76-FD91-F101-D624A9AC48DB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2ABB192E-FD5D-A192-9FEB-440423D4736C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8A4B38F1-BF78-4793-B000-3FC6602337CF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918AAA10-1E0F-7BD8-C314-D50506F57ABF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01C9465D-9BF5-662F-8CD6-D17C2A1E6166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8297F3F4-308A-7AB7-2E58-AA43BC4E2DB0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B6F91335-6C9C-DEBC-601B-8FF13316BD95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9</a:t>
            </a:r>
          </a:p>
        </p:txBody>
      </p:sp>
      <p:graphicFrame>
        <p:nvGraphicFramePr>
          <p:cNvPr id="34" name="Tabla_PRO_MENS_OP">
            <a:extLst>
              <a:ext uri="{FF2B5EF4-FFF2-40B4-BE49-F238E27FC236}">
                <a16:creationId xmlns:a16="http://schemas.microsoft.com/office/drawing/2014/main" id="{113DC9D7-DA73-04A9-3099-1A154F17BD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774290"/>
              </p:ext>
            </p:extLst>
          </p:nvPr>
        </p:nvGraphicFramePr>
        <p:xfrm>
          <a:off x="1640898" y="2627029"/>
          <a:ext cx="11118417" cy="4281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008037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La empresa me ayuda a mejorar mi calidad de vida y la de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La empresa reconoce mi esfuerzo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Me gusta mi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Toman en cuenta mis opiniones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Comunicación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9_plantilla banco ">
  <a:themeElements>
    <a:clrScheme name="Banco Azteca 2">
      <a:dk1>
        <a:srgbClr val="015131"/>
      </a:dk1>
      <a:lt1>
        <a:srgbClr val="F8F7FF"/>
      </a:lt1>
      <a:dk2>
        <a:srgbClr val="646467"/>
      </a:dk2>
      <a:lt2>
        <a:srgbClr val="F5F5FD"/>
      </a:lt2>
      <a:accent1>
        <a:srgbClr val="015131"/>
      </a:accent1>
      <a:accent2>
        <a:srgbClr val="A21623"/>
      </a:accent2>
      <a:accent3>
        <a:srgbClr val="6C191F"/>
      </a:accent3>
      <a:accent4>
        <a:srgbClr val="36A320"/>
      </a:accent4>
      <a:accent5>
        <a:srgbClr val="E9442D"/>
      </a:accent5>
      <a:accent6>
        <a:srgbClr val="FF8C15"/>
      </a:accent6>
      <a:hlink>
        <a:srgbClr val="36A320"/>
      </a:hlink>
      <a:folHlink>
        <a:srgbClr val="BFC1C7"/>
      </a:folHlink>
    </a:clrScheme>
    <a:fontScheme name="Instalación integrada">
      <a:majorFont>
        <a:latin typeface="Trebuchet MS"/>
        <a:ea typeface=""/>
        <a:cs typeface=""/>
        <a:font script="Jpan" typeface="ＭＳ ゴシック"/>
        <a:font script="Hang" typeface="HY그래픽B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ＭＳ ゴシック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titus xmlns="http://schemas.titus.com/TitusProperties/">
  <TitusGUID xmlns="">ebcb2c65-4a83-42d0-bc43-dc04e35373fd</TitusGUID>
  <TitusMetadata xmlns="">eyJucyI6Imh0dHA6XC9cL3d3dy50aXR1cy5jb21cL25zXC9FbGVrdHJhIiwicHJvcHMiOlt7Im4iOiJDbGFzaWZpY2FjaW9uIiwidmFscyI6W3sidmFsdWUiOiJTSU5DLUxBU0kifV19XX0=</TitusMetadata>
</titus>
</file>

<file path=customXml/itemProps1.xml><?xml version="1.0" encoding="utf-8"?>
<ds:datastoreItem xmlns:ds="http://schemas.openxmlformats.org/officeDocument/2006/customXml" ds:itemID="{2B4D13C5-6E50-4BD3-8D9C-94CD6F769780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19405</TotalTime>
  <Words>537</Words>
  <Application>Microsoft Office PowerPoint</Application>
  <PresentationFormat>Personalizado</PresentationFormat>
  <Paragraphs>209</Paragraphs>
  <Slides>7</Slides>
  <Notes>5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5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7</vt:i4>
      </vt:variant>
    </vt:vector>
  </HeadingPairs>
  <TitlesOfParts>
    <vt:vector size="21" baseType="lpstr">
      <vt:lpstr>Arial</vt:lpstr>
      <vt:lpstr>Avenir Next lt pro bold</vt:lpstr>
      <vt:lpstr>Avenir Next lt pro medium</vt:lpstr>
      <vt:lpstr>Calibri</vt:lpstr>
      <vt:lpstr>Kanit</vt:lpstr>
      <vt:lpstr>Montserrat</vt:lpstr>
      <vt:lpstr>Montserrat ExtraBold</vt:lpstr>
      <vt:lpstr>Montserrat Light</vt:lpstr>
      <vt:lpstr>Muller thin</vt:lpstr>
      <vt:lpstr>1_Diseño personalizado</vt:lpstr>
      <vt:lpstr>9_plantilla banco </vt:lpstr>
      <vt:lpstr>Diseño personalizado</vt:lpstr>
      <vt:lpstr>2_Diseño personalizado</vt:lpstr>
      <vt:lpstr>3_Diseño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Yaira Sánchez</dc:creator>
  <cp:lastModifiedBy>Jesus Noel De Jesus Guerrero</cp:lastModifiedBy>
  <cp:revision>353</cp:revision>
  <dcterms:created xsi:type="dcterms:W3CDTF">2020-12-21T23:47:59Z</dcterms:created>
  <dcterms:modified xsi:type="dcterms:W3CDTF">2026-07-21T19:31:06Z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2023-05-02T18:17:29Z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7f9a10a3-581b-4cd3-a6cb-7ab43cc7bc97</vt:lpwstr>
  </property>
  <property fmtid="{D5CDD505-2E9C-101B-9397-08002B2CF9AE}" pid="8" name="MSIP_Label_8ae3a633-3d5f-462b-ba19-31157bb9a57b_ContentBits">
    <vt:lpwstr>0</vt:lpwstr>
  </property>
  <property fmtid="{D5CDD505-2E9C-101B-9397-08002B2CF9AE}" pid="9" name="TitusGUID">
    <vt:lpwstr>ebcb2c65-4a83-42d0-bc43-dc04e35373fd</vt:lpwstr>
  </property>
  <property fmtid="{D5CDD505-2E9C-101B-9397-08002B2CF9AE}" pid="10" name="dlp-metadata">
    <vt:lpwstr>SINC-LASI</vt:lpwstr>
  </property>
  <property fmtid="{D5CDD505-2E9C-101B-9397-08002B2CF9AE}" pid="11" name="Clasificacion">
    <vt:lpwstr>SINC-LASI</vt:lpwstr>
  </property>
</Properties>
</file>