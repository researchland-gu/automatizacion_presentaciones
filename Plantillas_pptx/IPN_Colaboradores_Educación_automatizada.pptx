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87" r:id="rId3"/>
    <p:sldMasterId id="2147483701" r:id="rId4"/>
    <p:sldMasterId id="2147483717" r:id="rId5"/>
  </p:sldMasterIdLst>
  <p:notesMasterIdLst>
    <p:notesMasterId r:id="rId14"/>
  </p:notesMasterIdLst>
  <p:sldIdLst>
    <p:sldId id="851" r:id="rId6"/>
    <p:sldId id="848" r:id="rId7"/>
    <p:sldId id="745" r:id="rId8"/>
    <p:sldId id="865" r:id="rId9"/>
    <p:sldId id="400" r:id="rId10"/>
    <p:sldId id="764" r:id="rId11"/>
    <p:sldId id="816" r:id="rId12"/>
    <p:sldId id="817" r:id="rId13"/>
  </p:sldIdLst>
  <p:sldSz cx="14400213" cy="8135938"/>
  <p:notesSz cx="6858000" cy="914400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46" autoAdjust="0"/>
    <p:restoredTop sz="95141" autoAdjust="0"/>
  </p:normalViewPr>
  <p:slideViewPr>
    <p:cSldViewPr snapToGrid="0" snapToObjects="1">
      <p:cViewPr varScale="1">
        <p:scale>
          <a:sx n="91" d="100"/>
          <a:sy n="91" d="100"/>
        </p:scale>
        <p:origin x="840" y="78"/>
      </p:cViewPr>
      <p:guideLst>
        <p:guide orient="horz" pos="2563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FA-48FF-90F2-62A478A61E45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FA-48FF-90F2-62A478A61E45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BFA-48FF-90F2-62A478A61E45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BFA-48FF-90F2-62A478A61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77AD-454D-B114-923CF66D0FD7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AD-454D-B114-923CF66D0FD7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AD-454D-B114-923CF66D0FD7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AD-454D-B114-923CF66D0FD7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7AD-454D-B114-923CF66D0FD7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AD-454D-B114-923CF66D0FD7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AD-454D-B114-923CF66D0FD7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7AD-454D-B114-923CF66D0FD7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7AD-454D-B114-923CF66D0FD7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7AD-454D-B114-923CF66D0FD7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7AD-454D-B114-923CF66D0FD7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7AD-454D-B114-923CF66D0FD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AD-454D-B114-923CF66D0FD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7AD-454D-B114-923CF66D0FD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7AD-454D-B114-923CF66D0FD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7AD-454D-B114-923CF66D0FD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7AD-454D-B114-923CF66D0FD7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7AD-454D-B114-923CF66D0FD7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7AD-454D-B114-923CF66D0FD7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7AD-454D-B114-923CF66D0FD7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7AD-454D-B114-923CF66D0FD7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7AD-454D-B114-923CF66D0FD7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7AD-454D-B114-923CF66D0FD7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7AD-454D-B114-923CF66D0FD7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7AD-454D-B114-923CF66D0FD7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7AD-454D-B114-923CF66D0FD7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7AD-454D-B114-923CF66D0FD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7AD-454D-B114-923CF66D0FD7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7AD-454D-B114-923CF66D0FD7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7AD-454D-B114-923CF66D0FD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77AD-454D-B114-923CF66D0FD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77AD-454D-B114-923CF66D0FD7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77AD-454D-B114-923CF66D0FD7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77AD-454D-B114-923CF66D0FD7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77AD-454D-B114-923CF66D0FD7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77AD-454D-B114-923CF66D0FD7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77AD-454D-B114-923CF66D0FD7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7AD-454D-B114-923CF66D0FD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7AD-454D-B114-923CF66D0FD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7AD-454D-B114-923CF66D0FD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7AD-454D-B114-923CF66D0FD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7AD-454D-B114-923CF66D0FD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7AD-454D-B114-923CF66D0FD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77AD-454D-B114-923CF66D0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7017948843351104"/>
          <c:y val="2.3401000330945947E-3"/>
          <c:w val="0.5298205115664894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Detractor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4-AB74-4B13-9738-4C2146AA1432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AB74-4B13-9738-4C2146AA14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B74-4B13-9738-4C2146AA143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Pasivo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Hoja1!$C$2:$C$4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AB74-4B13-9738-4C2146AA143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Promotor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1F9-46CD-BFD9-03373F423D69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0-61F9-46CD-BFD9-03373F423D69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D-D683-4626-8037-49DAEE2B4FB9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7-65D3-4B66-877D-E6D1D7580DD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B74-4B13-9738-4C2146AA143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AB74-4B13-9738-4C2146AA143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AB74-4B13-9738-4C2146AA143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A-AB74-4B13-9738-4C2146AA143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B74-4B13-9738-4C2146AA1432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C-AB74-4B13-9738-4C2146AA14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Hoja1!$A$2:$A$4</c:f>
              <c:strCache>
                <c:ptCount val="3"/>
                <c:pt idx="0">
                  <c:v>Educación</c:v>
                </c:pt>
                <c:pt idx="1">
                  <c:v>Universidad De La Libertad - Jorge Carlos Díaz Cuervo</c:v>
                </c:pt>
                <c:pt idx="2">
                  <c:v>Caminos A La Libertad - Sergio Antonio Sarmiento Fernández De Lara</c:v>
                </c:pt>
              </c:strCache>
            </c:strRef>
          </c:cat>
          <c:val>
            <c:numRef>
              <c:f>Hoja1!$D$2:$D$4</c:f>
              <c:numCache>
                <c:formatCode>0.0%</c:formatCode>
                <c:ptCount val="3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AB74-4B13-9738-4C2146AA143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583448464"/>
        <c:axId val="1"/>
      </c:barChart>
      <c:catAx>
        <c:axId val="58344846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lang="es-ES" sz="11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583448464"/>
        <c:crosses val="autoZero"/>
        <c:crossBetween val="between"/>
      </c:valAx>
      <c:spPr>
        <a:noFill/>
        <a:ln w="25339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31"/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1F-47FA-B06B-CDA411C7610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1F-47FA-B06B-CDA411C7610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1F-47FA-B06B-CDA411C7610B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0.73299999999999998</c:v>
                </c:pt>
                <c:pt idx="1">
                  <c:v>0.26700000000000002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B1F-47FA-B06B-CDA411C761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ED92639-57F6-73D9-C248-0030C7936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8565621-4175-36A6-A030-2621E336B44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4A67937-8ABE-4F56-A1B9-5EA24101ADEF}" type="datetimeFigureOut">
              <a:rPr lang="es-ES_tradnl"/>
              <a:pPr>
                <a:defRPr/>
              </a:pPr>
              <a:t>05/10/2026</a:t>
            </a:fld>
            <a:endParaRPr lang="es-ES_tradnl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FF6245DC-168D-E1E4-AA3F-107FBD974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B324F848-89FF-A24C-9D5F-7528803482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4A02FE-F746-9B43-6C6E-6CF0DCA553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186163-C9F9-9CF5-1257-10EC05CBC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4011296-2D5F-4DDA-BDC4-271B5B9CAFCE}" type="slidenum">
              <a:rPr lang="es-ES_tradnl" altLang="es-MX"/>
              <a:pPr>
                <a:defRPr/>
              </a:pPr>
              <a:t>‹Nº›</a:t>
            </a:fld>
            <a:endParaRPr lang="es-ES_tradnl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1 Marcador de imagen de diapositiva">
            <a:extLst>
              <a:ext uri="{FF2B5EF4-FFF2-40B4-BE49-F238E27FC236}">
                <a16:creationId xmlns:a16="http://schemas.microsoft.com/office/drawing/2014/main" id="{14E9AAE1-E813-B2E9-43B7-C16B549D14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2 Marcador de notas">
            <a:extLst>
              <a:ext uri="{FF2B5EF4-FFF2-40B4-BE49-F238E27FC236}">
                <a16:creationId xmlns:a16="http://schemas.microsoft.com/office/drawing/2014/main" id="{A5A98115-1742-3EF2-06CD-5759ADF481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74756" name="3 Marcador de número de diapositiva">
            <a:extLst>
              <a:ext uri="{FF2B5EF4-FFF2-40B4-BE49-F238E27FC236}">
                <a16:creationId xmlns:a16="http://schemas.microsoft.com/office/drawing/2014/main" id="{9DFFB4E0-ADB0-FE7C-9663-3B4E72B7C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FC4A6D-3BC8-430D-B46D-070CEDEECFF6}" type="slidenum">
              <a:rPr lang="es-MX" altLang="es-MX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</a:t>
            </a:fld>
            <a:endParaRPr lang="es-MX" altLang="es-MX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>
            <a:extLst>
              <a:ext uri="{FF2B5EF4-FFF2-40B4-BE49-F238E27FC236}">
                <a16:creationId xmlns:a16="http://schemas.microsoft.com/office/drawing/2014/main" id="{DABB91D3-17B4-1D63-C455-2F9EA0868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>
            <a:extLst>
              <a:ext uri="{FF2B5EF4-FFF2-40B4-BE49-F238E27FC236}">
                <a16:creationId xmlns:a16="http://schemas.microsoft.com/office/drawing/2014/main" id="{6552FDDE-3047-C2DB-97A7-51B55F81F1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64516" name="Marcador de número de diapositiva 3">
            <a:extLst>
              <a:ext uri="{FF2B5EF4-FFF2-40B4-BE49-F238E27FC236}">
                <a16:creationId xmlns:a16="http://schemas.microsoft.com/office/drawing/2014/main" id="{62D3AE92-560F-144E-4629-3471E0221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1D09B7-D066-4F86-9F40-2F8F73D373EE}" type="slidenum">
              <a:rPr lang="es-ES_tradnl" altLang="es-MX" smtClean="0">
                <a:latin typeface="Calibri" panose="020F0502020204030204" pitchFamily="34" charset="0"/>
              </a:rPr>
              <a:pPr/>
              <a:t>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6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Marcador de imagen de diapositiva 1">
            <a:extLst>
              <a:ext uri="{FF2B5EF4-FFF2-40B4-BE49-F238E27FC236}">
                <a16:creationId xmlns:a16="http://schemas.microsoft.com/office/drawing/2014/main" id="{40BCFA81-4FC8-D514-04D0-C43E398D80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Marcador de notas 2">
            <a:extLst>
              <a:ext uri="{FF2B5EF4-FFF2-40B4-BE49-F238E27FC236}">
                <a16:creationId xmlns:a16="http://schemas.microsoft.com/office/drawing/2014/main" id="{A6471C25-E068-F715-EC22-0A945C76CF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7044" name="Marcador de número de diapositiva 3">
            <a:extLst>
              <a:ext uri="{FF2B5EF4-FFF2-40B4-BE49-F238E27FC236}">
                <a16:creationId xmlns:a16="http://schemas.microsoft.com/office/drawing/2014/main" id="{9ABFB6B7-60F1-401A-3519-2DE39D124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62FAC0-EE03-4006-924D-27F208BA9CC8}" type="slidenum">
              <a:rPr lang="es-ES_tradnl" altLang="es-MX" smtClean="0"/>
              <a:pPr>
                <a:spcBef>
                  <a:spcPct val="0"/>
                </a:spcBef>
              </a:pPr>
              <a:t>7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Marcador de imagen de diapositiva 1">
            <a:extLst>
              <a:ext uri="{FF2B5EF4-FFF2-40B4-BE49-F238E27FC236}">
                <a16:creationId xmlns:a16="http://schemas.microsoft.com/office/drawing/2014/main" id="{F5356F99-C58A-FE6C-43EA-85D1293C09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Marcador de notas 2">
            <a:extLst>
              <a:ext uri="{FF2B5EF4-FFF2-40B4-BE49-F238E27FC236}">
                <a16:creationId xmlns:a16="http://schemas.microsoft.com/office/drawing/2014/main" id="{548D57FC-CBC0-526D-E614-B37E2670A8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89092" name="Marcador de número de diapositiva 3">
            <a:extLst>
              <a:ext uri="{FF2B5EF4-FFF2-40B4-BE49-F238E27FC236}">
                <a16:creationId xmlns:a16="http://schemas.microsoft.com/office/drawing/2014/main" id="{25B2419F-B4DB-E3D6-DBC7-074EC02EE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8525AF-1775-427B-BD8F-4D8ECB9979B4}" type="slidenum">
              <a:rPr lang="es-ES_tradnl" altLang="es-MX" smtClean="0"/>
              <a:pPr>
                <a:spcBef>
                  <a:spcPct val="0"/>
                </a:spcBef>
              </a:pPr>
              <a:t>8</a:t>
            </a:fld>
            <a:endParaRPr lang="es-ES_tradnl" alt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76EBD-3E49-5A33-2D23-4426FCABD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C727588-25A1-412C-BECC-78565DE51C7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412D7-9180-FEDD-0A13-CD4323CF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F0BFC-4683-5ECB-07A7-645D91A0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1464B-A312-41BF-BDD9-8AE9074DBB3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364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5890F3-EAA1-FF55-DC97-AC35988F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83066C7-BD15-45D5-A850-666416FE40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3E489-BFFD-5258-D67D-278AA1DC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D3E9F8-707B-0DC6-E264-A378870FC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D69B5-1ADF-492A-90B3-AEC08305396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0972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0631C2-2944-6749-F5E6-7B40FDD1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B8D11E-1C34-4D73-9C62-D8EC61578E2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CBB4EF-0146-49CF-D19A-F4675FE51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8F0E8F-81FA-72DB-967B-6678AF6D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119A3-23F7-4596-8481-AD20BE60212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2604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D2A35D-6014-D059-C815-07DB8909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E3B6CE0-A2FE-45E4-BDCE-5196E174017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E3AFEE-DC66-DF48-D5FC-18345C21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108DD-5341-EFCC-13D0-FACC97D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6B07C-5242-45A3-9A22-1483D1EC418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054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B7595F-A32B-0583-8846-AC24331B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475C196-413F-45F4-8B27-2E0AE3AD8EA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E750966-F7AB-F522-094C-EEE53F95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013B05-6FC9-8A4D-FB92-DB57797A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70E02-6668-4211-AA9E-4F74EC7A40B3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3758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E65A7F-20E5-5426-3F26-0D487AA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C651E9A-829B-48FC-B3E1-071EA852294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EF8476-07D9-31CB-52BC-6E725D99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C61DF-5FB9-A77E-B6E5-77BAD995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6A42F-E033-45BF-AAEB-1DF7B068F5F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6655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5CBF71-4D0E-5754-1805-4E4F33532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171053EA-4E59-AB88-4D59-9EFCAB91F0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960558C-E02E-5D4B-DDB8-3FC810ECB4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  <p:pic>
        <p:nvPicPr>
          <p:cNvPr id="10" name="Imagen 4">
            <a:extLst>
              <a:ext uri="{FF2B5EF4-FFF2-40B4-BE49-F238E27FC236}">
                <a16:creationId xmlns:a16="http://schemas.microsoft.com/office/drawing/2014/main" id="{FF172C9A-114C-F2D8-4758-5C5091C794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461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D8EBF68E-B69F-3A57-8231-0601349FDF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2644C493-F044-2B19-AD94-4473A94F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06521B-3744-4C42-9D30-F611FDE16499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B137931-9F64-8F4B-CCCB-F85EFFF3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EA3A615E-645A-820F-A380-01072B8F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850FB-FA0A-4FFD-9128-70492DBBE43C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A9CE1B-7834-AF66-05FE-1BA38F945B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602" y="7802325"/>
            <a:ext cx="2160000" cy="3124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94B7E85-3711-2EF0-D472-14E68F158B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51713" y="138652"/>
            <a:ext cx="1440000" cy="102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85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CFC8A7-BB41-9311-258C-43B9ABE4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51DCE78-4A39-4EA4-A2B9-BF9551EBDD7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315A2E-EE06-EEF1-9D83-A10C9E24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208754-323F-D7F9-432F-EA6BB4CE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47E57-E745-43ED-942B-6368D4E4BF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8336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E02FF1-A470-1C35-ABD1-9994C85F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B4C0E57-A3A5-4F90-8514-1B92B089733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95C3BA-DCC9-E81A-84CC-61E84FC65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FCFFA6-09FF-443C-F776-91B504B9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D0F69-71AD-48AC-AA94-AA458FB1754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5103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E4D6A7-8958-4A0D-F874-2261A6A0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8553001-E6B0-4E4E-A757-DFABC99A9B3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EBB7D9-AD8D-44AC-EE55-D59B936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E34593-6AB1-D60B-92DD-2058AD43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8C01-2583-4B62-98A6-E14E0AC854E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076934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D9445-CA48-FAA6-9D60-8A644295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235B4E2-E398-4E00-AAC6-02A707654A3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FC771C-ED7B-D0C4-6B7C-B796BB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5127D-53AB-1440-F024-92FECC60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61F96-B2CB-44F6-808A-3D7965DA30A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335620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7E90FDD9-8A28-4F7A-E6D9-7676800191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 descr="Forma, Flecha&#10;&#10;Descripción generada automáticamente">
            <a:extLst>
              <a:ext uri="{FF2B5EF4-FFF2-40B4-BE49-F238E27FC236}">
                <a16:creationId xmlns:a16="http://schemas.microsoft.com/office/drawing/2014/main" id="{1996E1F0-6F7C-5831-D60A-704CD6016B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8110" y="3602728"/>
            <a:ext cx="4255256" cy="2520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BD864F-9271-4148-FD5C-F563D3BACE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8917"/>
            <a:ext cx="9493035" cy="75270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ECE900C-ADD1-786A-5CF3-8D320D3A44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39199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7421"/>
            <a:ext cx="12240181" cy="1743953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Haga clic para modificar el estilo de subtítulo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4E5BE6-53F5-0629-F913-F65C5EFA7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E7D078B9-0469-0E42-83F4-C5B068902C3D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28E719-52AF-5E80-4183-2BA7D61C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82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A4BAC-31A2-476D-5181-5B140F25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73B093-F339-1C44-B7C4-DE2B31CB71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A092FB-26F1-CA67-F1C0-A0E1C44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373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7"/>
            <a:ext cx="12240181" cy="1615889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8358"/>
            <a:ext cx="12240181" cy="177973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534B-BBC3-FC63-4828-4B2F7CB5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215A2303-DDBE-3741-AD2F-3C1F4939E1C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4FCDC-E7DC-5229-485F-093F9745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901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91221"/>
            <a:ext cx="12960192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3047213"/>
            <a:ext cx="6360094" cy="42205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D70DD-57E3-C19B-42D6-742255D8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1F5E3FE3-5FA2-2944-94CA-14CFFEAF675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6D3F-67EF-1A38-1DEA-435B67E1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8878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18526"/>
            <a:ext cx="9110134" cy="1355990"/>
          </a:xfrm>
        </p:spPr>
        <p:txBody>
          <a:bodyPr/>
          <a:lstStyle>
            <a:lvl1pPr>
              <a:defRPr sz="5333"/>
            </a:lvl1pPr>
          </a:lstStyle>
          <a:p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editar</a:t>
            </a:r>
            <a:r>
              <a:rPr lang="en-US" dirty="0"/>
              <a:t> </a:t>
            </a:r>
            <a:r>
              <a:rPr lang="en-US" dirty="0" err="1"/>
              <a:t>título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2970561"/>
            <a:ext cx="6362595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3729538"/>
            <a:ext cx="6362595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7" y="2970561"/>
            <a:ext cx="6365094" cy="758978"/>
          </a:xfrm>
        </p:spPr>
        <p:txBody>
          <a:bodyPr anchor="b">
            <a:noAutofit/>
          </a:bodyPr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7" y="3729538"/>
            <a:ext cx="6365094" cy="3330837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 err="1"/>
              <a:t>Haga</a:t>
            </a:r>
            <a:r>
              <a:rPr lang="en-US" dirty="0"/>
              <a:t> </a:t>
            </a:r>
            <a:r>
              <a:rPr lang="en-US" dirty="0" err="1"/>
              <a:t>clic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modificar</a:t>
            </a:r>
            <a:r>
              <a:rPr lang="en-US" dirty="0"/>
              <a:t> el </a:t>
            </a:r>
            <a:r>
              <a:rPr lang="en-US" dirty="0" err="1"/>
              <a:t>estilo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del </a:t>
            </a:r>
            <a:r>
              <a:rPr lang="en-US" dirty="0" err="1"/>
              <a:t>patrón</a:t>
            </a:r>
            <a:endParaRPr lang="en-US" dirty="0"/>
          </a:p>
          <a:p>
            <a:pPr lvl="1"/>
            <a:r>
              <a:rPr lang="en-US" dirty="0"/>
              <a:t>Segundo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/>
              <a:t>Cuarto </a:t>
            </a:r>
            <a:r>
              <a:rPr lang="en-US" dirty="0" err="1"/>
              <a:t>nivel</a:t>
            </a:r>
            <a:endParaRPr lang="en-US" dirty="0"/>
          </a:p>
          <a:p>
            <a:pPr lvl="4"/>
            <a:r>
              <a:rPr lang="en-US" dirty="0" err="1"/>
              <a:t>Quinto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s-MX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BAC2D6-838F-6656-9886-5E14A230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F369A261-6B02-4542-8806-485DDEC1917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E0B04-694E-CFBD-EDEB-66E58F20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197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 para editar título</a:t>
            </a:r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529507-E7B3-91D1-4A3A-88C5B27B7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72D53C0E-826D-4746-9547-EE425C4E1065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75B562-1491-BB43-E2AE-10A6F048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7354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6">
            <a:extLst>
              <a:ext uri="{FF2B5EF4-FFF2-40B4-BE49-F238E27FC236}">
                <a16:creationId xmlns:a16="http://schemas.microsoft.com/office/drawing/2014/main" id="{02BA5267-3F29-927F-5607-73750147D5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5DA355-7A80-9668-D610-07DB5E1037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5524" y="481229"/>
            <a:ext cx="1620000" cy="11491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A6A0351-0C4B-B675-AD53-06C02D8B4D0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937" y="7600142"/>
            <a:ext cx="3310214" cy="47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95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3" userDrawn="1">
          <p15:clr>
            <a:srgbClr val="FBAE40"/>
          </p15:clr>
        </p15:guide>
        <p15:guide id="2" pos="453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9" y="2071655"/>
            <a:ext cx="4737571" cy="82112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2071654"/>
            <a:ext cx="8050119" cy="51960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9" y="3064538"/>
            <a:ext cx="4737571" cy="420319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30A713-B585-F378-E6DB-2D90E0C2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7F0E217-731C-0C41-8A0B-0B9413642C9C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06B3C-BAFE-EDD2-D4CC-DAFCDB09A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7687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5695158"/>
            <a:ext cx="8640128" cy="67234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720011" y="1826069"/>
            <a:ext cx="8640128" cy="3782458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Arrastre la imagen al marcador de posición o haga clic en el icono para agregar</a:t>
            </a:r>
            <a:endParaRPr lang="es-MX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1" y="6367505"/>
            <a:ext cx="8640128" cy="954841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1163E3-1E9E-C7E5-B39B-2FCA5535F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4529676F-C210-FC43-8541-F3BC7CC6118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97EFB-35F5-DB03-05E6-09D20B65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5106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1" y="1681805"/>
            <a:ext cx="12960192" cy="1355990"/>
          </a:xfrm>
        </p:spPr>
        <p:txBody>
          <a:bodyPr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04539-30A7-72D1-E2F3-ABA509AE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3B98CC18-F67D-064E-9A24-E8BB0B57A8D7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56D72-BD35-C5B0-2F2B-F31AD063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11950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1838125"/>
            <a:ext cx="3240048" cy="5429609"/>
          </a:xfrm>
        </p:spPr>
        <p:txBody>
          <a:bodyPr vert="eaVert"/>
          <a:lstStyle/>
          <a:p>
            <a:r>
              <a:rPr lang="en-US"/>
              <a:t>Clic para editar título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5818"/>
            <a:ext cx="9480140" cy="6941914"/>
          </a:xfrm>
        </p:spPr>
        <p:txBody>
          <a:bodyPr vert="eaVert"/>
          <a:lstStyle/>
          <a:p>
            <a:pPr lvl="0"/>
            <a:r>
              <a:rPr lang="en-US"/>
              <a:t>Haga clic para modificar el estilo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0472A-986A-0F11-62F9-993C8831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fld id="{CD260C81-6DBA-4D4B-A46A-D57B654F7CEE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036CD8-136D-777E-1938-E93CC887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8F7FF">
                    <a:tint val="75000"/>
                  </a:srgbClr>
                </a:solidFill>
                <a:ea typeface="+mn-ea"/>
              </a:defRPr>
            </a:lvl1pPr>
          </a:lstStyle>
          <a:p>
            <a:pPr>
              <a:defRPr/>
            </a:pP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495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829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3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799958-3519-9999-CD54-6561D872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D1FFC10-B0CD-4C28-A8C6-174856D5B90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05DA0D-0870-C95E-AD47-37821FB8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89D0CE-B453-0FE4-31E7-E51D65583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B6390D-0C75-4C70-865C-C08A3D470D7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977487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C36A6E-EECA-18DC-C046-60C9A10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9C4EA83-247C-4D63-8FC9-0936413C13A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8785A-F9FE-54F2-6FE0-EC33D073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A7DD9-C502-3F09-5449-DF605FE4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FBBB0-A835-412E-907C-33D472F1E08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1136962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3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C057F4-9C51-42D8-B64E-D7712C77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088FA6F-5E4D-4B35-8612-351943399040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09E36-5A4B-0020-6F84-E274335F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6C9F9-F6ED-4563-D8EA-1ACBFB25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519BE-1D49-4939-BD39-A2611F7E400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072797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89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E29A22-1F75-458E-58EE-F31F96E8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73BDDBB-C47E-46DF-912E-C64B6E497D8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2E14-FF2C-F3B1-51A0-CBEBC18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AEAA-F8C5-0ABF-B9D2-570251DF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17B8-FB41-46D4-A1B5-CEB275B5E5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55003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3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1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1" y="2581403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0859C2-3C46-2F91-EB62-07100F55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A7D1DCA-DA21-457D-B85E-B7FEF463140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35287B-8447-8E55-5714-9DCCE41F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DCEF7F-2432-3F5B-C26A-7749C440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5F13-1A59-414E-A603-8FDCAE62B80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24115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D53C6E-4788-D0BF-1287-98A4D2C0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4336BA-23FB-4205-AA93-A6FD0DBC1B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C9B93E-BC61-E524-CE42-FC36796E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3F9246-885B-59C4-B412-23E8949B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C0EF-EFE7-43A2-AF83-EF09381410E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174420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2514192-9D90-DB6F-92BC-8F6B54D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1BC10C1-C3AC-44AC-8BB0-ECB4C86F5C4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A5F90A-46E9-AA8B-75BE-AAC298F5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55656E-E357-C040-8732-EF36E6BCA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8280C-946A-4698-B6C8-9039CA3E281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051675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5B3E7035-DDC1-B7B9-1127-B1A769C945D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90F068D3-97FF-6BF1-0361-FFB9A0692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59" descr="Upax_Research.png">
            <a:extLst>
              <a:ext uri="{FF2B5EF4-FFF2-40B4-BE49-F238E27FC236}">
                <a16:creationId xmlns:a16="http://schemas.microsoft.com/office/drawing/2014/main" id="{9B0D8AE2-3953-BF0C-958A-E62DDEBACD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59"/>
            <a:ext cx="2109406" cy="42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EBF59C88-0BF3-55DF-38BE-4EF46385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46B9E6-3DF7-4B71-959A-0F8E4EEA4B0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85D26AB-F3D6-F6B0-6CFA-08A5C24D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28B17A-C002-CCC8-AA83-278FFE46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F4D10-6ACA-4A4F-BA83-67EAC3B4B7C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395114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3" y="323934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5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3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975F7D-7818-7EF7-1D91-FE3F5B79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6AF17E4-F2FC-43E4-9BD3-846122AC4C3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EAB0CE-DF26-5980-19F4-3C6DE5468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ED9573-2255-6509-2EE3-13E66AFD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0A7AB-76F8-48CA-B90F-D5B4BBC81C7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88919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53404-6703-8BF8-004C-BD562E0C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20654DC-2A96-4BDB-8A17-A1E2C042823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7748B6-4597-F69B-F1A9-555286E99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9B0376-3B92-E5E6-98A1-325A77E1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EF5C5-6F16-40E0-91F3-F13BE6BC56F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01871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FFBCF0-3D34-F3C2-C4D9-08CF3619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5B16916-BB83-459C-974D-2FC84FB31DB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5B2A6-5C59-0FDC-6F17-FDB2F3458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4685B1-37E4-ED5D-9E1C-C0366089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D394A-6EEF-4608-BC76-9ECE30AE617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586051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4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4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075EA-BCBA-448E-8727-090737D5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17BD9B4-4204-4EC7-BEB1-39D0311782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B08DF-D0BF-3F85-27C4-61E2F94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3C7931-88EB-B299-6641-C2E2D13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F1929-5B10-4608-85D9-A73E199B55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39412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F0A89CF4-9D13-B7FF-5478-3B8B7D8F00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61747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2EBDE-8553-F9FD-B193-921E3191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949CEA3-58E7-4CAB-AEB2-131FAC8BDDB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387BE5-2061-E7B5-8F40-1C0C1B48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8D0C7B-A329-5F92-F961-6E051AEC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D9154-6334-4F65-82A8-8478F32D268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879949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42EA61-E526-36C8-A1DA-FF931B8E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A719848-366F-40F1-B5A5-59F57A616FAC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440E5-03C7-3E66-064F-F96C83B1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79AF3-45DA-0820-B8CF-9654D2575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74DD5-22AB-4786-848E-74373348739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5501736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200B6-0123-38F5-AEFC-093644DDE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55A7D9A4-8561-4A6C-B58D-513DC56CEC6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231F09-D285-557F-D6A8-272ACB9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77D5E0-FFAB-9761-F2BC-80D72A5A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FE61C-8024-42E3-A5E1-413A96CB12FB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841657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DFAB2C-84C1-BBE6-81DD-BC98DA91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0512DF7-D815-42AE-BE86-DDFA419856E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2C11B-5BAC-AACF-05C9-A0E55C92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92555-B269-1DB2-6312-8CA0C3F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E5CA-4AA7-4EAD-857D-A82BB354B51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82996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2F7934-4FCF-9576-6149-BC4F2A53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1D22C19-0F37-450C-BF64-7C0A1F89085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3E416B-232A-0082-6912-76EDD58E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9C9D48-D846-5F75-F412-8A46099A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3F362-41A3-46DA-A4B4-3CE932AB501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746914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892C1-C713-6AC4-63AD-EBC5FE90F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370CAE-E20E-4CD4-994B-3229E8B5CCD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21D036-792A-A4CC-1FA6-3D267834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2ED5CD-7167-2524-DA60-E6D71EF25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6F0A6-BC9F-44EF-9EE3-53F2A2FE3F81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535064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1568FD-B6C3-575D-2993-998BEBA0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E2F1CDC-8259-4284-8CEC-DFFB818B70E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D1A9BD-03C3-15C3-4FB3-34F7215D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7F492C-B7D6-F542-E7D4-A895D41E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F8C16-12F1-4B54-BB9D-76C901F2EE4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029442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1CFF3331-2EC8-6572-A169-1230D3E50368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5E5CD2F1-222B-1AA6-41D7-59ADC06B63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59" descr="Upax_Research.png">
            <a:extLst>
              <a:ext uri="{FF2B5EF4-FFF2-40B4-BE49-F238E27FC236}">
                <a16:creationId xmlns:a16="http://schemas.microsoft.com/office/drawing/2014/main" id="{3B1C98C0-44AA-2ACE-031B-1326028C77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59"/>
            <a:ext cx="2109406" cy="42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F2AFB3F6-C91B-6183-8EFF-3D671505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52FBE94-5F03-4999-8227-A63AC8E9D496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1A3C809B-8F5F-F686-72C3-14250504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9B5CD086-3099-2768-6D3A-304D91D2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AAB20-58F5-4E23-AA20-359C503250A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7011002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CB627C-34EE-017E-5EF1-EF4171F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E8D5E3E-5ADC-40CD-B56D-B3D4EECF93ED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84C0A2-2ADD-803C-4B29-E534215E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591CE9-0862-C7A4-071F-E5D1EF7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FB9D-0E5B-42B3-9332-3F1037752AD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7882225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959635-277F-04A4-F95D-12707631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89406E0-8FF3-4BF7-B6E7-88F90E9DDE5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B5B216-5534-513C-9F9A-971B00F5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20244-F23D-1B3C-2094-C7575C14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93C3-9303-4653-A7EB-D75648AF9527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222617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5609E-16F8-18D2-8396-41D7480F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8331E4E-4420-4386-84DE-10258B33301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C011C-5BEB-32A7-DBF7-EADF22D0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C5B5D-BDFA-D1F5-5963-9092F395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ADF2E-81B1-4832-8467-BB343F9E2D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2099629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3E74C1-3378-504C-D9C4-E28305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7B73F83-486F-4850-B5F2-37D5998B500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56CD3-E742-1BF4-4BE0-25ACE5C1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7FA28D-5C8D-7417-32A1-FFC6C257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3E516-5944-4507-83EE-32229639C8B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67021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FCA0E2F-5F1B-2338-8B81-21A52CC7B8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023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6" y="2528675"/>
            <a:ext cx="12240181" cy="174269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2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98FC0-1DC4-6C14-2355-4A3B23C0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A6E741B-19BE-4E12-8E19-6B3DE23FA9A5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6A402D-D69A-DBF7-5BA7-18E75899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9E57E-77C8-FD86-F788-80E4DF6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E5EAA-A7AC-41E6-8EC4-5D71B19A05D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1386410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E659A-F1B0-EA0A-B4E4-A196898B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9E7DABE-86AF-477B-9AF2-FF451B01791A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7225A7-6B89-024E-9CED-AB4D8B0C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AF99DF-5AA7-49CA-1890-FF914C83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1F091-2089-4C8D-B58F-E08C4C68395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1968715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8" y="5228094"/>
            <a:ext cx="12240181" cy="161714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8" y="3447734"/>
            <a:ext cx="12240181" cy="1780363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F0DB89-67B7-3610-965C-8534FFD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530DC6F-E708-48A7-9AC8-474A9378B98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1B00C-45D9-4AF4-1195-8432E42A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CB388D-D93A-13F0-F895-B6A5BECA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30376-C7B5-4E35-973C-05D49D18B17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4521989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3B552-6CE0-ACB5-1CF0-BB0F093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41792FA-4BB7-404D-9B8C-E0C38904374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534C2B-C179-58FF-07F0-B494B697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67FE9-8D93-AA99-2D11-12FBE54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F55A4-6BC6-4436-A087-DDE19A5AD17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9196012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1" y="1820543"/>
            <a:ext cx="6362595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1" y="2581404"/>
            <a:ext cx="6362595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4"/>
            <a:ext cx="6365094" cy="468569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2C6FD7-B466-5400-99C2-D6C13C19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0FC2BC-4500-4001-B99F-C9141229337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6CC60B-C7CB-5AFF-CAF6-3739571B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B145FE-DCB3-20BD-2702-D4E0856C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6471D-8F9D-464B-906A-5063215A41CD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508564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8AB050-7EA4-5764-7FD6-4E60E930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12CC54D-B1AC-4D0F-BB58-96A2A86C26D8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B881F04-E8B1-4CDA-7837-98DA8B3C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F207D-C42C-7DED-E724-61F7DE1A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7411F-BEBC-4BF4-8CAE-052605414F89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432178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494CD4-3E5A-B9B9-B3EC-386872A1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CE5AD6F-CDEA-44FA-8203-61F8999C6371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74173B-C217-BB4D-E2F3-D5535B657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28B7D-EBFF-8F36-FF18-55E23000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35B2-D918-4CEC-B04E-EBDD7474843A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42040809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888A6E65-AB1E-263D-CE55-97B0081FC1CB}"/>
              </a:ext>
            </a:extLst>
          </p:cNvPr>
          <p:cNvSpPr/>
          <p:nvPr userDrawn="1"/>
        </p:nvSpPr>
        <p:spPr>
          <a:xfrm>
            <a:off x="0" y="201516"/>
            <a:ext cx="1612524" cy="936009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17" tIns="60959" rIns="121917" bIns="60959" anchor="ctr"/>
          <a:lstStyle/>
          <a:p>
            <a:pPr algn="ctr" defTabSz="121911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400" dirty="0">
              <a:solidFill>
                <a:prstClr val="white"/>
              </a:solidFill>
              <a:latin typeface="Muller thin"/>
            </a:endParaRPr>
          </a:p>
        </p:txBody>
      </p:sp>
      <p:pic>
        <p:nvPicPr>
          <p:cNvPr id="3" name="Imagen 5" descr=":puntosw-01.png">
            <a:extLst>
              <a:ext uri="{FF2B5EF4-FFF2-40B4-BE49-F238E27FC236}">
                <a16:creationId xmlns:a16="http://schemas.microsoft.com/office/drawing/2014/main" id="{D3494E5D-0A20-B0CF-C504-07393000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8947"/>
            <a:ext cx="1087516" cy="109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59" descr="Upax_Research.png">
            <a:extLst>
              <a:ext uri="{FF2B5EF4-FFF2-40B4-BE49-F238E27FC236}">
                <a16:creationId xmlns:a16="http://schemas.microsoft.com/office/drawing/2014/main" id="{0A988584-FAB6-C048-3931-8330CF4FDA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59"/>
            <a:ext cx="2109406" cy="42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9AA11556-D91E-1B5B-6193-9E91357C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330D998-F5AF-426B-9C66-491C5D9D3FA9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EC7063DA-7714-2B8C-5BA9-BF1724CF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12794080-1EC2-DEE2-40D9-52F21E3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0CA47-4315-4FD0-B30C-9DAB70F661B8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621388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4" y="323935"/>
            <a:ext cx="4737571" cy="137858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4" y="1702521"/>
            <a:ext cx="4737571" cy="5564579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D598CC-CC9C-B693-76FA-B4FE53E9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C6372D7-148E-44B6-82F6-B8E4B578F643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2B6AA-A1A0-C15E-599E-E5410E49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76309-1BCA-B603-DB2C-4B2088D1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E4E596-17CB-4C8A-B2F0-859D5EE36C6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21347006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8"/>
            <a:ext cx="8640128" cy="672973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1"/>
            <a:ext cx="8640128" cy="954215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40CCDE-5E21-DE71-2B9F-9820431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309C39-CAD0-40EB-8E7D-D5A9262F62C2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07685C-E9CD-47A1-E6AB-FA32F51A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ED74B-331F-76A8-5F6C-C28FBB89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C5166-DC9F-4C98-86E1-1A04D3C12AA4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491862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415D4-31D8-C675-AAB6-55CAAB6F0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C9AA56FE-90E8-47C3-89C8-5F7D8DFD9CD7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5E739-570F-F2B8-FBF2-EE31070F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FCFE34-2C9E-D419-1333-2368C12F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93422-A862-4CD2-A75F-4B2758F8848E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2815982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4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1" y="326445"/>
            <a:ext cx="9480140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94A7A8-D5FD-70C1-442F-064AD9FE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6F12F0E-669D-4BE1-A9BF-0E11F275B46E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6DA92-9870-4B86-F0C3-51CFD94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DD39F7-E919-DC9D-6373-BF2C060C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13D46-E7FB-4A95-A690-2245DF14B6FF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  <p:extLst>
      <p:ext uri="{BB962C8B-B14F-4D97-AF65-F5344CB8AC3E}">
        <p14:creationId xmlns:p14="http://schemas.microsoft.com/office/powerpoint/2010/main" val="36090217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7" descr="shutterstock_33008366.png">
            <a:extLst>
              <a:ext uri="{FF2B5EF4-FFF2-40B4-BE49-F238E27FC236}">
                <a16:creationId xmlns:a16="http://schemas.microsoft.com/office/drawing/2014/main" id="{24052728-8499-C6FF-FF7B-20ECE0E5D8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47191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56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8D50B893-063B-02EE-FDD1-3FE5AE7678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4C227B35-5924-2901-229D-6F2D21D7A3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337C74-6949-8EEA-C167-708BB23C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21FFFBF-D5A6-4D1C-87AD-3447D52A0784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02C3D3-DF41-9088-F941-097E7DE2A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F90E63-2D1F-BB8C-2C69-19A533CEB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50FB85B6-3B94-4BD5-A986-26F6EC71CB70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417" r:id="rId1"/>
    <p:sldLayoutId id="2147493418" r:id="rId2"/>
    <p:sldLayoutId id="2147493419" r:id="rId3"/>
    <p:sldLayoutId id="2147493420" r:id="rId4"/>
    <p:sldLayoutId id="2147493421" r:id="rId5"/>
    <p:sldLayoutId id="2147493422" r:id="rId6"/>
    <p:sldLayoutId id="2147493423" r:id="rId7"/>
    <p:sldLayoutId id="2147493424" r:id="rId8"/>
    <p:sldLayoutId id="2147493425" r:id="rId9"/>
    <p:sldLayoutId id="2147493426" r:id="rId10"/>
    <p:sldLayoutId id="2147493427" r:id="rId11"/>
    <p:sldLayoutId id="2147493428" r:id="rId12"/>
    <p:sldLayoutId id="2147493429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D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Marcador de título 1">
            <a:extLst>
              <a:ext uri="{FF2B5EF4-FFF2-40B4-BE49-F238E27FC236}">
                <a16:creationId xmlns:a16="http://schemas.microsoft.com/office/drawing/2014/main" id="{993E0006-044F-98C4-3C89-0D203755AB7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1681804"/>
            <a:ext cx="13239571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Clic para editar título</a:t>
            </a:r>
            <a:endParaRPr lang="es-MX" altLang="es-MX"/>
          </a:p>
        </p:txBody>
      </p:sp>
      <p:sp>
        <p:nvSpPr>
          <p:cNvPr id="2051" name="Marcador de texto 2">
            <a:extLst>
              <a:ext uri="{FF2B5EF4-FFF2-40B4-BE49-F238E27FC236}">
                <a16:creationId xmlns:a16="http://schemas.microsoft.com/office/drawing/2014/main" id="{C7048B2B-A834-CEB9-FF95-1B11E6C484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3084877"/>
            <a:ext cx="12960192" cy="4182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MX"/>
              <a:t>Haga clic para modificar el estilo de texto del patrón</a:t>
            </a:r>
          </a:p>
          <a:p>
            <a:pPr lvl="1"/>
            <a:r>
              <a:rPr lang="en-US" altLang="es-MX"/>
              <a:t>Segundo nivel</a:t>
            </a:r>
          </a:p>
          <a:p>
            <a:pPr lvl="2"/>
            <a:r>
              <a:rPr lang="en-US" altLang="es-MX"/>
              <a:t>Tercer nivel</a:t>
            </a:r>
          </a:p>
          <a:p>
            <a:pPr lvl="3"/>
            <a:r>
              <a:rPr lang="en-US" altLang="es-MX"/>
              <a:t>Cuarto nivel</a:t>
            </a:r>
          </a:p>
          <a:p>
            <a:pPr lvl="4"/>
            <a:r>
              <a:rPr lang="en-US" altLang="es-MX"/>
              <a:t>Quinto nivel</a:t>
            </a:r>
            <a:endParaRPr lang="es-MX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AC07B7-3870-4F25-C5B4-99956B3A5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fld id="{FE014A23-4D4C-444E-BD6F-C0C98CD6CBC4}" type="datetime1">
              <a:rPr lang="es-MX"/>
              <a:pPr>
                <a:defRPr/>
              </a:pPr>
              <a:t>05/10/2026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BABCE0-7A55-871E-B9C6-9DC2FCABD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3163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FAF9FF"/>
                </a:solidFill>
                <a:latin typeface="Avenir Next lt pro medium"/>
                <a:ea typeface="Avenir Next lt pro medium"/>
                <a:cs typeface="Avenir Next lt pro medium"/>
              </a:defRPr>
            </a:lvl1pPr>
          </a:lstStyle>
          <a:p>
            <a:pPr>
              <a:defRPr/>
            </a:pPr>
            <a:endParaRPr lang="es-MX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93430" r:id="rId1"/>
    <p:sldLayoutId id="2147493431" r:id="rId2"/>
    <p:sldLayoutId id="2147493432" r:id="rId3"/>
    <p:sldLayoutId id="2147493433" r:id="rId4"/>
    <p:sldLayoutId id="2147493434" r:id="rId5"/>
    <p:sldLayoutId id="2147493435" r:id="rId6"/>
    <p:sldLayoutId id="2147493436" r:id="rId7"/>
    <p:sldLayoutId id="2147493437" r:id="rId8"/>
    <p:sldLayoutId id="2147493438" r:id="rId9"/>
    <p:sldLayoutId id="2147493439" r:id="rId10"/>
    <p:sldLayoutId id="2147493440" r:id="rId11"/>
    <p:sldLayoutId id="2147493441" r:id="rId12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5800" b="1" kern="1200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5800" b="1">
          <a:solidFill>
            <a:schemeClr val="tx1"/>
          </a:solidFill>
          <a:latin typeface="Avenir Next lt pro bold"/>
          <a:ea typeface="Avenir Next lt pro bold"/>
          <a:cs typeface="Avenir Next lt pro bold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Avenir Next lt pro medium"/>
          <a:ea typeface="Avenir Next lt pro medium"/>
          <a:cs typeface="Avenir Next lt pro 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Marcador de título 1">
            <a:extLst>
              <a:ext uri="{FF2B5EF4-FFF2-40B4-BE49-F238E27FC236}">
                <a16:creationId xmlns:a16="http://schemas.microsoft.com/office/drawing/2014/main" id="{23F67CC4-5117-BB32-7E0B-CDC6DBB2837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3075" name="Marcador de texto 2">
            <a:extLst>
              <a:ext uri="{FF2B5EF4-FFF2-40B4-BE49-F238E27FC236}">
                <a16:creationId xmlns:a16="http://schemas.microsoft.com/office/drawing/2014/main" id="{EA305510-5E28-B755-3676-BEE42E0B9E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27996-0FA4-7D42-0385-A045ADE48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7B90BB1-49A9-489E-8560-E987CF71BB3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76E37-127F-14D4-9A83-F416B5347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3CAC-2CD3-1278-E08A-4CDE99E0F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127126C-84D4-4E1B-BBC3-875546CBBA65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3079" name="Picture 1">
            <a:extLst>
              <a:ext uri="{FF2B5EF4-FFF2-40B4-BE49-F238E27FC236}">
                <a16:creationId xmlns:a16="http://schemas.microsoft.com/office/drawing/2014/main" id="{55972C32-8024-B2D7-5ADA-D1EED9554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42" r:id="rId1"/>
    <p:sldLayoutId id="2147493443" r:id="rId2"/>
    <p:sldLayoutId id="2147493444" r:id="rId3"/>
    <p:sldLayoutId id="2147493445" r:id="rId4"/>
    <p:sldLayoutId id="2147493446" r:id="rId5"/>
    <p:sldLayoutId id="2147493447" r:id="rId6"/>
    <p:sldLayoutId id="2147493448" r:id="rId7"/>
    <p:sldLayoutId id="2147493449" r:id="rId8"/>
    <p:sldLayoutId id="2147493450" r:id="rId9"/>
    <p:sldLayoutId id="2147493451" r:id="rId10"/>
    <p:sldLayoutId id="2147493452" r:id="rId11"/>
    <p:sldLayoutId id="2147493453" r:id="rId12"/>
    <p:sldLayoutId id="2147493454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título 1">
            <a:extLst>
              <a:ext uri="{FF2B5EF4-FFF2-40B4-BE49-F238E27FC236}">
                <a16:creationId xmlns:a16="http://schemas.microsoft.com/office/drawing/2014/main" id="{A040FC7B-F099-E337-D7B0-68FA0674CD7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4099" name="Marcador de texto 2">
            <a:extLst>
              <a:ext uri="{FF2B5EF4-FFF2-40B4-BE49-F238E27FC236}">
                <a16:creationId xmlns:a16="http://schemas.microsoft.com/office/drawing/2014/main" id="{1F0BC2A4-421D-F74F-6BED-82F791C6DE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BE9EDC-E960-95C6-EC7C-EF139564F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AC37CED1-DD78-49D5-9BE5-E26F4B12741F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FA085B-BF7A-4CBA-365E-6D2AF5BB8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AED7D-FC2F-74F1-E131-B9425FE20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B72EBBDD-01A0-4848-91C6-2A0595F87FB2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4103" name="Picture 1">
            <a:extLst>
              <a:ext uri="{FF2B5EF4-FFF2-40B4-BE49-F238E27FC236}">
                <a16:creationId xmlns:a16="http://schemas.microsoft.com/office/drawing/2014/main" id="{897EEEC2-31EE-7E89-D5BE-2DC7A79F82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55" r:id="rId1"/>
    <p:sldLayoutId id="2147493456" r:id="rId2"/>
    <p:sldLayoutId id="2147493457" r:id="rId3"/>
    <p:sldLayoutId id="2147493458" r:id="rId4"/>
    <p:sldLayoutId id="2147493459" r:id="rId5"/>
    <p:sldLayoutId id="2147493460" r:id="rId6"/>
    <p:sldLayoutId id="2147493461" r:id="rId7"/>
    <p:sldLayoutId id="2147493462" r:id="rId8"/>
    <p:sldLayoutId id="2147493463" r:id="rId9"/>
    <p:sldLayoutId id="2147493464" r:id="rId10"/>
    <p:sldLayoutId id="2147493465" r:id="rId11"/>
    <p:sldLayoutId id="2147493466" r:id="rId12"/>
    <p:sldLayoutId id="2147493467" r:id="rId13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Marcador de título 1">
            <a:extLst>
              <a:ext uri="{FF2B5EF4-FFF2-40B4-BE49-F238E27FC236}">
                <a16:creationId xmlns:a16="http://schemas.microsoft.com/office/drawing/2014/main" id="{6616B0CF-80DA-9725-BD33-9348DEF160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5123" name="Marcador de texto 2">
            <a:extLst>
              <a:ext uri="{FF2B5EF4-FFF2-40B4-BE49-F238E27FC236}">
                <a16:creationId xmlns:a16="http://schemas.microsoft.com/office/drawing/2014/main" id="{5A13E742-8361-4548-306B-6E4E71E895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E53F7-2A98-9AB5-8B48-FE9107475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A993614-2A11-462D-900A-2D49DC031A1B}" type="datetimeFigureOut">
              <a:rPr lang="es-ES"/>
              <a:pPr>
                <a:defRPr/>
              </a:pPr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4BE3D0-5687-59B7-443F-3ED61646F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3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0E13D1-71D2-8DA8-D1C6-8C9554B9E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B5B0C6A-DA63-47CA-8B1A-1D978E5A6236}" type="slidenum">
              <a:rPr lang="es-ES" altLang="es-MX"/>
              <a:pPr>
                <a:defRPr/>
              </a:pPr>
              <a:t>‹Nº›</a:t>
            </a:fld>
            <a:endParaRPr lang="es-ES" altLang="es-MX"/>
          </a:p>
        </p:txBody>
      </p:sp>
      <p:pic>
        <p:nvPicPr>
          <p:cNvPr id="5127" name="Picture 1">
            <a:extLst>
              <a:ext uri="{FF2B5EF4-FFF2-40B4-BE49-F238E27FC236}">
                <a16:creationId xmlns:a16="http://schemas.microsoft.com/office/drawing/2014/main" id="{D67D6504-9003-8CC6-67DB-876E8E975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9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  <p:sldLayoutId id="2147493479" r:id="rId12"/>
    <p:sldLayoutId id="2147493480" r:id="rId13"/>
    <p:sldLayoutId id="2147493481" r:id="rId14"/>
  </p:sldLayoutIdLst>
  <p:txStyles>
    <p:titleStyle>
      <a:lvl1pPr algn="ctr" defTabSz="608013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2pPr>
      <a:lvl3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3pPr>
      <a:lvl4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4pPr>
      <a:lvl5pPr algn="ctr" defTabSz="608013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5pPr>
      <a:lvl6pPr marL="4572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6pPr>
      <a:lvl7pPr marL="9144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7pPr>
      <a:lvl8pPr marL="13716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8pPr>
      <a:lvl9pPr marL="1828800" algn="ctr" defTabSz="608013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Muller thin"/>
        </a:defRPr>
      </a:lvl9pPr>
    </p:titleStyle>
    <p:bodyStyle>
      <a:lvl1pPr marL="455613" indent="-4556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89013" indent="-3794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24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320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41613" indent="-303213" algn="l" defTabSz="6080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3.png"/><Relationship Id="rId7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3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20.emf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4">
            <a:extLst>
              <a:ext uri="{FF2B5EF4-FFF2-40B4-BE49-F238E27FC236}">
                <a16:creationId xmlns:a16="http://schemas.microsoft.com/office/drawing/2014/main" id="{BB3667F2-3B93-8F23-1CC2-5AA33332268C}"/>
              </a:ext>
            </a:extLst>
          </p:cNvPr>
          <p:cNvGrpSpPr>
            <a:grpSpLocks/>
          </p:cNvGrpSpPr>
          <p:nvPr/>
        </p:nvGrpSpPr>
        <p:grpSpPr bwMode="auto">
          <a:xfrm>
            <a:off x="811969" y="2474861"/>
            <a:ext cx="6462593" cy="2691060"/>
            <a:chOff x="365717" y="1997919"/>
            <a:chExt cx="6461742" cy="2692644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3D18A5A-6AC3-E8E8-283D-C1E5CACAF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17" y="1997919"/>
              <a:ext cx="5831527" cy="1139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IPN COLABORADORES </a:t>
              </a:r>
              <a:r>
                <a:rPr lang="es-MX" altLang="es-MX" sz="3200" b="1" dirty="0">
                  <a:solidFill>
                    <a:schemeClr val="bg2">
                      <a:lumMod val="75000"/>
                    </a:schemeClr>
                  </a:solidFill>
                  <a:latin typeface="Montserrat" panose="00000500000000000000" pitchFamily="2" charset="0"/>
                </a:rPr>
                <a:t>RESULTADOS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14FA8608-7F43-1602-D823-B899001D3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362" y="3506713"/>
              <a:ext cx="4778105" cy="6467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3600" b="1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IPN EDUCACIÓN</a:t>
              </a:r>
            </a:p>
          </p:txBody>
        </p:sp>
        <p:sp>
          <p:nvSpPr>
            <p:cNvPr id="11" name="CuadroTexto 12">
              <a:extLst>
                <a:ext uri="{FF2B5EF4-FFF2-40B4-BE49-F238E27FC236}">
                  <a16:creationId xmlns:a16="http://schemas.microsoft.com/office/drawing/2014/main" id="{CA0BFBF3-0F6C-DF0A-DF78-04B74F331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025" y="4167035"/>
              <a:ext cx="3917434" cy="52352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r>
                <a:rPr lang="es-MX" altLang="es-MX" sz="2800" dirty="0">
                  <a:solidFill>
                    <a:schemeClr val="bg2">
                      <a:lumMod val="50000"/>
                    </a:schemeClr>
                  </a:solidFill>
                  <a:latin typeface="Montserrat" panose="00000500000000000000" pitchFamily="2" charset="0"/>
                </a:rPr>
                <a:t>1Q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A12E70B-3D15-67BE-4FF5-226E615C22A3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9" name="Imagen 28">
              <a:extLst>
                <a:ext uri="{FF2B5EF4-FFF2-40B4-BE49-F238E27FC236}">
                  <a16:creationId xmlns:a16="http://schemas.microsoft.com/office/drawing/2014/main" id="{4EAF2EBC-4BE0-3063-E3EC-C9531CB12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ítulo 2">
              <a:extLst>
                <a:ext uri="{FF2B5EF4-FFF2-40B4-BE49-F238E27FC236}">
                  <a16:creationId xmlns:a16="http://schemas.microsoft.com/office/drawing/2014/main" id="{F75A6C20-294B-2852-A6F3-C7B3A3D5468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4" name="Imagen 4">
              <a:extLst>
                <a:ext uri="{FF2B5EF4-FFF2-40B4-BE49-F238E27FC236}">
                  <a16:creationId xmlns:a16="http://schemas.microsoft.com/office/drawing/2014/main" id="{4842C8DE-395A-939E-7559-FB08851F8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CuadroTexto 28">
            <a:extLst>
              <a:ext uri="{FF2B5EF4-FFF2-40B4-BE49-F238E27FC236}">
                <a16:creationId xmlns:a16="http://schemas.microsoft.com/office/drawing/2014/main" id="{E3CB6545-48BA-C9F9-16B7-991056DF2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E6006307-5B7E-C42D-5498-A8511874F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014973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Otros negocios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15 respondieron la encuesta (57.7%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17" name="Imagen 21">
            <a:extLst>
              <a:ext uri="{FF2B5EF4-FFF2-40B4-BE49-F238E27FC236}">
                <a16:creationId xmlns:a16="http://schemas.microsoft.com/office/drawing/2014/main" id="{A17855E4-E4FE-D7BC-58BA-B58DC1AC3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Imagen 6">
            <a:extLst>
              <a:ext uri="{FF2B5EF4-FFF2-40B4-BE49-F238E27FC236}">
                <a16:creationId xmlns:a16="http://schemas.microsoft.com/office/drawing/2014/main" id="{3B8886E3-2F40-21FA-4386-FF9B4B33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n 3">
            <a:extLst>
              <a:ext uri="{FF2B5EF4-FFF2-40B4-BE49-F238E27FC236}">
                <a16:creationId xmlns:a16="http://schemas.microsoft.com/office/drawing/2014/main" id="{B04D2A19-8ADD-39A2-F585-CE4BD8A531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2645E9D-9885-F0A7-6E51-66070DAD1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92121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E8530F2B-2549-7607-6CD8-0861EB78795F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3" name="CuadroTexto 20">
              <a:extLst>
                <a:ext uri="{FF2B5EF4-FFF2-40B4-BE49-F238E27FC236}">
                  <a16:creationId xmlns:a16="http://schemas.microsoft.com/office/drawing/2014/main" id="{2228711A-83B9-ADCF-6B32-26B2C1680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4" name="Rectángulo 6">
              <a:extLst>
                <a:ext uri="{FF2B5EF4-FFF2-40B4-BE49-F238E27FC236}">
                  <a16:creationId xmlns:a16="http://schemas.microsoft.com/office/drawing/2014/main" id="{1177F676-ABC4-7FCA-AD29-9675A26FA48E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5" name="Object 16">
              <a:extLst>
                <a:ext uri="{FF2B5EF4-FFF2-40B4-BE49-F238E27FC236}">
                  <a16:creationId xmlns:a16="http://schemas.microsoft.com/office/drawing/2014/main" id="{414EAF2B-C9D9-0711-94A7-A107C854500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38770031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194412" imgH="701101" progId="">
                    <p:embed/>
                  </p:oleObj>
                </mc:Choice>
                <mc:Fallback>
                  <p:oleObj r:id="rId7" imgW="4194412" imgH="701101" progId="">
                    <p:embed/>
                    <p:pic>
                      <p:nvPicPr>
                        <p:cNvPr id="26" name="Object 16">
                          <a:extLst>
                            <a:ext uri="{FF2B5EF4-FFF2-40B4-BE49-F238E27FC236}">
                              <a16:creationId xmlns:a16="http://schemas.microsoft.com/office/drawing/2014/main" id="{B8714DDA-952D-5DFA-7018-16C4B66B1FA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9AC8509F-1568-4DA5-F2E9-08F0AC1F4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7" name="CuadroTexto 20">
              <a:extLst>
                <a:ext uri="{FF2B5EF4-FFF2-40B4-BE49-F238E27FC236}">
                  <a16:creationId xmlns:a16="http://schemas.microsoft.com/office/drawing/2014/main" id="{D29C2EDA-427E-45D2-CAF6-638AFFB97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1B07B2CD-9B44-F260-2EF9-8B74F617C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37201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8">
            <a:extLst>
              <a:ext uri="{FF2B5EF4-FFF2-40B4-BE49-F238E27FC236}">
                <a16:creationId xmlns:a16="http://schemas.microsoft.com/office/drawing/2014/main" id="{75B58981-4261-F824-03F2-7E46202FC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adroTexto 28">
            <a:extLst>
              <a:ext uri="{FF2B5EF4-FFF2-40B4-BE49-F238E27FC236}">
                <a16:creationId xmlns:a16="http://schemas.microsoft.com/office/drawing/2014/main" id="{3A4962F9-E3CF-C995-28C1-4A3EB7684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2" name="25 CuadroTexto">
            <a:extLst>
              <a:ext uri="{FF2B5EF4-FFF2-40B4-BE49-F238E27FC236}">
                <a16:creationId xmlns:a16="http://schemas.microsoft.com/office/drawing/2014/main" id="{8B2BB098-D538-0794-FD1F-4A5C30CC3C49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2" name="89 CuadroTexto">
            <a:extLst>
              <a:ext uri="{FF2B5EF4-FFF2-40B4-BE49-F238E27FC236}">
                <a16:creationId xmlns:a16="http://schemas.microsoft.com/office/drawing/2014/main" id="{5AF2A317-B768-5CDF-9E48-1C95147BAFB2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50D8522-5479-C1A7-0026-0EE1985CA9DF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5F5187FB-B7A6-CB2E-C693-B21272AA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C8732CC6-6A7C-A4F6-4CFB-3A8018CFADE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CD8C984B-F3BC-57BA-51FE-B0790D5EC6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26" name="Tabla_IPN_SL">
            <a:extLst>
              <a:ext uri="{FF2B5EF4-FFF2-40B4-BE49-F238E27FC236}">
                <a16:creationId xmlns:a16="http://schemas.microsoft.com/office/drawing/2014/main" id="{4AB55029-936A-7EF2-EF62-67B015AE2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94273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48.7%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713</a:t>
                      </a:r>
                      <a:b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ANTERIO_SL">
            <a:extLst>
              <a:ext uri="{FF2B5EF4-FFF2-40B4-BE49-F238E27FC236}">
                <a16:creationId xmlns:a16="http://schemas.microsoft.com/office/drawing/2014/main" id="{46E74746-5003-7C2F-AA32-AEEB4A6E7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973932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79,048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6" name="Agrupar 49">
            <a:extLst>
              <a:ext uri="{FF2B5EF4-FFF2-40B4-BE49-F238E27FC236}">
                <a16:creationId xmlns:a16="http://schemas.microsoft.com/office/drawing/2014/main" id="{D2882CDA-D5AB-FD70-42CC-AF87AD8C38C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7" name="CuadroTexto 33">
              <a:extLst>
                <a:ext uri="{FF2B5EF4-FFF2-40B4-BE49-F238E27FC236}">
                  <a16:creationId xmlns:a16="http://schemas.microsoft.com/office/drawing/2014/main" id="{3C639E44-31E5-CBFD-A256-474AEE43F4E3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8" name="CuadroTexto 34">
              <a:extLst>
                <a:ext uri="{FF2B5EF4-FFF2-40B4-BE49-F238E27FC236}">
                  <a16:creationId xmlns:a16="http://schemas.microsoft.com/office/drawing/2014/main" id="{85D52235-509B-A1DA-2E7F-3651D465E124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9" name="CuadroTexto 35">
              <a:extLst>
                <a:ext uri="{FF2B5EF4-FFF2-40B4-BE49-F238E27FC236}">
                  <a16:creationId xmlns:a16="http://schemas.microsoft.com/office/drawing/2014/main" id="{F7913C1D-6EF4-210F-9395-8953917C5DA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0" name="83 Rectángulo">
              <a:extLst>
                <a:ext uri="{FF2B5EF4-FFF2-40B4-BE49-F238E27FC236}">
                  <a16:creationId xmlns:a16="http://schemas.microsoft.com/office/drawing/2014/main" id="{63E15B70-104C-452E-0F72-B858B6F5AD94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2" name="84 Rectángulo">
              <a:extLst>
                <a:ext uri="{FF2B5EF4-FFF2-40B4-BE49-F238E27FC236}">
                  <a16:creationId xmlns:a16="http://schemas.microsoft.com/office/drawing/2014/main" id="{17BED77A-E794-93D7-0810-0C0D3311199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3" name="17 Rectángulo">
              <a:extLst>
                <a:ext uri="{FF2B5EF4-FFF2-40B4-BE49-F238E27FC236}">
                  <a16:creationId xmlns:a16="http://schemas.microsoft.com/office/drawing/2014/main" id="{F90BB1EE-4DE1-232B-85AB-1544D53AFC9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4" name="Conector angular 25">
            <a:extLst>
              <a:ext uri="{FF2B5EF4-FFF2-40B4-BE49-F238E27FC236}">
                <a16:creationId xmlns:a16="http://schemas.microsoft.com/office/drawing/2014/main" id="{6F30E11E-96FE-04F7-5E4F-DFBA607B9D43}"/>
              </a:ext>
            </a:extLst>
          </p:cNvPr>
          <p:cNvCxnSpPr>
            <a:cxnSpLocks/>
            <a:stCxn id="26" idx="3"/>
            <a:endCxn id="49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5" name="Conector angular 25">
            <a:extLst>
              <a:ext uri="{FF2B5EF4-FFF2-40B4-BE49-F238E27FC236}">
                <a16:creationId xmlns:a16="http://schemas.microsoft.com/office/drawing/2014/main" id="{6B076CDD-1EB6-2DDA-1CC7-AFEF714EF3A0}"/>
              </a:ext>
            </a:extLst>
          </p:cNvPr>
          <p:cNvCxnSpPr>
            <a:cxnSpLocks/>
            <a:stCxn id="26" idx="1"/>
            <a:endCxn id="48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6" name="Conector angular 25">
            <a:extLst>
              <a:ext uri="{FF2B5EF4-FFF2-40B4-BE49-F238E27FC236}">
                <a16:creationId xmlns:a16="http://schemas.microsoft.com/office/drawing/2014/main" id="{2D7B6EDB-E9E3-E5D2-A4E1-4C051AF95F30}"/>
              </a:ext>
            </a:extLst>
          </p:cNvPr>
          <p:cNvCxnSpPr>
            <a:cxnSpLocks/>
            <a:stCxn id="47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7" name="Tabla_DET_SL">
            <a:extLst>
              <a:ext uri="{FF2B5EF4-FFF2-40B4-BE49-F238E27FC236}">
                <a16:creationId xmlns:a16="http://schemas.microsoft.com/office/drawing/2014/main" id="{CCAA0155-5A4E-3C90-CA23-3D592B4B3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550543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10.1%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(72)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8" name="Tabla_PAS_SL">
            <a:extLst>
              <a:ext uri="{FF2B5EF4-FFF2-40B4-BE49-F238E27FC236}">
                <a16:creationId xmlns:a16="http://schemas.microsoft.com/office/drawing/2014/main" id="{F9FDA803-1C3B-B69C-2F96-FD3E4F40D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322034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31.1%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(222)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9" name="Tabla_PRO_SL">
            <a:extLst>
              <a:ext uri="{FF2B5EF4-FFF2-40B4-BE49-F238E27FC236}">
                <a16:creationId xmlns:a16="http://schemas.microsoft.com/office/drawing/2014/main" id="{0C13263E-D8CB-ED0A-F35A-9EE0099DF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940262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58.8%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(419)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Grafico _don_SL">
            <a:extLst>
              <a:ext uri="{FF2B5EF4-FFF2-40B4-BE49-F238E27FC236}">
                <a16:creationId xmlns:a16="http://schemas.microsoft.com/office/drawing/2014/main" id="{6DE0159A-C8D4-075C-4D36-FAA1D4180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607200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3" name="Grafico_bar_SL">
            <a:extLst>
              <a:ext uri="{FF2B5EF4-FFF2-40B4-BE49-F238E27FC236}">
                <a16:creationId xmlns:a16="http://schemas.microsoft.com/office/drawing/2014/main" id="{60561D5C-92B4-EAC1-A887-4EB112D17C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1636746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4" name="Tabla_DIF_SL">
            <a:extLst>
              <a:ext uri="{FF2B5EF4-FFF2-40B4-BE49-F238E27FC236}">
                <a16:creationId xmlns:a16="http://schemas.microsoft.com/office/drawing/2014/main" id="{6F08E657-F4F3-7248-6DD6-9DB1CDCC3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05726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" name="Conector recto 29">
            <a:extLst>
              <a:ext uri="{FF2B5EF4-FFF2-40B4-BE49-F238E27FC236}">
                <a16:creationId xmlns:a16="http://schemas.microsoft.com/office/drawing/2014/main" id="{CA3B42E6-890D-D729-F553-8B1C9446F0D3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183CF252-786C-7DAE-0EE4-EBB93DCD9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91" y="5374973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13DA-E1BA-45AB-B998-93B00E7A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9">
            <a:extLst>
              <a:ext uri="{FF2B5EF4-FFF2-40B4-BE49-F238E27FC236}">
                <a16:creationId xmlns:a16="http://schemas.microsoft.com/office/drawing/2014/main" id="{D070FB92-D569-E014-BFD4-92E5A55CF0D0}"/>
              </a:ext>
            </a:extLst>
          </p:cNvPr>
          <p:cNvSpPr txBox="1"/>
          <p:nvPr/>
        </p:nvSpPr>
        <p:spPr>
          <a:xfrm>
            <a:off x="9457696" y="3344694"/>
            <a:ext cx="435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dirty="0">
                <a:solidFill>
                  <a:srgbClr val="5B5A5A"/>
                </a:solidFill>
                <a:latin typeface="Montserrat Light" pitchFamily="2" charset="77"/>
              </a:rPr>
              <a:t>RESULTADOS</a:t>
            </a:r>
          </a:p>
          <a:p>
            <a:pPr algn="ctr" defTabSz="91410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4400" b="1" dirty="0">
                <a:solidFill>
                  <a:srgbClr val="61288B"/>
                </a:solidFill>
                <a:latin typeface="Montserrat ExtraBold" panose="00000900000000000000" pitchFamily="2" charset="0"/>
              </a:rPr>
              <a:t>EDUCACIÓN</a:t>
            </a:r>
          </a:p>
        </p:txBody>
      </p:sp>
    </p:spTree>
    <p:extLst>
      <p:ext uri="{BB962C8B-B14F-4D97-AF65-F5344CB8AC3E}">
        <p14:creationId xmlns:p14="http://schemas.microsoft.com/office/powerpoint/2010/main" val="365477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25 CuadroTexto">
            <a:extLst>
              <a:ext uri="{FF2B5EF4-FFF2-40B4-BE49-F238E27FC236}">
                <a16:creationId xmlns:a16="http://schemas.microsoft.com/office/drawing/2014/main" id="{D708163B-6FB5-78B7-5D23-42AFC2BC4DBB}"/>
              </a:ext>
            </a:extLst>
          </p:cNvPr>
          <p:cNvSpPr txBox="1"/>
          <p:nvPr/>
        </p:nvSpPr>
        <p:spPr>
          <a:xfrm>
            <a:off x="10050963" y="69545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aphicFrame>
        <p:nvGraphicFramePr>
          <p:cNvPr id="2" name="Grafico_bar_EDU">
            <a:extLst>
              <a:ext uri="{FF2B5EF4-FFF2-40B4-BE49-F238E27FC236}">
                <a16:creationId xmlns:a16="http://schemas.microsoft.com/office/drawing/2014/main" id="{DE88418F-C391-789E-A1F3-144A358817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912625"/>
              </p:ext>
            </p:extLst>
          </p:nvPr>
        </p:nvGraphicFramePr>
        <p:xfrm>
          <a:off x="5036786" y="2433801"/>
          <a:ext cx="6481688" cy="4397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3031" name="Imagen 32">
            <a:hlinkClick r:id="rId4" action="ppaction://hlinksldjump"/>
            <a:extLst>
              <a:ext uri="{FF2B5EF4-FFF2-40B4-BE49-F238E27FC236}">
                <a16:creationId xmlns:a16="http://schemas.microsoft.com/office/drawing/2014/main" id="{2E2125B3-4B0F-3479-37BE-AE9F9EADEC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Tabla_DIF_EDU">
            <a:extLst>
              <a:ext uri="{FF2B5EF4-FFF2-40B4-BE49-F238E27FC236}">
                <a16:creationId xmlns:a16="http://schemas.microsoft.com/office/drawing/2014/main" id="{E9CAEF2B-0D78-1ADD-493A-4189F5662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35176"/>
              </p:ext>
            </p:extLst>
          </p:nvPr>
        </p:nvGraphicFramePr>
        <p:xfrm>
          <a:off x="11579434" y="1967155"/>
          <a:ext cx="2756532" cy="4864193"/>
        </p:xfrm>
        <a:graphic>
          <a:graphicData uri="http://schemas.openxmlformats.org/drawingml/2006/table">
            <a:tbl>
              <a:tblPr/>
              <a:tblGrid>
                <a:gridCol w="97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2211574058"/>
                    </a:ext>
                  </a:extLst>
                </a:gridCol>
                <a:gridCol w="595143">
                  <a:extLst>
                    <a:ext uri="{9D8B030D-6E8A-4147-A177-3AD203B41FA5}">
                      <a16:colId xmlns:a16="http://schemas.microsoft.com/office/drawing/2014/main" val="3601904090"/>
                    </a:ext>
                  </a:extLst>
                </a:gridCol>
              </a:tblGrid>
              <a:tr h="47327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6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" name="Grupo 17">
            <a:extLst>
              <a:ext uri="{FF2B5EF4-FFF2-40B4-BE49-F238E27FC236}">
                <a16:creationId xmlns:a16="http://schemas.microsoft.com/office/drawing/2014/main" id="{30AFA776-043B-5551-07E1-74B826ECE7A4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19" name="Imagen 28">
              <a:extLst>
                <a:ext uri="{FF2B5EF4-FFF2-40B4-BE49-F238E27FC236}">
                  <a16:creationId xmlns:a16="http://schemas.microsoft.com/office/drawing/2014/main" id="{69C97D0B-E3F4-8A59-3179-8EEB24144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Título 2">
              <a:extLst>
                <a:ext uri="{FF2B5EF4-FFF2-40B4-BE49-F238E27FC236}">
                  <a16:creationId xmlns:a16="http://schemas.microsoft.com/office/drawing/2014/main" id="{ABA76EDF-26E1-9C1D-5102-E4F28974B90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Educación 1Q 2026</a:t>
              </a:r>
            </a:p>
          </p:txBody>
        </p:sp>
        <p:pic>
          <p:nvPicPr>
            <p:cNvPr id="24" name="Imagen 3">
              <a:extLst>
                <a:ext uri="{FF2B5EF4-FFF2-40B4-BE49-F238E27FC236}">
                  <a16:creationId xmlns:a16="http://schemas.microsoft.com/office/drawing/2014/main" id="{957251C1-8C2F-E4A1-5DA6-A608A9B493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6" name="89 CuadroTexto">
            <a:extLst>
              <a:ext uri="{FF2B5EF4-FFF2-40B4-BE49-F238E27FC236}">
                <a16:creationId xmlns:a16="http://schemas.microsoft.com/office/drawing/2014/main" id="{C263A737-8B88-4AC6-BFF8-1CF6118628AE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IPN Educación</a:t>
            </a:r>
          </a:p>
        </p:txBody>
      </p:sp>
      <p:graphicFrame>
        <p:nvGraphicFramePr>
          <p:cNvPr id="27" name="Tabla_IPN_EDU">
            <a:extLst>
              <a:ext uri="{FF2B5EF4-FFF2-40B4-BE49-F238E27FC236}">
                <a16:creationId xmlns:a16="http://schemas.microsoft.com/office/drawing/2014/main" id="{25A0F1F0-C4C1-804D-0201-50CD9A01B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47876"/>
              </p:ext>
            </p:extLst>
          </p:nvPr>
        </p:nvGraphicFramePr>
        <p:xfrm>
          <a:off x="1545047" y="3685651"/>
          <a:ext cx="198000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u="sng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73.3%</a:t>
                      </a:r>
                    </a:p>
                    <a:p>
                      <a:pPr algn="ctr"/>
                      <a:r>
                        <a:rPr lang="es-ES" altLang="es-MX" sz="1100" b="1" u="sng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u="sng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u="sng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br>
                        <a:rPr lang="es-MX" sz="971" b="0" u="sng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971" b="0" u="sng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ANTERIO_EDU">
            <a:extLst>
              <a:ext uri="{FF2B5EF4-FFF2-40B4-BE49-F238E27FC236}">
                <a16:creationId xmlns:a16="http://schemas.microsoft.com/office/drawing/2014/main" id="{C058D442-C44B-88C2-ECD9-C534ED128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380419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9" name="Agrupar 49">
            <a:extLst>
              <a:ext uri="{FF2B5EF4-FFF2-40B4-BE49-F238E27FC236}">
                <a16:creationId xmlns:a16="http://schemas.microsoft.com/office/drawing/2014/main" id="{05F86840-95E3-515A-36FB-50D9E6C7E0E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B5869157-9710-01BC-6217-290B08BE90F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C691FABF-4F51-0A82-08A9-7A5B5676AEC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CE0D739E-E461-0182-59E1-F694461878C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C994CE94-4CF7-CDB9-FE9F-737FAE4F37CF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DBA8A080-1D2E-A728-BBC1-6847AFD4DC6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98D6404B-5D9D-0B3A-CEB5-35F83EB15E3E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AA9B1D8D-F2F3-BB18-F80C-353826C2C660}"/>
              </a:ext>
            </a:extLst>
          </p:cNvPr>
          <p:cNvCxnSpPr>
            <a:cxnSpLocks/>
            <a:stCxn id="27" idx="3"/>
            <a:endCxn id="41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38F70F01-24C4-2C82-CD0F-8446C2EF5AE9}"/>
              </a:ext>
            </a:extLst>
          </p:cNvPr>
          <p:cNvCxnSpPr>
            <a:cxnSpLocks/>
            <a:stCxn id="27" idx="1"/>
            <a:endCxn id="40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7597B9B8-D313-D094-E6C1-4D9EF0ABEFAF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DET_EDU">
            <a:extLst>
              <a:ext uri="{FF2B5EF4-FFF2-40B4-BE49-F238E27FC236}">
                <a16:creationId xmlns:a16="http://schemas.microsoft.com/office/drawing/2014/main" id="{EBF1FA49-915B-A977-FF2F-58E8497F9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7316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AS_EDU">
            <a:extLst>
              <a:ext uri="{FF2B5EF4-FFF2-40B4-BE49-F238E27FC236}">
                <a16:creationId xmlns:a16="http://schemas.microsoft.com/office/drawing/2014/main" id="{24479E45-B9DE-A1AA-4E1A-0414A5715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41441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26.7.%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RO_EDU">
            <a:extLst>
              <a:ext uri="{FF2B5EF4-FFF2-40B4-BE49-F238E27FC236}">
                <a16:creationId xmlns:a16="http://schemas.microsoft.com/office/drawing/2014/main" id="{F344AA8A-D687-1594-B97C-5702C523B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351800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73.3%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(11)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42" name="CuadroTexto 28">
            <a:extLst>
              <a:ext uri="{FF2B5EF4-FFF2-40B4-BE49-F238E27FC236}">
                <a16:creationId xmlns:a16="http://schemas.microsoft.com/office/drawing/2014/main" id="{5322C9F2-5F42-8504-A724-ACC0DF8A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43" name="Grafico _don_EDU">
            <a:extLst>
              <a:ext uri="{FF2B5EF4-FFF2-40B4-BE49-F238E27FC236}">
                <a16:creationId xmlns:a16="http://schemas.microsoft.com/office/drawing/2014/main" id="{CDECA4D2-92A8-BC8A-BFE6-162D40295B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624734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F8BB0952-C812-A9FF-6738-7836C0BEB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457F0C81-1533-6F37-55C9-627E5992B516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9" name="Imagen 29">
              <a:extLst>
                <a:ext uri="{FF2B5EF4-FFF2-40B4-BE49-F238E27FC236}">
                  <a16:creationId xmlns:a16="http://schemas.microsoft.com/office/drawing/2014/main" id="{7789C1FC-C6CC-8C96-9F6C-80041DC29D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ítulo 2">
              <a:extLst>
                <a:ext uri="{FF2B5EF4-FFF2-40B4-BE49-F238E27FC236}">
                  <a16:creationId xmlns:a16="http://schemas.microsoft.com/office/drawing/2014/main" id="{07B84E41-CEF3-02E5-4726-A410B9F5CEF9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488090"/>
              <a:ext cx="5503863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Educación</a:t>
              </a:r>
            </a:p>
          </p:txBody>
        </p:sp>
        <p:pic>
          <p:nvPicPr>
            <p:cNvPr id="11" name="Imagen 3">
              <a:extLst>
                <a:ext uri="{FF2B5EF4-FFF2-40B4-BE49-F238E27FC236}">
                  <a16:creationId xmlns:a16="http://schemas.microsoft.com/office/drawing/2014/main" id="{87CA02B8-B13C-0900-C970-273B447BF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70E2E0D-AAAE-66C8-A34F-10826CD8E263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4" name="Cinta curvada hacia arriba 3">
              <a:extLst>
                <a:ext uri="{FF2B5EF4-FFF2-40B4-BE49-F238E27FC236}">
                  <a16:creationId xmlns:a16="http://schemas.microsoft.com/office/drawing/2014/main" id="{3F73A2E3-74C7-C5C9-E4AF-5E2D56138D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5" name="CuadroTexto 5">
              <a:extLst>
                <a:ext uri="{FF2B5EF4-FFF2-40B4-BE49-F238E27FC236}">
                  <a16:creationId xmlns:a16="http://schemas.microsoft.com/office/drawing/2014/main" id="{7541147E-6A26-0A50-63C8-5EB218CBD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22" name="Imagen 46">
            <a:extLst>
              <a:ext uri="{FF2B5EF4-FFF2-40B4-BE49-F238E27FC236}">
                <a16:creationId xmlns:a16="http://schemas.microsoft.com/office/drawing/2014/main" id="{83553E0E-FF2D-F1AB-5C08-1960D5977FB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77CA1FC7-20A8-B995-DB99-8F5E26C9A965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28CEC75-2B7B-C913-0229-2DB12681EC32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E1DDE389-82C1-5242-5FE8-C3CA6D404AF4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24C3985-9A32-E0EE-A791-F7685A62C3C0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452D091F-3057-2663-FD1A-642044E9864B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EB3E432-F258-3AB5-3F23-D6A7760BC042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553962C7-DE91-6680-9094-E38224845DBA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AB5A4659-70A4-7023-7EF7-F5088ACA1DF0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3FAC378-75F3-2D21-5386-4F6CC3400C9E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96140D38-CBE5-CE4C-9E4E-DD0506154E8E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4D7C5D8C-D201-1CFD-6A6B-D83E16D56380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F7FDD52A-F4A6-FD8A-2ABB-24C728A5E2EE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C92A2F0-C3E1-30A9-E4A8-E24ADA9F2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36" name="Tabla_PRO_MENS_EDU">
            <a:extLst>
              <a:ext uri="{FF2B5EF4-FFF2-40B4-BE49-F238E27FC236}">
                <a16:creationId xmlns:a16="http://schemas.microsoft.com/office/drawing/2014/main" id="{D2EAE735-7F30-A036-9BA3-61E27284B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181992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43">
            <a:hlinkClick r:id="rId3" action="ppaction://hlinksldjump"/>
            <a:extLst>
              <a:ext uri="{FF2B5EF4-FFF2-40B4-BE49-F238E27FC236}">
                <a16:creationId xmlns:a16="http://schemas.microsoft.com/office/drawing/2014/main" id="{BFB3E981-1869-EF28-E517-AF7A95AFEB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FE398381-7FFE-77DC-6EC2-15DD97653BAA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16" name="Imagen 29">
              <a:extLst>
                <a:ext uri="{FF2B5EF4-FFF2-40B4-BE49-F238E27FC236}">
                  <a16:creationId xmlns:a16="http://schemas.microsoft.com/office/drawing/2014/main" id="{7BC83521-69BA-1EA7-33AB-808C4BC008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ítulo 2">
              <a:extLst>
                <a:ext uri="{FF2B5EF4-FFF2-40B4-BE49-F238E27FC236}">
                  <a16:creationId xmlns:a16="http://schemas.microsoft.com/office/drawing/2014/main" id="{8DE9466A-2653-4842-A746-D2D4E05ACC7A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488090"/>
              <a:ext cx="5503863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Educación</a:t>
              </a:r>
            </a:p>
          </p:txBody>
        </p:sp>
        <p:pic>
          <p:nvPicPr>
            <p:cNvPr id="18" name="Imagen 3">
              <a:extLst>
                <a:ext uri="{FF2B5EF4-FFF2-40B4-BE49-F238E27FC236}">
                  <a16:creationId xmlns:a16="http://schemas.microsoft.com/office/drawing/2014/main" id="{EEB96D8A-517A-756A-A4DA-B0CD74EB11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" name="Imagen 45">
            <a:extLst>
              <a:ext uri="{FF2B5EF4-FFF2-40B4-BE49-F238E27FC236}">
                <a16:creationId xmlns:a16="http://schemas.microsoft.com/office/drawing/2014/main" id="{E148D41E-3BAC-8737-4EE4-28C90A849B1A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17E049F4-5630-9776-7C43-530DA347548E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21" name="Cinta curvada hacia arriba 3">
              <a:extLst>
                <a:ext uri="{FF2B5EF4-FFF2-40B4-BE49-F238E27FC236}">
                  <a16:creationId xmlns:a16="http://schemas.microsoft.com/office/drawing/2014/main" id="{4588E1BB-603D-2F47-41A8-74A9093CF5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22" name="CuadroTexto 5">
              <a:extLst>
                <a:ext uri="{FF2B5EF4-FFF2-40B4-BE49-F238E27FC236}">
                  <a16:creationId xmlns:a16="http://schemas.microsoft.com/office/drawing/2014/main" id="{9D505B7E-55EC-71AF-0C26-DC4AE82F0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23" name="Elipse 22">
            <a:extLst>
              <a:ext uri="{FF2B5EF4-FFF2-40B4-BE49-F238E27FC236}">
                <a16:creationId xmlns:a16="http://schemas.microsoft.com/office/drawing/2014/main" id="{925318BB-CD73-9775-C757-AECB5DB3FEB1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64C58B46-F1C3-DC8B-C336-E44C8B62A824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7CFD89C-9441-2689-BF3D-A0A85352FB83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D3E9DF9-1B3B-FF2D-A292-35B7F972419C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CA69220A-01FF-7093-F739-450B8B7FA6CA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E26B38C-522B-7F94-5763-EA2DA0DE76D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CA58345-4C51-61B6-C925-111F38B316E1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7BF3D62-49EA-DBB2-5493-2DE2D4B609E7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0C4BEDB4-67D9-D577-2510-3A8A3D5C2D30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8AE503-8F2D-317B-51BD-6DE4D111868F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4718503C-597B-A816-E14D-198B6D0CFD6A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459DF7CB-A7BD-BC55-9C26-706119064863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35" name="Tabla_PAS_MENS_EDU">
            <a:extLst>
              <a:ext uri="{FF2B5EF4-FFF2-40B4-BE49-F238E27FC236}">
                <a16:creationId xmlns:a16="http://schemas.microsoft.com/office/drawing/2014/main" id="{9600EBB0-7D02-26F5-8957-0B9251B64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47199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09555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9_plantilla banco ">
  <a:themeElements>
    <a:clrScheme name="Banco Azteca 2">
      <a:dk1>
        <a:srgbClr val="015131"/>
      </a:dk1>
      <a:lt1>
        <a:srgbClr val="F8F7FF"/>
      </a:lt1>
      <a:dk2>
        <a:srgbClr val="646467"/>
      </a:dk2>
      <a:lt2>
        <a:srgbClr val="F5F5FD"/>
      </a:lt2>
      <a:accent1>
        <a:srgbClr val="015131"/>
      </a:accent1>
      <a:accent2>
        <a:srgbClr val="A21623"/>
      </a:accent2>
      <a:accent3>
        <a:srgbClr val="6C191F"/>
      </a:accent3>
      <a:accent4>
        <a:srgbClr val="36A320"/>
      </a:accent4>
      <a:accent5>
        <a:srgbClr val="E9442D"/>
      </a:accent5>
      <a:accent6>
        <a:srgbClr val="FF8C15"/>
      </a:accent6>
      <a:hlink>
        <a:srgbClr val="36A320"/>
      </a:hlink>
      <a:folHlink>
        <a:srgbClr val="BFC1C7"/>
      </a:folHlink>
    </a:clrScheme>
    <a:fontScheme name="Instalación integrada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17453</TotalTime>
  <Words>353</Words>
  <Application>Microsoft Office PowerPoint</Application>
  <PresentationFormat>Personalizado</PresentationFormat>
  <Paragraphs>148</Paragraphs>
  <Slides>8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8</vt:i4>
      </vt:variant>
    </vt:vector>
  </HeadingPairs>
  <TitlesOfParts>
    <vt:vector size="22" baseType="lpstr">
      <vt:lpstr>Arial</vt:lpstr>
      <vt:lpstr>Avenir Next lt pro bold</vt:lpstr>
      <vt:lpstr>Avenir Next lt pro medium</vt:lpstr>
      <vt:lpstr>Calibri</vt:lpstr>
      <vt:lpstr>Kanit</vt:lpstr>
      <vt:lpstr>Montserrat</vt:lpstr>
      <vt:lpstr>Montserrat ExtraBold</vt:lpstr>
      <vt:lpstr>Montserrat Light</vt:lpstr>
      <vt:lpstr>Muller thin</vt:lpstr>
      <vt:lpstr>1_Diseño personalizado</vt:lpstr>
      <vt:lpstr>9_plantilla banco </vt:lpstr>
      <vt:lpstr>Diseño personalizado</vt:lpstr>
      <vt:lpstr>2_Diseño personalizado</vt:lpstr>
      <vt:lpstr>3_Diseño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Yaira Sánchez</dc:creator>
  <cp:lastModifiedBy>Jesus Noel De Jesus Guerrero</cp:lastModifiedBy>
  <cp:revision>335</cp:revision>
  <dcterms:created xsi:type="dcterms:W3CDTF">2020-12-21T23:47:59Z</dcterms:created>
  <dcterms:modified xsi:type="dcterms:W3CDTF">2026-10-05T22:05:13Z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2023-05-02T18:17:29Z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7f9a10a3-581b-4cd3-a6cb-7ab43cc7bc97</vt:lpwstr>
  </property>
  <property fmtid="{D5CDD505-2E9C-101B-9397-08002B2CF9AE}" pid="8" name="MSIP_Label_8ae3a633-3d5f-462b-ba19-31157bb9a57b_ContentBits">
    <vt:lpwstr>0</vt:lpwstr>
  </property>
</Properties>
</file>