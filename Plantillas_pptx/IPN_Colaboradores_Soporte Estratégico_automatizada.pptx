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5" r:id="rId2"/>
    <p:sldMasterId id="2147483687" r:id="rId3"/>
    <p:sldMasterId id="2147483701" r:id="rId4"/>
    <p:sldMasterId id="2147483717" r:id="rId5"/>
  </p:sldMasterIdLst>
  <p:notesMasterIdLst>
    <p:notesMasterId r:id="rId15"/>
  </p:notesMasterIdLst>
  <p:sldIdLst>
    <p:sldId id="684" r:id="rId6"/>
    <p:sldId id="848" r:id="rId7"/>
    <p:sldId id="745" r:id="rId8"/>
    <p:sldId id="865" r:id="rId9"/>
    <p:sldId id="399" r:id="rId10"/>
    <p:sldId id="764" r:id="rId11"/>
    <p:sldId id="816" r:id="rId12"/>
    <p:sldId id="817" r:id="rId13"/>
    <p:sldId id="818" r:id="rId14"/>
  </p:sldIdLst>
  <p:sldSz cx="14400213" cy="8135938"/>
  <p:notesSz cx="6858000" cy="9144000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54086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108173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62260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21634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704338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3245206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786073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4326941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563" userDrawn="1">
          <p15:clr>
            <a:srgbClr val="A4A3A4"/>
          </p15:clr>
        </p15:guide>
        <p15:guide id="2" pos="4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75" autoAdjust="0"/>
    <p:restoredTop sz="95141" autoAdjust="0"/>
  </p:normalViewPr>
  <p:slideViewPr>
    <p:cSldViewPr snapToGrid="0" snapToObjects="1">
      <p:cViewPr varScale="1">
        <p:scale>
          <a:sx n="91" d="100"/>
          <a:sy n="91" d="100"/>
        </p:scale>
        <p:origin x="936" y="78"/>
      </p:cViewPr>
      <p:guideLst>
        <p:guide orient="horz" pos="2563"/>
        <p:guide pos="4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 snapToGrid="0" snapToObjects="1">
      <p:cViewPr varScale="1">
        <p:scale>
          <a:sx n="56" d="100"/>
          <a:sy n="56" d="100"/>
        </p:scale>
        <p:origin x="2588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2FE-4FEA-8238-87EC57764EC7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2FE-4FEA-8238-87EC57764EC7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2FE-4FEA-8238-87EC57764EC7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0.58799999999999997</c:v>
                </c:pt>
                <c:pt idx="1">
                  <c:v>0.311</c:v>
                </c:pt>
                <c:pt idx="2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2FE-4FEA-8238-87EC57764E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41F8-4B77-9A29-DE277AD859BD}"/>
              </c:ext>
            </c:extLst>
          </c:dPt>
          <c:dLbls>
            <c:dLbl>
              <c:idx val="0"/>
              <c:layout>
                <c:manualLayout>
                  <c:x val="1.0276172125883108E-2"/>
                  <c:y val="-2.747036428138790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1F8-4B77-9A29-DE277AD859BD}"/>
                </c:ext>
              </c:extLst>
            </c:dLbl>
            <c:dLbl>
              <c:idx val="1"/>
              <c:layout>
                <c:manualLayout>
                  <c:x val="1.2845215157353885E-2"/>
                  <c:y val="1.099030890369475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1F8-4B77-9A29-DE277AD859BD}"/>
                </c:ext>
              </c:extLst>
            </c:dLbl>
            <c:dLbl>
              <c:idx val="2"/>
              <c:layout>
                <c:manualLayout>
                  <c:x val="1.5414258188824569E-2"/>
                  <c:y val="2.748118023708600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1F8-4B77-9A29-DE277AD859BD}"/>
                </c:ext>
              </c:extLst>
            </c:dLbl>
            <c:dLbl>
              <c:idx val="3"/>
              <c:layout>
                <c:manualLayout>
                  <c:x val="1.0276172125883014E-2"/>
                  <c:y val="2.748118023708574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1F8-4B77-9A29-DE277AD859BD}"/>
                </c:ext>
              </c:extLst>
            </c:dLbl>
            <c:dLbl>
              <c:idx val="4"/>
              <c:layout>
                <c:manualLayout>
                  <c:x val="1.203762492276245E-2"/>
                  <c:y val="-3.28897331173325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1F8-4B77-9A29-DE277AD859BD}"/>
                </c:ext>
              </c:extLst>
            </c:dLbl>
            <c:dLbl>
              <c:idx val="5"/>
              <c:layout>
                <c:manualLayout>
                  <c:x val="1.9598396649512219E-2"/>
                  <c:y val="1.09894680600239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1F8-4B77-9A29-DE277AD859BD}"/>
                </c:ext>
              </c:extLst>
            </c:dLbl>
            <c:dLbl>
              <c:idx val="6"/>
              <c:layout>
                <c:manualLayout>
                  <c:x val="-2.393433452340311E-3"/>
                  <c:y val="3.187960617883952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1F8-4B77-9A29-DE277AD859BD}"/>
                </c:ext>
              </c:extLst>
            </c:dLbl>
            <c:dLbl>
              <c:idx val="7"/>
              <c:layout>
                <c:manualLayout>
                  <c:x val="2.3053746699125049E-2"/>
                  <c:y val="1.1883846335211931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1F8-4B77-9A29-DE277AD859BD}"/>
                </c:ext>
              </c:extLst>
            </c:dLbl>
            <c:dLbl>
              <c:idx val="8"/>
              <c:layout>
                <c:manualLayout>
                  <c:x val="2.3636551201183468E-2"/>
                  <c:y val="1.81112194917895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1F8-4B77-9A29-DE277AD859BD}"/>
                </c:ext>
              </c:extLst>
            </c:dLbl>
            <c:dLbl>
              <c:idx val="9"/>
              <c:layout>
                <c:manualLayout>
                  <c:x val="1.3506600686390558E-2"/>
                  <c:y val="3.018496969143941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1F8-4B77-9A29-DE277AD859BD}"/>
                </c:ext>
              </c:extLst>
            </c:dLbl>
            <c:dLbl>
              <c:idx val="10"/>
              <c:layout>
                <c:manualLayout>
                  <c:x val="8.7569191296794566E-3"/>
                  <c:y val="9.9826032151872366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41F8-4B77-9A29-DE277AD859B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1F8-4B77-9A29-DE277AD859B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1F8-4B77-9A29-DE277AD859BD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1F8-4B77-9A29-DE277AD859BD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Hoja1!$B$2:$B$11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41F8-4B77-9A29-DE277AD859BD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0"/>
              <c:layout>
                <c:manualLayout>
                  <c:x val="1.5414258188824663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41F8-4B77-9A29-DE277AD859BD}"/>
                </c:ext>
              </c:extLst>
            </c:dLbl>
            <c:dLbl>
              <c:idx val="1"/>
              <c:layout>
                <c:manualLayout>
                  <c:x val="1.5414258188824663E-2"/>
                  <c:y val="-5.49428917539151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41F8-4B77-9A29-DE277AD859BD}"/>
                </c:ext>
              </c:extLst>
            </c:dLbl>
            <c:dLbl>
              <c:idx val="2"/>
              <c:layout>
                <c:manualLayout>
                  <c:x val="1.5414258188824663E-2"/>
                  <c:y val="-2.746387470796919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41F8-4B77-9A29-DE277AD859BD}"/>
                </c:ext>
              </c:extLst>
            </c:dLbl>
            <c:dLbl>
              <c:idx val="3"/>
              <c:layout>
                <c:manualLayout>
                  <c:x val="2.3121387283236899E-2"/>
                  <c:y val="5.495822741974151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41F8-4B77-9A29-DE277AD859BD}"/>
                </c:ext>
              </c:extLst>
            </c:dLbl>
            <c:dLbl>
              <c:idx val="4"/>
              <c:layout>
                <c:manualLayout>
                  <c:x val="2.569043031470777E-2"/>
                  <c:y val="5.0377793166197492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41F8-4B77-9A29-DE277AD859BD}"/>
                </c:ext>
              </c:extLst>
            </c:dLbl>
            <c:dLbl>
              <c:idx val="5"/>
              <c:layout>
                <c:manualLayout>
                  <c:x val="1.7983301220295438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41F8-4B77-9A29-DE277AD859BD}"/>
                </c:ext>
              </c:extLst>
            </c:dLbl>
            <c:dLbl>
              <c:idx val="6"/>
              <c:layout>
                <c:manualLayout>
                  <c:x val="5.1896188479826778E-2"/>
                  <c:y val="-5.295441926970325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41F8-4B77-9A29-DE277AD859BD}"/>
                </c:ext>
              </c:extLst>
            </c:dLbl>
            <c:dLbl>
              <c:idx val="7"/>
              <c:layout>
                <c:manualLayout>
                  <c:x val="3.8155861783408636E-2"/>
                  <c:y val="-7.2029923288131697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41F8-4B77-9A29-DE277AD859BD}"/>
                </c:ext>
              </c:extLst>
            </c:dLbl>
            <c:dLbl>
              <c:idx val="8"/>
              <c:layout>
                <c:manualLayout>
                  <c:x val="2.6351696992707483E-2"/>
                  <c:y val="-1.288517922741677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41F8-4B77-9A29-DE277AD859BD}"/>
                </c:ext>
              </c:extLst>
            </c:dLbl>
            <c:dLbl>
              <c:idx val="9"/>
              <c:layout>
                <c:manualLayout>
                  <c:x val="1.6834359831279563E-2"/>
                  <c:y val="-5.133989379587418E-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41F8-4B77-9A29-DE277AD859BD}"/>
                </c:ext>
              </c:extLst>
            </c:dLbl>
            <c:dLbl>
              <c:idx val="10"/>
              <c:layout>
                <c:manualLayout>
                  <c:x val="2.5600715171379629E-2"/>
                  <c:y val="2.4438723972858794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41F8-4B77-9A29-DE277AD859B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41F8-4B77-9A29-DE277AD859BD}"/>
                </c:ext>
              </c:extLst>
            </c:dLbl>
            <c:dLbl>
              <c:idx val="12"/>
              <c:layout>
                <c:manualLayout>
                  <c:x val="1.7983301220295438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41F8-4B77-9A29-DE277AD859BD}"/>
                </c:ext>
              </c:extLst>
            </c:dLbl>
            <c:dLbl>
              <c:idx val="13"/>
              <c:layout>
                <c:manualLayout>
                  <c:x val="1.2845215157353885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41F8-4B77-9A29-DE277AD859BD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Hoja1!$C$2:$C$11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41F8-4B77-9A29-DE277AD859BD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41F8-4B77-9A29-DE277AD859BD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41F8-4B77-9A29-DE277AD859BD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41F8-4B77-9A29-DE277AD859BD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41F8-4B77-9A29-DE277AD859BD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41F8-4B77-9A29-DE277AD859BD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41F8-4B77-9A29-DE277AD859BD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41F8-4B77-9A29-DE277AD859B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41F8-4B77-9A29-DE277AD859B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41F8-4B77-9A29-DE277AD859BD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41F8-4B77-9A29-DE277AD859B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41F8-4B77-9A29-DE277AD859BD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41F8-4B77-9A29-DE277AD859BD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Hoja1!$D$2:$D$11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41F8-4B77-9A29-DE277AD859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1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B3D-4756-8A25-C215181A3E14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B3D-4756-8A25-C215181A3E14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B3D-4756-8A25-C215181A3E14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0.58799999999999997</c:v>
                </c:pt>
                <c:pt idx="1">
                  <c:v>0.311</c:v>
                </c:pt>
                <c:pt idx="2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B3D-4756-8A25-C215181A3E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6533813694966555"/>
          <c:y val="0"/>
          <c:w val="0.63466186305033445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DCCD-4ABA-9CC6-4E87DA581327}"/>
              </c:ext>
            </c:extLst>
          </c:dPt>
          <c:dLbls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CCD-4ABA-9CC6-4E87DA581327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CCD-4ABA-9CC6-4E87DA581327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CCD-4ABA-9CC6-4E87DA581327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Hoja1!$A$2:$A$6</c:f>
              <c:strCache>
                <c:ptCount val="5"/>
                <c:pt idx="0">
                  <c:v>Soporte Estratégico
RBS</c:v>
                </c:pt>
                <c:pt idx="1">
                  <c:v>Grupo Salinas
Pedro Padilla Longoria</c:v>
                </c:pt>
                <c:pt idx="2">
                  <c:v>Estrategias E Iniciativas Financieras
Rodrigo Pliego Abraham</c:v>
                </c:pt>
                <c:pt idx="3">
                  <c:v>Información Y Asuntos Públicos
Jorge Mendoza Garza</c:v>
                </c:pt>
                <c:pt idx="4">
                  <c:v>Relación Con Inversionistas
Luis Jorge Echarte Fernández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CD-4ABA-9CC6-4E87DA581327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CCD-4ABA-9CC6-4E87DA581327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Hoja1!$A$2:$A$6</c:f>
              <c:strCache>
                <c:ptCount val="5"/>
                <c:pt idx="0">
                  <c:v>Soporte Estratégico
RBS</c:v>
                </c:pt>
                <c:pt idx="1">
                  <c:v>Grupo Salinas
Pedro Padilla Longoria</c:v>
                </c:pt>
                <c:pt idx="2">
                  <c:v>Estrategias E Iniciativas Financieras
Rodrigo Pliego Abraham</c:v>
                </c:pt>
                <c:pt idx="3">
                  <c:v>Información Y Asuntos Públicos
Jorge Mendoza Garza</c:v>
                </c:pt>
                <c:pt idx="4">
                  <c:v>Relación Con Inversionistas
Luis Jorge Echarte Fernández</c:v>
                </c:pt>
              </c:strCache>
            </c:strRef>
          </c:cat>
          <c:val>
            <c:numRef>
              <c:f>Hoja1!$C$2:$C$6</c:f>
              <c:numCache>
                <c:formatCode>0%</c:formatCode>
                <c:ptCount val="5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CCD-4ABA-9CC6-4E87DA581327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CCD-4ABA-9CC6-4E87DA581327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9-DCCD-4ABA-9CC6-4E87DA581327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B-DCCD-4ABA-9CC6-4E87DA581327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D-DCCD-4ABA-9CC6-4E87DA581327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F-DCCD-4ABA-9CC6-4E87DA581327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11-DCCD-4ABA-9CC6-4E87DA581327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CCD-4ABA-9CC6-4E87DA581327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CCD-4ABA-9CC6-4E87DA581327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CCD-4ABA-9CC6-4E87DA581327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DCCD-4ABA-9CC6-4E87DA581327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DCCD-4ABA-9CC6-4E87DA581327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DCCD-4ABA-9CC6-4E87DA581327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Hoja1!$A$2:$A$6</c:f>
              <c:strCache>
                <c:ptCount val="5"/>
                <c:pt idx="0">
                  <c:v>Soporte Estratégico
RBS</c:v>
                </c:pt>
                <c:pt idx="1">
                  <c:v>Grupo Salinas
Pedro Padilla Longoria</c:v>
                </c:pt>
                <c:pt idx="2">
                  <c:v>Estrategias E Iniciativas Financieras
Rodrigo Pliego Abraham</c:v>
                </c:pt>
                <c:pt idx="3">
                  <c:v>Información Y Asuntos Públicos
Jorge Mendoza Garza</c:v>
                </c:pt>
                <c:pt idx="4">
                  <c:v>Relación Con Inversionistas
Luis Jorge Echarte Fernández</c:v>
                </c:pt>
              </c:strCache>
            </c:strRef>
          </c:cat>
          <c:val>
            <c:numRef>
              <c:f>Hoja1!$D$2:$D$6</c:f>
              <c:numCache>
                <c:formatCode>0%</c:formatCode>
                <c:ptCount val="5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DCCD-4ABA-9CC6-4E87DA5813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0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ED92639-57F6-73D9-C248-0030C79366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8565621-4175-36A6-A030-2621E336B44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4A67937-8ABE-4F56-A1B9-5EA24101ADEF}" type="datetimeFigureOut">
              <a:rPr lang="es-ES_tradnl"/>
              <a:pPr>
                <a:defRPr/>
              </a:pPr>
              <a:t>05/10/2026</a:t>
            </a:fld>
            <a:endParaRPr lang="es-ES_tradnl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FF6245DC-168D-E1E4-AA3F-107FBD9742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98500" y="1143000"/>
            <a:ext cx="5461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B324F848-89FF-A24C-9D5F-752880348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4A02FE-F746-9B43-6C6E-6CF0DCA553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186163-C9F9-9CF5-1257-10EC05CBC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4011296-2D5F-4DDA-BDC4-271B5B9CAFCE}" type="slidenum">
              <a:rPr lang="es-ES_tradnl" altLang="es-MX"/>
              <a:pPr>
                <a:defRPr/>
              </a:pPr>
              <a:t>‹Nº›</a:t>
            </a:fld>
            <a:endParaRPr lang="es-ES_tradnl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1pPr>
    <a:lvl2pPr marL="540868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2pPr>
    <a:lvl3pPr marL="1081735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3pPr>
    <a:lvl4pPr marL="1622603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4pPr>
    <a:lvl5pPr marL="2163470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5pPr>
    <a:lvl6pPr marL="2704338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6pPr>
    <a:lvl7pPr marL="3245206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7pPr>
    <a:lvl8pPr marL="3786073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8pPr>
    <a:lvl9pPr marL="4326941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1 Marcador de imagen de diapositiva">
            <a:extLst>
              <a:ext uri="{FF2B5EF4-FFF2-40B4-BE49-F238E27FC236}">
                <a16:creationId xmlns:a16="http://schemas.microsoft.com/office/drawing/2014/main" id="{14E9AAE1-E813-B2E9-43B7-C16B549D14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2 Marcador de notas">
            <a:extLst>
              <a:ext uri="{FF2B5EF4-FFF2-40B4-BE49-F238E27FC236}">
                <a16:creationId xmlns:a16="http://schemas.microsoft.com/office/drawing/2014/main" id="{A5A98115-1742-3EF2-06CD-5759ADF481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74756" name="3 Marcador de número de diapositiva">
            <a:extLst>
              <a:ext uri="{FF2B5EF4-FFF2-40B4-BE49-F238E27FC236}">
                <a16:creationId xmlns:a16="http://schemas.microsoft.com/office/drawing/2014/main" id="{9DFFB4E0-ADB0-FE7C-9663-3B4E72B7C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AFC4A6D-3BC8-430D-B46D-070CEDEECFF6}" type="slidenum">
              <a:rPr lang="es-MX" altLang="es-MX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</a:t>
            </a:fld>
            <a:endParaRPr lang="es-MX" altLang="es-MX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Marcador de imagen de diapositiva 1">
            <a:extLst>
              <a:ext uri="{FF2B5EF4-FFF2-40B4-BE49-F238E27FC236}">
                <a16:creationId xmlns:a16="http://schemas.microsoft.com/office/drawing/2014/main" id="{DABB91D3-17B4-1D63-C455-2F9EA08681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Marcador de notas 2">
            <a:extLst>
              <a:ext uri="{FF2B5EF4-FFF2-40B4-BE49-F238E27FC236}">
                <a16:creationId xmlns:a16="http://schemas.microsoft.com/office/drawing/2014/main" id="{6552FDDE-3047-C2DB-97A7-51B55F81F1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64516" name="Marcador de número de diapositiva 3">
            <a:extLst>
              <a:ext uri="{FF2B5EF4-FFF2-40B4-BE49-F238E27FC236}">
                <a16:creationId xmlns:a16="http://schemas.microsoft.com/office/drawing/2014/main" id="{62D3AE92-560F-144E-4629-3471E0221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E1D09B7-D066-4F86-9F40-2F8F73D373EE}" type="slidenum">
              <a:rPr lang="es-ES_tradnl" altLang="es-MX" smtClean="0">
                <a:latin typeface="Calibri" panose="020F0502020204030204" pitchFamily="34" charset="0"/>
              </a:rPr>
              <a:pPr/>
              <a:t>2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8050A-A434-1570-E777-662852D3D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59731E-34BF-4431-38BE-4873A7CC2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8500" y="1143000"/>
            <a:ext cx="54610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66E7355-320E-103D-030D-796F778E7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7389AC-417A-B6E0-4984-D8C35C0C5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011296-2D5F-4DDA-BDC4-271B5B9CAFCE}" type="slidenum">
              <a:rPr lang="es-ES_tradnl" altLang="es-MX" smtClean="0"/>
              <a:pPr>
                <a:defRPr/>
              </a:pPr>
              <a:t>4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632176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75735382-31C2-9DD2-F9A8-8E4B5BEFB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FCF49B21-3CAA-532F-8119-2B44EFBBD4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03EE8848-1FB9-1E72-60AD-27F7D4E5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6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Marcador de imagen de diapositiva 1">
            <a:extLst>
              <a:ext uri="{FF2B5EF4-FFF2-40B4-BE49-F238E27FC236}">
                <a16:creationId xmlns:a16="http://schemas.microsoft.com/office/drawing/2014/main" id="{40BCFA81-4FC8-D514-04D0-C43E398D80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Marcador de notas 2">
            <a:extLst>
              <a:ext uri="{FF2B5EF4-FFF2-40B4-BE49-F238E27FC236}">
                <a16:creationId xmlns:a16="http://schemas.microsoft.com/office/drawing/2014/main" id="{A6471C25-E068-F715-EC22-0A945C76CF5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87044" name="Marcador de número de diapositiva 3">
            <a:extLst>
              <a:ext uri="{FF2B5EF4-FFF2-40B4-BE49-F238E27FC236}">
                <a16:creationId xmlns:a16="http://schemas.microsoft.com/office/drawing/2014/main" id="{9ABFB6B7-60F1-401A-3519-2DE39D124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F62FAC0-EE03-4006-924D-27F208BA9CC8}" type="slidenum">
              <a:rPr lang="es-ES_tradnl" altLang="es-MX" smtClean="0"/>
              <a:pPr>
                <a:spcBef>
                  <a:spcPct val="0"/>
                </a:spcBef>
              </a:pPr>
              <a:t>7</a:t>
            </a:fld>
            <a:endParaRPr lang="es-ES_tradnl" altLang="es-MX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Marcador de imagen de diapositiva 1">
            <a:extLst>
              <a:ext uri="{FF2B5EF4-FFF2-40B4-BE49-F238E27FC236}">
                <a16:creationId xmlns:a16="http://schemas.microsoft.com/office/drawing/2014/main" id="{F5356F99-C58A-FE6C-43EA-85D1293C09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Marcador de notas 2">
            <a:extLst>
              <a:ext uri="{FF2B5EF4-FFF2-40B4-BE49-F238E27FC236}">
                <a16:creationId xmlns:a16="http://schemas.microsoft.com/office/drawing/2014/main" id="{548D57FC-CBC0-526D-E614-B37E2670A8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89092" name="Marcador de número de diapositiva 3">
            <a:extLst>
              <a:ext uri="{FF2B5EF4-FFF2-40B4-BE49-F238E27FC236}">
                <a16:creationId xmlns:a16="http://schemas.microsoft.com/office/drawing/2014/main" id="{25B2419F-B4DB-E3D6-DBC7-074EC02EE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58525AF-1775-427B-BD8F-4D8ECB9979B4}" type="slidenum">
              <a:rPr lang="es-ES_tradnl" altLang="es-MX" smtClean="0"/>
              <a:pPr>
                <a:spcBef>
                  <a:spcPct val="0"/>
                </a:spcBef>
              </a:pPr>
              <a:t>8</a:t>
            </a:fld>
            <a:endParaRPr lang="es-ES_tradnl" altLang="es-MX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Marcador de imagen de diapositiva 1">
            <a:extLst>
              <a:ext uri="{FF2B5EF4-FFF2-40B4-BE49-F238E27FC236}">
                <a16:creationId xmlns:a16="http://schemas.microsoft.com/office/drawing/2014/main" id="{A72A6E15-FCBC-6C7A-6DDD-2F15BA04ED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Marcador de notas 2">
            <a:extLst>
              <a:ext uri="{FF2B5EF4-FFF2-40B4-BE49-F238E27FC236}">
                <a16:creationId xmlns:a16="http://schemas.microsoft.com/office/drawing/2014/main" id="{80DC7BE4-A6B0-8535-D88F-1554035A695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91140" name="Marcador de número de diapositiva 3">
            <a:extLst>
              <a:ext uri="{FF2B5EF4-FFF2-40B4-BE49-F238E27FC236}">
                <a16:creationId xmlns:a16="http://schemas.microsoft.com/office/drawing/2014/main" id="{46697705-A9BE-617C-8BE5-1BF76A922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BA533C8-B6F3-474A-9F30-4B62BE9F8F07}" type="slidenum">
              <a:rPr lang="es-ES_tradnl" altLang="es-MX" smtClean="0"/>
              <a:pPr>
                <a:spcBef>
                  <a:spcPct val="0"/>
                </a:spcBef>
              </a:pPr>
              <a:t>9</a:t>
            </a:fld>
            <a:endParaRPr lang="es-ES_tradnl" altLang="es-MX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76EBD-3E49-5A33-2D23-4426FCABD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C727588-25A1-412C-BECC-78565DE51C7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6412D7-9180-FEDD-0A13-CD4323CF5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AF0BFC-4683-5ECB-07A7-645D91A07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464B-A312-41BF-BDD9-8AE9074DBB33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53648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5890F3-EAA1-FF55-DC97-AC35988F7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83066C7-BD15-45D5-A850-666416FE406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A3E489-BFFD-5258-D67D-278AA1DCE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D3E9F8-707B-0DC6-E264-A378870FC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CD69B5-1ADF-492A-90B3-AEC083053968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909729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0631C2-2944-6749-F5E6-7B40FDD16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CB8D11E-1C34-4D73-9C62-D8EC61578E2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CBB4EF-0146-49CF-D19A-F4675FE51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8F0E8F-81FA-72DB-967B-6678AF6DC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E119A3-23F7-4596-8481-AD20BE60212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526043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D2A35D-6014-D059-C815-07DB89091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E3B6CE0-A2FE-45E4-BDCE-5196E174017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E3AFEE-DC66-DF48-D5FC-18345C21D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A108DD-5341-EFCC-13D0-FACC97D2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6B07C-5242-45A3-9A22-1483D1EC418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50544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EB7595F-A32B-0583-8846-AC24331B6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475C196-413F-45F4-8B27-2E0AE3AD8EA1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E750966-F7AB-F522-094C-EEE53F955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5013B05-6FC9-8A4D-FB92-DB57797A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570E02-6668-4211-AA9E-4F74EC7A40B3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3758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E65A7F-20E5-5426-3F26-0D487AA76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C651E9A-829B-48FC-B3E1-071EA852294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FEF8476-07D9-31CB-52BC-6E725D99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4BC61DF-5FB9-A77E-B6E5-77BAD995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6A42F-E033-45BF-AAEB-1DF7B068F5F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66552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F0B2651-0DCF-6DC1-B3B8-7D399214EFF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E4DC57EE-9949-D30A-C962-BF209A6EE5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7F2C7EE-6301-776D-76DF-AEE333D3104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714920" y="7712553"/>
            <a:ext cx="2488416" cy="360000"/>
          </a:xfrm>
          <a:prstGeom prst="rect">
            <a:avLst/>
          </a:prstGeom>
        </p:spPr>
      </p:pic>
      <p:pic>
        <p:nvPicPr>
          <p:cNvPr id="10" name="Imagen 4">
            <a:extLst>
              <a:ext uri="{FF2B5EF4-FFF2-40B4-BE49-F238E27FC236}">
                <a16:creationId xmlns:a16="http://schemas.microsoft.com/office/drawing/2014/main" id="{DA807AD3-7CC0-ED03-6532-1B295FFA09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081" y="4799489"/>
            <a:ext cx="2880562" cy="50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4617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>
            <a:extLst>
              <a:ext uri="{FF2B5EF4-FFF2-40B4-BE49-F238E27FC236}">
                <a16:creationId xmlns:a16="http://schemas.microsoft.com/office/drawing/2014/main" id="{D8EBF68E-B69F-3A57-8231-0601349FDF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58982FA-1F7E-CC5F-4C28-E3E397B2B3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751713" y="138652"/>
            <a:ext cx="1440000" cy="102150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5CFF96A-1D06-8E80-5DDD-439CD64BDB9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02" y="7802325"/>
            <a:ext cx="2160000" cy="31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385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CFC8A7-BB41-9311-258C-43B9ABE44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51DCE78-4A39-4EA4-A2B9-BF9551EBDD7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315A2E-EE06-EEF1-9D83-A10C9E24D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208754-323F-D7F9-432F-EA6BB4CE5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47E57-E745-43ED-942B-6368D4E4BFE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83368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E02FF1-A470-1C35-ABD1-9994C85F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B4C0E57-A3A5-4F90-8514-1B92B089733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95C3BA-DCC9-E81A-84CC-61E84FC65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FCFFA6-09FF-443C-F776-91B504B9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D0F69-71AD-48AC-AA94-AA458FB17545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5103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E4D6A7-8958-4A0D-F874-2261A6A0F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8553001-E6B0-4E4E-A757-DFABC99A9B3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EBB7D9-AD8D-44AC-EE55-D59B936CA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E34593-6AB1-D60B-92DD-2058AD43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2F8C01-2583-4B62-98A6-E14E0AC854E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076934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ED9445-CA48-FAA6-9D60-8A6442958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235B4E2-E398-4E00-AAC6-02A707654A30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FC771C-ED7B-D0C4-6B7C-B796BBA51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A5127D-53AB-1440-F024-92FECC60E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61F96-B2CB-44F6-808A-3D7965DA30A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335620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 descr="shutterstock_33008366.png">
            <a:extLst>
              <a:ext uri="{FF2B5EF4-FFF2-40B4-BE49-F238E27FC236}">
                <a16:creationId xmlns:a16="http://schemas.microsoft.com/office/drawing/2014/main" id="{7E90FDD9-8A28-4F7A-E6D9-7676800191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35DE873-E227-60C5-547F-033D9B532EA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39199" y="7600142"/>
            <a:ext cx="3310214" cy="478890"/>
          </a:xfrm>
          <a:prstGeom prst="rect">
            <a:avLst/>
          </a:prstGeom>
        </p:spPr>
      </p:pic>
      <p:pic>
        <p:nvPicPr>
          <p:cNvPr id="4" name="Imagen 3" descr="Forma, Flecha&#10;&#10;Descripción generada automáticamente">
            <a:extLst>
              <a:ext uri="{FF2B5EF4-FFF2-40B4-BE49-F238E27FC236}">
                <a16:creationId xmlns:a16="http://schemas.microsoft.com/office/drawing/2014/main" id="{12487F50-1951-7047-FFF6-44594C1CF05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03520" y="3606800"/>
            <a:ext cx="4257040" cy="206114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8855CF3-EE73-2D7A-DE28-F06FA30A260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8338"/>
            <a:ext cx="8390856" cy="75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22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7421"/>
            <a:ext cx="12240181" cy="1743953"/>
          </a:xfrm>
        </p:spPr>
        <p:txBody>
          <a:bodyPr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Haga clic para modificar el estilo de subtítulo del patrón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4E5BE6-53F5-0629-F913-F65C5EFA7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E7D078B9-0469-0E42-83F4-C5B068902C3D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28E719-52AF-5E80-4183-2BA7D61C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0822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9A4BAC-31A2-476D-5181-5B140F25E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4573B093-F339-1C44-B7C4-DE2B31CB715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A092FB-26F1-CA67-F1C0-A0E1C446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2373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7"/>
            <a:ext cx="12240181" cy="1615889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8358"/>
            <a:ext cx="12240181" cy="1779736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76534B-BBC3-FC63-4828-4B2F7CB5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215A2303-DDBE-3741-AD2F-3C1F4939E1CC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D4FCDC-E7DC-5229-485F-093F9745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90160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91221"/>
            <a:ext cx="12960192" cy="1355990"/>
          </a:xfrm>
        </p:spPr>
        <p:txBody>
          <a:bodyPr/>
          <a:lstStyle>
            <a:lvl1pPr>
              <a:defRPr sz="5333"/>
            </a:lvl1pPr>
          </a:lstStyle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3047213"/>
            <a:ext cx="6360094" cy="42205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3047213"/>
            <a:ext cx="6360094" cy="42205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1D70DD-57E3-C19B-42D6-742255D8A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1F5E3FE3-5FA2-2944-94CA-14CFFEAF675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F26D3F-67EF-1A38-1DEA-435B67E18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88780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18526"/>
            <a:ext cx="9110134" cy="1355990"/>
          </a:xfrm>
        </p:spPr>
        <p:txBody>
          <a:bodyPr/>
          <a:lstStyle>
            <a:lvl1pPr>
              <a:defRPr sz="5333"/>
            </a:lvl1pPr>
          </a:lstStyle>
          <a:p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título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2970561"/>
            <a:ext cx="6362595" cy="758978"/>
          </a:xfrm>
        </p:spPr>
        <p:txBody>
          <a:bodyPr anchor="b">
            <a:noAutofit/>
          </a:bodyPr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3729538"/>
            <a:ext cx="6362595" cy="3330837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7" y="2970561"/>
            <a:ext cx="6365094" cy="758978"/>
          </a:xfrm>
        </p:spPr>
        <p:txBody>
          <a:bodyPr anchor="b">
            <a:noAutofit/>
          </a:bodyPr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7" y="3729538"/>
            <a:ext cx="6365094" cy="3330837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BAC2D6-838F-6656-9886-5E14A2300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F369A261-6B02-4542-8806-485DDEC19174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17E0B04-694E-CFBD-EDEB-66E58F207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01978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1529507-E7B3-91D1-4A3A-88C5B27B7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72D53C0E-826D-4746-9547-EE425C4E1065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75B562-1491-BB43-E2AE-10A6F048C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73548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A9FA3477-92E2-2F4D-4862-5572AAD398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1526640-5799-8709-C726-B66E08BE6D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5524" y="481229"/>
            <a:ext cx="1620000" cy="114918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E45CB7E-310A-C45A-B4EC-C843B9D8ACF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5937" y="7600142"/>
            <a:ext cx="3310214" cy="47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495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9" y="2071655"/>
            <a:ext cx="4737571" cy="82112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2071654"/>
            <a:ext cx="8050119" cy="5196078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9" y="3064538"/>
            <a:ext cx="4737571" cy="4203193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30A713-B585-F378-E6DB-2D90E0C2A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37F0E217-731C-0C41-8A0B-0B9413642C9C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D06B3C-BAFE-EDD2-D4CC-DAFCDB09A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76874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5695158"/>
            <a:ext cx="8640128" cy="67234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720011" y="1826069"/>
            <a:ext cx="8640128" cy="3782458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r>
              <a:rPr lang="en-US" noProof="0"/>
              <a:t>Arrastre la imagen al marcador de posición o haga clic en el icono para agregar</a:t>
            </a:r>
            <a:endParaRPr lang="es-MX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1" y="6367505"/>
            <a:ext cx="8640128" cy="954841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1163E3-1E9E-C7E5-B39B-2FCA5535F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4529676F-C210-FC43-8541-F3BC7CC6118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097EFB-35F5-DB03-05E6-09D20B653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51064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81805"/>
            <a:ext cx="12960192" cy="1355990"/>
          </a:xfrm>
        </p:spPr>
        <p:txBody>
          <a:bodyPr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04539-30A7-72D1-E2F3-ABA509AEA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3B98CC18-F67D-064E-9A24-E8BB0B57A8D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156D72-BD35-C5B0-2F2B-F31AD0636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11950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1838125"/>
            <a:ext cx="3240048" cy="5429609"/>
          </a:xfrm>
        </p:spPr>
        <p:txBody>
          <a:bodyPr vert="eaVert"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5818"/>
            <a:ext cx="9480140" cy="6941914"/>
          </a:xfrm>
        </p:spPr>
        <p:txBody>
          <a:bodyPr vert="eaVert"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60472A-986A-0F11-62F9-993C8831E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CD260C81-6DBA-4D4B-A46A-D57B654F7CEE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036CD8-136D-777E-1938-E93CC8873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49585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829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3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799958-3519-9999-CD54-6561D872F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CD1FFC10-B0CD-4C28-A8C6-174856D5B906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05DA0D-0870-C95E-AD47-37821FB88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89D0CE-B453-0FE4-31E7-E51D65583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B6390D-0C75-4C70-865C-C08A3D470D7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977487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C36A6E-EECA-18DC-C046-60C9A10A2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9C4EA83-247C-4D63-8FC9-0936413C13A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28785A-F9FE-54F2-6FE0-EC33D073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8A7DD9-C502-3F09-5449-DF605FE4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5FBBB0-A835-412E-907C-33D472F1E08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1136962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3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C057F4-9C51-42D8-B64E-D7712C776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088FA6F-5E4D-4B35-8612-351943399040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809E36-5A4B-0020-6F84-E274335F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C6C9F9-F6ED-4563-D8EA-1ACBFB25B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7519BE-1D49-4939-BD39-A2611F7E400A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0727975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89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89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E29A22-1F75-458E-58EE-F31F96E87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773BDDBB-C47E-46DF-912E-C64B6E497D8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342E14-FF2C-F3B1-51A0-CBEBC189B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8EAEAA-F8C5-0ABF-B9D2-570251DF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AB17B8-FB41-46D4-A1B5-CEB275B5E51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550036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3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1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1" y="2581403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70859C2-3C46-2F91-EB62-07100F552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A7D1DCA-DA21-457D-B85E-B7FEF463140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35287B-8447-8E55-5714-9DCCE41F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9DCEF7F-2432-3F5B-C26A-7749C4400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D5F13-1A59-414E-A603-8FDCAE62B80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3241154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2D53C6E-4788-D0BF-1287-98A4D2C08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D4336BA-23FB-4205-AA93-A6FD0DBC1B7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BC9B93E-BC61-E524-CE42-FC36796EF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23F9246-885B-59C4-B412-23E8949BB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0DC0EF-EFE7-43A2-AF83-EF09381410E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7174420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2514192-9D90-DB6F-92BC-8F6B54D96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1BC10C1-C3AC-44AC-8BB0-ECB4C86F5C4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3A5F90A-46E9-AA8B-75BE-AAC298F53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55656E-E357-C040-8732-EF36E6BCA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8280C-946A-4698-B6C8-9039CA3E281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4051675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5B3E7035-DDC1-B7B9-1127-B1A769C945D8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4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90F068D3-97FF-6BF1-0361-FFB9A06927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EBF59C88-0BF3-55DF-38BE-4EF463856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446B9E6-3DF7-4B71-959A-0F8E4EEA4B0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785D26AB-F3D6-F6B0-6CFA-08A5C24D3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3B28B17A-C002-CCC8-AA83-278FFE46F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BF4D10-6ACA-4A4F-BA83-67EAC3B4B7C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3951149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3" y="323934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5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3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975F7D-7818-7EF7-1D91-FE3F5B79A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6AF17E4-F2FC-43E4-9BD3-846122AC4C3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EAB0CE-DF26-5980-19F4-3C6DE5468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BED9573-2255-6509-2EE3-13E66AFD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70A7AB-76F8-48CA-B90F-D5B4BBC81C7A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888919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953404-6703-8BF8-004C-BD562E0C4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20654DC-2A96-4BDB-8A17-A1E2C042823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7748B6-4597-F69B-F1A9-555286E99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9B0376-3B92-E5E6-98A1-325A77E1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EF5C5-6F16-40E0-91F3-F13BE6BC56F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3801871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FFBCF0-3D34-F3C2-C4D9-08CF3619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5B16916-BB83-459C-974D-2FC84FB31DB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25B2A6-5C59-0FDC-6F17-FDB2F3458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4685B1-37E4-ED5D-9E1C-C03660894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D394A-6EEF-4608-BC76-9ECE30AE617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7586051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4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4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075EA-BCBA-448E-8727-090737D55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17BD9B4-4204-4EC7-BEB1-39D0311782AC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8B08DF-D0BF-3F85-27C4-61E2F94FA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3C7931-88EB-B299-6641-C2E2D13D8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F1929-5B10-4608-85D9-A73E199B556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9394121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F0A89CF4-9D13-B7FF-5478-3B8B7D8F00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61747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82EBDE-8553-F9FD-B193-921E3191C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949CEA3-58E7-4CAB-AEB2-131FAC8BDDB1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387BE5-2061-E7B5-8F40-1C0C1B483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8D0C7B-A329-5F92-F961-6E051AEC6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D9154-6334-4F65-82A8-8478F32D268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8799497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42EA61-E526-36C8-A1DA-FF931B8E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A719848-366F-40F1-B5A5-59F57A616FAC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1440E5-03C7-3E66-064F-F96C83B17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379AF3-45DA-0820-B8CF-9654D2575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B74DD5-22AB-4786-848E-74373348739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55017363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0200B6-0123-38F5-AEFC-093644DDE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55A7D9A4-8561-4A6C-B58D-513DC56CEC6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231F09-D285-557F-D6A8-272ACB98A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7D5E0-FFAB-9761-F2BC-80D72A5A1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3FE61C-8024-42E3-A5E1-413A96CB12F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8416570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DFAB2C-84C1-BBE6-81DD-BC98DA91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0512DF7-D815-42AE-BE86-DDFA419856E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C2C11B-5BAC-AACF-05C9-A0E55C924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A92555-B269-1DB2-6312-8CA0C3FE1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9FE5CA-4AA7-4EAD-857D-A82BB354B51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2829968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62F7934-4FCF-9576-6149-BC4F2A53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1D22C19-0F37-450C-BF64-7C0A1F89085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13E416B-232A-0082-6912-76EDD58EE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F9C9D48-D846-5F75-F412-8A46099AC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E3F362-41A3-46DA-A4B4-3CE932AB5011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74691424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F4892C1-C713-6AC4-63AD-EBC5FE90F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6370CAE-E20E-4CD4-994B-3229E8B5CCD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21D036-792A-A4CC-1FA6-3D2678347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2ED5CD-7167-2524-DA60-E6D71EF25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06F0A6-BC9F-44EF-9EE3-53F2A2FE3F81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350648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51568FD-B6C3-575D-2993-998BEBA0E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E2F1CDC-8259-4284-8CEC-DFFB818B70E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CD1A9BD-03C3-15C3-4FB3-34F7215D6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7F492C-B7D6-F542-E7D4-A895D41ED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3F8C16-12F1-4B54-BB9D-76C901F2EE4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02944253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1CFF3331-2EC8-6572-A169-1230D3E50368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1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5E5CD2F1-222B-1AA6-41D7-59ADC06B63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F2AFB3F6-C91B-6183-8EFF-3D671505B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C52FBE94-5F03-4999-8227-A63AC8E9D496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1A3C809B-8F5F-F686-72C3-14250504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9B5CD086-3099-2768-6D3A-304D91D2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AAB20-58F5-4E23-AA20-359C503250AD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7011002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CB627C-34EE-017E-5EF1-EF4171FB6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E8D5E3E-5ADC-40CD-B56D-B3D4EECF93E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84C0A2-2ADD-803C-4B29-E534215E2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591CE9-0862-C7A4-071F-E5D1EF7F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0FB9D-0E5B-42B3-9332-3F1037752AD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78822257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959635-277F-04A4-F95D-127076318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89406E0-8FF3-4BF7-B6E7-88F90E9DDE5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B5B216-5534-513C-9F9A-971B00F5D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A20244-F23D-1B3C-2094-C7575C143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0E93C3-9303-4653-A7EB-D75648AF9527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2226171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F5609E-16F8-18D2-8396-41D7480F1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8331E4E-4420-4386-84DE-10258B333014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8C011C-5BEB-32A7-DBF7-EADF22D01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DC5B5D-BDFA-D1F5-5963-9092F395E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1ADF2E-81B1-4832-8467-BB343F9E2D7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2099629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3E74C1-3378-504C-D9C4-E283056C6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7B73F83-486F-4850-B5F2-37D5998B5004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056CD3-E742-1BF4-4BE0-25ACE5C10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7FA28D-5C8D-7417-32A1-FFC6C2578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3E516-5944-4507-83EE-32229639C8B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467021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2FCA0E2F-5F1B-2338-8B81-21A52CC7B8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90236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C98FC0-1DC4-6C14-2355-4A3B23C04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A6E741B-19BE-4E12-8E19-6B3DE23FA9A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6A402D-D69A-DBF7-5BA7-18E758998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79E57E-77C8-FD86-F788-80E4DF644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E5EAA-A7AC-41E6-8EC4-5D71B19A05D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3864104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6E659A-F1B0-EA0A-B4E4-A196898B0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9E7DABE-86AF-477B-9AF2-FF451B01791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7225A7-6B89-024E-9CED-AB4D8B0C9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AF99DF-5AA7-49CA-1890-FF914C83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41F091-2089-4C8D-B58F-E08C4C68395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1968715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F0DB89-67B7-3610-965C-8534FFD2C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530DC6F-E708-48A7-9AC8-474A9378B98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51B00C-45D9-4AF4-1195-8432E42AE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CB388D-D93A-13F0-F895-B6A5BECA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030376-C7B5-4E35-973C-05D49D18B17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4521989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A3B552-6CE0-ACB5-1CF0-BB0F0935B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41792FA-4BB7-404D-9B8C-E0C389043747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534C2B-C179-58FF-07F0-B494B697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667FE9-8D93-AA99-2D11-12FBE542F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BF55A4-6BC6-4436-A087-DDE19A5AD17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91960121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B2C6FD7-B466-5400-99C2-D6C13C194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E0FC2BC-4500-4001-B99F-C9141229337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86CC60B-C7CB-5AFF-CAF6-3739571B1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FB145FE-DCB3-20BD-2702-D4E0856C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A6471D-8F9D-464B-906A-5063215A41CD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508564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D8AB050-7EA4-5764-7FD6-4E60E930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12CC54D-B1AC-4D0F-BB58-96A2A86C26D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881F04-E8B1-4CDA-7837-98DA8B3C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7F207D-C42C-7DED-E724-61F7DE1A9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47411F-BEBC-4BF4-8CAE-052605414F8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64321783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E494CD4-3E5A-B9B9-B3EC-386872A1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CE5AD6F-CDEA-44FA-8203-61F8999C6371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74173B-C217-BB4D-E2F3-D5535B657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C28B7D-EBFF-8F36-FF18-55E23000B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035B2-D918-4CEC-B04E-EBDD7474843A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20408095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888A6E65-AB1E-263D-CE55-97B0081FC1CB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1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D3494E5D-0A20-B0CF-C504-0739300087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9AA11556-D91E-1B5B-6193-9E91357C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330D998-F5AF-426B-9C66-491C5D9D3FA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EC7063DA-7714-2B8C-5BA9-BF1724CF5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12794080-1EC2-DEE2-40D9-52F21E330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0CA47-4315-4FD0-B30C-9DAB70F661B8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62138824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D598CC-CC9C-B693-76FA-B4FE53E96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C6372D7-148E-44B6-82F6-B8E4B578F64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A2B6AA-A1A0-C15E-599E-E5410E490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576309-1BCA-B603-DB2C-4B2088D1A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E4E596-17CB-4C8A-B2F0-859D5EE36C6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21347006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40CCDE-5E21-DE71-2B9F-98204318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E309C39-CAD0-40EB-8E7D-D5A9262F62C2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07685C-E9CD-47A1-E6AB-FA32F51A6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D9ED74B-331F-76A8-5F6C-C28FBB895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C5166-DC9F-4C98-86E1-1A04D3C12AA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49186210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8415D4-31D8-C675-AAB6-55CAAB6F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C9AA56FE-90E8-47C3-89C8-5F7D8DFD9CD7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95E739-570F-F2B8-FBF2-EE31070F6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FCFE34-2C9E-D419-1333-2368C12F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693422-A862-4CD2-A75F-4B2758F8848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8159823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94A7A8-D5FD-70C1-442F-064AD9FE4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6F12F0E-669D-4BE1-A9BF-0E11F275B46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D6DA92-9870-4B86-F0C3-51CFD944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DD39F7-E919-DC9D-6373-BF2C060CE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13D46-E7FB-4A95-A690-2245DF14B6F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60902176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24052728-8499-C6FF-FF7B-20ECE0E5D8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471917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564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>
            <a:extLst>
              <a:ext uri="{FF2B5EF4-FFF2-40B4-BE49-F238E27FC236}">
                <a16:creationId xmlns:a16="http://schemas.microsoft.com/office/drawing/2014/main" id="{8D50B893-063B-02EE-FDD1-3FE5AE76788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1027" name="Marcador de texto 2">
            <a:extLst>
              <a:ext uri="{FF2B5EF4-FFF2-40B4-BE49-F238E27FC236}">
                <a16:creationId xmlns:a16="http://schemas.microsoft.com/office/drawing/2014/main" id="{4C227B35-5924-2901-229D-6F2D21D7A3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337C74-6949-8EEA-C167-708BB23C1D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821FFFBF-D5A6-4D1C-87AD-3447D52A0784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02C3D3-DF41-9088-F941-097E7DE2A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F90E63-2D1F-BB8C-2C69-19A533CEB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50FB85B6-3B94-4BD5-A986-26F6EC71CB7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3417" r:id="rId1"/>
    <p:sldLayoutId id="2147493418" r:id="rId2"/>
    <p:sldLayoutId id="2147493419" r:id="rId3"/>
    <p:sldLayoutId id="2147493420" r:id="rId4"/>
    <p:sldLayoutId id="2147493421" r:id="rId5"/>
    <p:sldLayoutId id="2147493422" r:id="rId6"/>
    <p:sldLayoutId id="2147493423" r:id="rId7"/>
    <p:sldLayoutId id="2147493424" r:id="rId8"/>
    <p:sldLayoutId id="2147493425" r:id="rId9"/>
    <p:sldLayoutId id="2147493426" r:id="rId10"/>
    <p:sldLayoutId id="2147493427" r:id="rId11"/>
    <p:sldLayoutId id="2147493428" r:id="rId12"/>
    <p:sldLayoutId id="2147493429" r:id="rId13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Marcador de título 1">
            <a:extLst>
              <a:ext uri="{FF2B5EF4-FFF2-40B4-BE49-F238E27FC236}">
                <a16:creationId xmlns:a16="http://schemas.microsoft.com/office/drawing/2014/main" id="{993E0006-044F-98C4-3C89-0D203755AB7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1681804"/>
            <a:ext cx="13239571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MX"/>
              <a:t>Clic para editar título</a:t>
            </a:r>
            <a:endParaRPr lang="es-MX" altLang="es-MX"/>
          </a:p>
        </p:txBody>
      </p:sp>
      <p:sp>
        <p:nvSpPr>
          <p:cNvPr id="2051" name="Marcador de texto 2">
            <a:extLst>
              <a:ext uri="{FF2B5EF4-FFF2-40B4-BE49-F238E27FC236}">
                <a16:creationId xmlns:a16="http://schemas.microsoft.com/office/drawing/2014/main" id="{C7048B2B-A834-CEB9-FF95-1B11E6C4848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3084877"/>
            <a:ext cx="12960192" cy="4182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MX"/>
              <a:t>Haga clic para modificar el estilo de texto del patrón</a:t>
            </a:r>
          </a:p>
          <a:p>
            <a:pPr lvl="1"/>
            <a:r>
              <a:rPr lang="en-US" altLang="es-MX"/>
              <a:t>Segundo nivel</a:t>
            </a:r>
          </a:p>
          <a:p>
            <a:pPr lvl="2"/>
            <a:r>
              <a:rPr lang="en-US" altLang="es-MX"/>
              <a:t>Tercer nivel</a:t>
            </a:r>
          </a:p>
          <a:p>
            <a:pPr lvl="3"/>
            <a:r>
              <a:rPr lang="en-US" altLang="es-MX"/>
              <a:t>Cuarto nivel</a:t>
            </a:r>
          </a:p>
          <a:p>
            <a:pPr lvl="4"/>
            <a:r>
              <a:rPr lang="en-US" altLang="es-MX"/>
              <a:t>Quinto nivel</a:t>
            </a:r>
            <a:endParaRPr lang="es-MX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AC07B7-3870-4F25-C5B4-99956B3A59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3163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FAF9FF"/>
                </a:solidFill>
                <a:latin typeface="Avenir Next lt pro medium"/>
                <a:ea typeface="Avenir Next lt pro medium"/>
                <a:cs typeface="Avenir Next lt pro medium"/>
              </a:defRPr>
            </a:lvl1pPr>
          </a:lstStyle>
          <a:p>
            <a:pPr>
              <a:defRPr/>
            </a:pPr>
            <a:fld id="{FE014A23-4D4C-444E-BD6F-C0C98CD6CBC4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BABCE0-7A55-871E-B9C6-9DC2FCABD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3163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FAF9FF"/>
                </a:solidFill>
                <a:latin typeface="Avenir Next lt pro medium"/>
                <a:ea typeface="Avenir Next lt pro medium"/>
                <a:cs typeface="Avenir Next lt pro medium"/>
              </a:defRPr>
            </a:lvl1pPr>
          </a:lstStyle>
          <a:p>
            <a:pPr>
              <a:defRPr/>
            </a:pPr>
            <a:endParaRPr lang="es-MX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93430" r:id="rId1"/>
    <p:sldLayoutId id="2147493431" r:id="rId2"/>
    <p:sldLayoutId id="2147493432" r:id="rId3"/>
    <p:sldLayoutId id="2147493433" r:id="rId4"/>
    <p:sldLayoutId id="2147493434" r:id="rId5"/>
    <p:sldLayoutId id="2147493435" r:id="rId6"/>
    <p:sldLayoutId id="2147493436" r:id="rId7"/>
    <p:sldLayoutId id="2147493437" r:id="rId8"/>
    <p:sldLayoutId id="2147493438" r:id="rId9"/>
    <p:sldLayoutId id="2147493439" r:id="rId10"/>
    <p:sldLayoutId id="2147493440" r:id="rId11"/>
    <p:sldLayoutId id="2147493441" r:id="rId12"/>
  </p:sldLayoutIdLst>
  <p:hf hdr="0" ftr="0" dt="0"/>
  <p:txStyles>
    <p:titleStyle>
      <a:lvl1pPr algn="l" defTabSz="608013" rtl="0" eaLnBrk="0" fontAlgn="base" hangingPunct="0">
        <a:spcBef>
          <a:spcPct val="0"/>
        </a:spcBef>
        <a:spcAft>
          <a:spcPct val="0"/>
        </a:spcAft>
        <a:defRPr sz="5800" b="1" kern="1200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1pPr>
      <a:lvl2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2pPr>
      <a:lvl3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3pPr>
      <a:lvl4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4pPr>
      <a:lvl5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5pPr>
      <a:lvl6pPr marL="4572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6pPr>
      <a:lvl7pPr marL="9144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7pPr>
      <a:lvl8pPr marL="13716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8pPr>
      <a:lvl9pPr marL="18288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Marcador de título 1">
            <a:extLst>
              <a:ext uri="{FF2B5EF4-FFF2-40B4-BE49-F238E27FC236}">
                <a16:creationId xmlns:a16="http://schemas.microsoft.com/office/drawing/2014/main" id="{23F67CC4-5117-BB32-7E0B-CDC6DBB2837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3075" name="Marcador de texto 2">
            <a:extLst>
              <a:ext uri="{FF2B5EF4-FFF2-40B4-BE49-F238E27FC236}">
                <a16:creationId xmlns:a16="http://schemas.microsoft.com/office/drawing/2014/main" id="{EA305510-5E28-B755-3676-BEE42E0B9E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E27996-0FA4-7D42-0385-A045ADE48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67B90BB1-49A9-489E-8560-E987CF71BB3F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676E37-127F-14D4-9A83-F416B5347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873CAC-2CD3-1278-E08A-4CDE99E0F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C127126C-84D4-4E1B-BBC3-875546CBBA65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3079" name="Picture 1">
            <a:extLst>
              <a:ext uri="{FF2B5EF4-FFF2-40B4-BE49-F238E27FC236}">
                <a16:creationId xmlns:a16="http://schemas.microsoft.com/office/drawing/2014/main" id="{55972C32-8024-B2D7-5ADA-D1EED95549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3442" r:id="rId1"/>
    <p:sldLayoutId id="2147493443" r:id="rId2"/>
    <p:sldLayoutId id="2147493444" r:id="rId3"/>
    <p:sldLayoutId id="2147493445" r:id="rId4"/>
    <p:sldLayoutId id="2147493446" r:id="rId5"/>
    <p:sldLayoutId id="2147493447" r:id="rId6"/>
    <p:sldLayoutId id="2147493448" r:id="rId7"/>
    <p:sldLayoutId id="2147493449" r:id="rId8"/>
    <p:sldLayoutId id="2147493450" r:id="rId9"/>
    <p:sldLayoutId id="2147493451" r:id="rId10"/>
    <p:sldLayoutId id="2147493452" r:id="rId11"/>
    <p:sldLayoutId id="2147493453" r:id="rId12"/>
    <p:sldLayoutId id="2147493454" r:id="rId13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título 1">
            <a:extLst>
              <a:ext uri="{FF2B5EF4-FFF2-40B4-BE49-F238E27FC236}">
                <a16:creationId xmlns:a16="http://schemas.microsoft.com/office/drawing/2014/main" id="{A040FC7B-F099-E337-D7B0-68FA0674CD7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4099" name="Marcador de texto 2">
            <a:extLst>
              <a:ext uri="{FF2B5EF4-FFF2-40B4-BE49-F238E27FC236}">
                <a16:creationId xmlns:a16="http://schemas.microsoft.com/office/drawing/2014/main" id="{1F0BC2A4-421D-F74F-6BED-82F791C6DE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BE9EDC-E960-95C6-EC7C-EF139564F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AC37CED1-DD78-49D5-9BE5-E26F4B12741F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FA085B-BF7A-4CBA-365E-6D2AF5BB8C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CAED7D-FC2F-74F1-E131-B9425FE20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B72EBBDD-01A0-4848-91C6-2A0595F87FB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4103" name="Picture 1">
            <a:extLst>
              <a:ext uri="{FF2B5EF4-FFF2-40B4-BE49-F238E27FC236}">
                <a16:creationId xmlns:a16="http://schemas.microsoft.com/office/drawing/2014/main" id="{897EEEC2-31EE-7E89-D5BE-2DC7A79F82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3455" r:id="rId1"/>
    <p:sldLayoutId id="2147493456" r:id="rId2"/>
    <p:sldLayoutId id="2147493457" r:id="rId3"/>
    <p:sldLayoutId id="2147493458" r:id="rId4"/>
    <p:sldLayoutId id="2147493459" r:id="rId5"/>
    <p:sldLayoutId id="2147493460" r:id="rId6"/>
    <p:sldLayoutId id="2147493461" r:id="rId7"/>
    <p:sldLayoutId id="2147493462" r:id="rId8"/>
    <p:sldLayoutId id="2147493463" r:id="rId9"/>
    <p:sldLayoutId id="2147493464" r:id="rId10"/>
    <p:sldLayoutId id="2147493465" r:id="rId11"/>
    <p:sldLayoutId id="2147493466" r:id="rId12"/>
    <p:sldLayoutId id="2147493467" r:id="rId13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Marcador de título 1">
            <a:extLst>
              <a:ext uri="{FF2B5EF4-FFF2-40B4-BE49-F238E27FC236}">
                <a16:creationId xmlns:a16="http://schemas.microsoft.com/office/drawing/2014/main" id="{6616B0CF-80DA-9725-BD33-9348DEF1608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5123" name="Marcador de texto 2">
            <a:extLst>
              <a:ext uri="{FF2B5EF4-FFF2-40B4-BE49-F238E27FC236}">
                <a16:creationId xmlns:a16="http://schemas.microsoft.com/office/drawing/2014/main" id="{5A13E742-8361-4548-306B-6E4E71E895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E53F7-2A98-9AB5-8B48-FE9107475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6A993614-2A11-462D-900A-2D49DC031A1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4BE3D0-5687-59B7-443F-3ED61646F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0E13D1-71D2-8DA8-D1C6-8C9554B9E9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CB5B0C6A-DA63-47CA-8B1A-1D978E5A623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5127" name="Picture 1">
            <a:extLst>
              <a:ext uri="{FF2B5EF4-FFF2-40B4-BE49-F238E27FC236}">
                <a16:creationId xmlns:a16="http://schemas.microsoft.com/office/drawing/2014/main" id="{D67D6504-9003-8CC6-67DB-876E8E975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3468" r:id="rId1"/>
    <p:sldLayoutId id="2147493469" r:id="rId2"/>
    <p:sldLayoutId id="2147493470" r:id="rId3"/>
    <p:sldLayoutId id="2147493471" r:id="rId4"/>
    <p:sldLayoutId id="2147493472" r:id="rId5"/>
    <p:sldLayoutId id="2147493473" r:id="rId6"/>
    <p:sldLayoutId id="2147493474" r:id="rId7"/>
    <p:sldLayoutId id="2147493475" r:id="rId8"/>
    <p:sldLayoutId id="2147493476" r:id="rId9"/>
    <p:sldLayoutId id="2147493477" r:id="rId10"/>
    <p:sldLayoutId id="2147493478" r:id="rId11"/>
    <p:sldLayoutId id="2147493479" r:id="rId12"/>
    <p:sldLayoutId id="2147493480" r:id="rId13"/>
    <p:sldLayoutId id="2147493481" r:id="rId14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2.png"/><Relationship Id="rId7" Type="http://schemas.openxmlformats.org/officeDocument/2006/relationships/slide" Target="slide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slide" Target="slide4.xml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24.jpeg"/><Relationship Id="rId4" Type="http://schemas.openxmlformats.org/officeDocument/2006/relationships/image" Target="../media/image1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34" name="Grupo 4">
            <a:extLst>
              <a:ext uri="{FF2B5EF4-FFF2-40B4-BE49-F238E27FC236}">
                <a16:creationId xmlns:a16="http://schemas.microsoft.com/office/drawing/2014/main" id="{92F2D423-1638-6D0C-A2B9-CEAEE5243613}"/>
              </a:ext>
            </a:extLst>
          </p:cNvPr>
          <p:cNvGrpSpPr>
            <a:grpSpLocks/>
          </p:cNvGrpSpPr>
          <p:nvPr/>
        </p:nvGrpSpPr>
        <p:grpSpPr bwMode="auto">
          <a:xfrm>
            <a:off x="809012" y="2722439"/>
            <a:ext cx="6462593" cy="2691060"/>
            <a:chOff x="365717" y="1997919"/>
            <a:chExt cx="6461742" cy="2692644"/>
          </a:xfrm>
        </p:grpSpPr>
        <p:sp>
          <p:nvSpPr>
            <p:cNvPr id="14" name="CuadroTexto 8">
              <a:extLst>
                <a:ext uri="{FF2B5EF4-FFF2-40B4-BE49-F238E27FC236}">
                  <a16:creationId xmlns:a16="http://schemas.microsoft.com/office/drawing/2014/main" id="{5A178F20-F16C-185C-8ECC-369200113C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17" y="1997919"/>
              <a:ext cx="5831527" cy="1139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r>
                <a:rPr lang="es-MX" altLang="es-MX" sz="3600" b="1" dirty="0">
                  <a:solidFill>
                    <a:schemeClr val="bg2">
                      <a:lumMod val="75000"/>
                    </a:schemeClr>
                  </a:solidFill>
                  <a:latin typeface="Montserrat" panose="00000500000000000000" pitchFamily="2" charset="0"/>
                </a:rPr>
                <a:t>IPN COLABORADORES </a:t>
              </a:r>
              <a:r>
                <a:rPr lang="es-MX" altLang="es-MX" sz="3200" b="1" dirty="0">
                  <a:solidFill>
                    <a:schemeClr val="bg2">
                      <a:lumMod val="75000"/>
                    </a:schemeClr>
                  </a:solidFill>
                  <a:latin typeface="Montserrat" panose="00000500000000000000" pitchFamily="2" charset="0"/>
                </a:rPr>
                <a:t>RESULTADOS</a:t>
              </a:r>
            </a:p>
          </p:txBody>
        </p:sp>
        <p:sp>
          <p:nvSpPr>
            <p:cNvPr id="15" name="CuadroTexto 9">
              <a:extLst>
                <a:ext uri="{FF2B5EF4-FFF2-40B4-BE49-F238E27FC236}">
                  <a16:creationId xmlns:a16="http://schemas.microsoft.com/office/drawing/2014/main" id="{C5E266F8-E872-C71A-0945-827C0F09C7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362" y="3506713"/>
              <a:ext cx="5831526" cy="6467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r>
                <a:rPr lang="es-MX" altLang="es-MX" sz="3600" b="1" dirty="0">
                  <a:solidFill>
                    <a:schemeClr val="bg2">
                      <a:lumMod val="50000"/>
                    </a:schemeClr>
                  </a:solidFill>
                  <a:latin typeface="Montserrat" panose="00000500000000000000" pitchFamily="2" charset="0"/>
                </a:rPr>
                <a:t>Soporte Estratégico</a:t>
              </a:r>
            </a:p>
          </p:txBody>
        </p:sp>
        <p:sp>
          <p:nvSpPr>
            <p:cNvPr id="18" name="CuadroTexto 12">
              <a:extLst>
                <a:ext uri="{FF2B5EF4-FFF2-40B4-BE49-F238E27FC236}">
                  <a16:creationId xmlns:a16="http://schemas.microsoft.com/office/drawing/2014/main" id="{4E3636FA-93BF-3F08-B0C8-2FAEB0872C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0025" y="4167035"/>
              <a:ext cx="3917434" cy="52352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r>
                <a:rPr lang="es-MX" altLang="es-MX" sz="2800" dirty="0">
                  <a:solidFill>
                    <a:schemeClr val="bg2">
                      <a:lumMod val="50000"/>
                    </a:schemeClr>
                  </a:solidFill>
                  <a:latin typeface="Montserrat" panose="00000500000000000000" pitchFamily="2" charset="0"/>
                </a:rPr>
                <a:t>1Q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A7EF575C-F379-49A8-C72A-8901BBB94DFC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9" name="Imagen 28">
              <a:extLst>
                <a:ext uri="{FF2B5EF4-FFF2-40B4-BE49-F238E27FC236}">
                  <a16:creationId xmlns:a16="http://schemas.microsoft.com/office/drawing/2014/main" id="{22CA310B-52BE-E5DC-A586-6F624862A9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ítulo 2">
              <a:extLst>
                <a:ext uri="{FF2B5EF4-FFF2-40B4-BE49-F238E27FC236}">
                  <a16:creationId xmlns:a16="http://schemas.microsoft.com/office/drawing/2014/main" id="{350D2836-4740-1D02-0E6F-D6FEEC8577F5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Metodología</a:t>
              </a:r>
            </a:p>
          </p:txBody>
        </p:sp>
        <p:pic>
          <p:nvPicPr>
            <p:cNvPr id="14" name="Imagen 4">
              <a:extLst>
                <a:ext uri="{FF2B5EF4-FFF2-40B4-BE49-F238E27FC236}">
                  <a16:creationId xmlns:a16="http://schemas.microsoft.com/office/drawing/2014/main" id="{B9A62A2F-E361-E41E-C313-6C8B912A98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946" y="206219"/>
              <a:ext cx="749300" cy="681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" name="CuadroTexto 28">
            <a:extLst>
              <a:ext uri="{FF2B5EF4-FFF2-40B4-BE49-F238E27FC236}">
                <a16:creationId xmlns:a16="http://schemas.microsoft.com/office/drawing/2014/main" id="{B6316BDC-0E05-B95D-1EB7-B31D670CB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EA5CD190-B107-9344-9D74-987FC8BB4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632287"/>
              </p:ext>
            </p:extLst>
          </p:nvPr>
        </p:nvGraphicFramePr>
        <p:xfrm>
          <a:off x="7913956" y="1615338"/>
          <a:ext cx="5766846" cy="3546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6846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¿Cómo lo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sz="16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UNIVERSO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MX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Colaboradores de Soporte Estratégico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MX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TÉCNICA DE LEVANTAMIENTO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Encuesta online en Zeus con una duración promedio de 5 minutos.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ESTRUCTURA DE LA MUESTRA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marL="285750" lvl="1" indent="-285750" defTabSz="228588">
                        <a:buFont typeface="Arial" panose="020B0604020202020204" pitchFamily="34" charset="0"/>
                        <a:buChar char="•"/>
                        <a:tabLst>
                          <a:tab pos="92069" algn="l"/>
                        </a:tabLst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1,008 respondieron la encuesta (54.1% de participación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pic>
        <p:nvPicPr>
          <p:cNvPr id="17" name="Imagen 21">
            <a:extLst>
              <a:ext uri="{FF2B5EF4-FFF2-40B4-BE49-F238E27FC236}">
                <a16:creationId xmlns:a16="http://schemas.microsoft.com/office/drawing/2014/main" id="{21F734AA-3982-4CA4-1EEF-4097E2E4C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39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Imagen 6">
            <a:extLst>
              <a:ext uri="{FF2B5EF4-FFF2-40B4-BE49-F238E27FC236}">
                <a16:creationId xmlns:a16="http://schemas.microsoft.com/office/drawing/2014/main" id="{DD1CE97F-1A94-C279-B70F-FABE4ACCA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830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n 3">
            <a:extLst>
              <a:ext uri="{FF2B5EF4-FFF2-40B4-BE49-F238E27FC236}">
                <a16:creationId xmlns:a16="http://schemas.microsoft.com/office/drawing/2014/main" id="{76494950-339D-80DB-876C-9C8A671EAA0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280" y="2966243"/>
            <a:ext cx="471487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250D955A-6FFC-FD1D-C7A6-73F8151002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812892"/>
              </p:ext>
            </p:extLst>
          </p:nvPr>
        </p:nvGraphicFramePr>
        <p:xfrm>
          <a:off x="713904" y="1615338"/>
          <a:ext cx="5770024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024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¿Qué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IPN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Pensando en tu experiencia general como colaborador de esta empresa y considerando una escala de 0 a 10, donde 0 es “definitivamente no recomendaría” y 10 es “recomendaría ampliamente”, ¿Qué tan dispuesto estarías en recomendar a la empresa / área donde laboras?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grpSp>
        <p:nvGrpSpPr>
          <p:cNvPr id="22" name="Grupo 21">
            <a:extLst>
              <a:ext uri="{FF2B5EF4-FFF2-40B4-BE49-F238E27FC236}">
                <a16:creationId xmlns:a16="http://schemas.microsoft.com/office/drawing/2014/main" id="{4F9ACA19-1CB7-E7E4-0B7C-CDED2AB3F870}"/>
              </a:ext>
            </a:extLst>
          </p:cNvPr>
          <p:cNvGrpSpPr/>
          <p:nvPr/>
        </p:nvGrpSpPr>
        <p:grpSpPr>
          <a:xfrm>
            <a:off x="790916" y="4159462"/>
            <a:ext cx="5616000" cy="993259"/>
            <a:chOff x="717434" y="3608739"/>
            <a:chExt cx="5616000" cy="993259"/>
          </a:xfrm>
        </p:grpSpPr>
        <p:sp>
          <p:nvSpPr>
            <p:cNvPr id="23" name="CuadroTexto 20">
              <a:extLst>
                <a:ext uri="{FF2B5EF4-FFF2-40B4-BE49-F238E27FC236}">
                  <a16:creationId xmlns:a16="http://schemas.microsoft.com/office/drawing/2014/main" id="{1834A44A-B1DD-71E7-681E-05553384B4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656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0-6</a:t>
              </a:r>
            </a:p>
          </p:txBody>
        </p:sp>
        <p:sp>
          <p:nvSpPr>
            <p:cNvPr id="24" name="Rectángulo 6">
              <a:extLst>
                <a:ext uri="{FF2B5EF4-FFF2-40B4-BE49-F238E27FC236}">
                  <a16:creationId xmlns:a16="http://schemas.microsoft.com/office/drawing/2014/main" id="{FF573A76-E8D8-93BE-8C28-E9B1F93DFD13}"/>
                </a:ext>
              </a:extLst>
            </p:cNvPr>
            <p:cNvSpPr/>
            <p:nvPr/>
          </p:nvSpPr>
          <p:spPr bwMode="auto">
            <a:xfrm>
              <a:off x="2078564" y="4398096"/>
              <a:ext cx="2893741" cy="203902"/>
            </a:xfrm>
            <a:prstGeom prst="rect">
              <a:avLst/>
            </a:prstGeom>
          </p:spPr>
          <p:txBody>
            <a:bodyPr wrap="none" lIns="34290" tIns="17145" rIns="34290" bIns="17145">
              <a:spAutoFit/>
            </a:bodyPr>
            <a:lstStyle/>
            <a:p>
              <a:pPr algn="ctr" defTabSz="457177">
                <a:defRPr/>
              </a:pPr>
              <a:r>
                <a:rPr lang="es-ES_tradnl" sz="1100" b="1" kern="0" dirty="0">
                  <a:solidFill>
                    <a:prstClr val="black"/>
                  </a:solidFill>
                  <a:latin typeface="Montserrat" panose="00000500000000000000" pitchFamily="2" charset="0"/>
                  <a:cs typeface="Kanit" pitchFamily="2" charset="-34"/>
                </a:rPr>
                <a:t> %IPN =  %Promotores – %Detractores </a:t>
              </a:r>
            </a:p>
          </p:txBody>
        </p:sp>
        <p:graphicFrame>
          <p:nvGraphicFramePr>
            <p:cNvPr id="25" name="Object 16">
              <a:extLst>
                <a:ext uri="{FF2B5EF4-FFF2-40B4-BE49-F238E27FC236}">
                  <a16:creationId xmlns:a16="http://schemas.microsoft.com/office/drawing/2014/main" id="{BD505957-0F41-F7F4-ABC5-83025A2DAB5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15597687"/>
                </p:ext>
              </p:extLst>
            </p:nvPr>
          </p:nvGraphicFramePr>
          <p:xfrm>
            <a:off x="717434" y="3904463"/>
            <a:ext cx="5616000" cy="697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4194412" imgH="701101" progId="">
                    <p:embed/>
                  </p:oleObj>
                </mc:Choice>
                <mc:Fallback>
                  <p:oleObj r:id="rId7" imgW="4194412" imgH="701101" progId="">
                    <p:embed/>
                    <p:pic>
                      <p:nvPicPr>
                        <p:cNvPr id="25" name="Object 16">
                          <a:extLst>
                            <a:ext uri="{FF2B5EF4-FFF2-40B4-BE49-F238E27FC236}">
                              <a16:creationId xmlns:a16="http://schemas.microsoft.com/office/drawing/2014/main" id="{49D5A561-8A31-BA7E-B9D2-DC6A2C3D55E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434" y="3904463"/>
                          <a:ext cx="5616000" cy="697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CuadroTexto 20">
              <a:extLst>
                <a:ext uri="{FF2B5EF4-FFF2-40B4-BE49-F238E27FC236}">
                  <a16:creationId xmlns:a16="http://schemas.microsoft.com/office/drawing/2014/main" id="{4EF1CF11-D852-7EE4-E6BD-8205F34692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404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7-8</a:t>
              </a:r>
            </a:p>
          </p:txBody>
        </p:sp>
        <p:sp>
          <p:nvSpPr>
            <p:cNvPr id="27" name="CuadroTexto 20">
              <a:extLst>
                <a:ext uri="{FF2B5EF4-FFF2-40B4-BE49-F238E27FC236}">
                  <a16:creationId xmlns:a16="http://schemas.microsoft.com/office/drawing/2014/main" id="{2575421E-3D82-DB1A-7547-33990163A7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1141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9-10</a:t>
              </a:r>
            </a:p>
          </p:txBody>
        </p:sp>
      </p:grpSp>
      <p:graphicFrame>
        <p:nvGraphicFramePr>
          <p:cNvPr id="28" name="Tabla 27">
            <a:extLst>
              <a:ext uri="{FF2B5EF4-FFF2-40B4-BE49-F238E27FC236}">
                <a16:creationId xmlns:a16="http://schemas.microsoft.com/office/drawing/2014/main" id="{54A372D3-8806-43BB-D988-FEB01CE68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626182"/>
              </p:ext>
            </p:extLst>
          </p:nvPr>
        </p:nvGraphicFramePr>
        <p:xfrm>
          <a:off x="713128" y="5758331"/>
          <a:ext cx="577080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800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Levantamiento: Del 6 al 19 de Abril</a:t>
                      </a: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Para el análisis de los resultados se consideró la estructura de Talento GS semana 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8">
            <a:extLst>
              <a:ext uri="{FF2B5EF4-FFF2-40B4-BE49-F238E27FC236}">
                <a16:creationId xmlns:a16="http://schemas.microsoft.com/office/drawing/2014/main" id="{C38E4A7A-3415-6BD3-3876-F2F08B5B4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5366" y="3283139"/>
            <a:ext cx="4735354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RESULTADOS</a:t>
            </a:r>
            <a:b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</a:br>
            <a:r>
              <a:rPr lang="es-MX" altLang="es-MX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GENERALES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ACFE2-3424-5B97-25B7-2658677F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adroTexto 28">
            <a:extLst>
              <a:ext uri="{FF2B5EF4-FFF2-40B4-BE49-F238E27FC236}">
                <a16:creationId xmlns:a16="http://schemas.microsoft.com/office/drawing/2014/main" id="{47000253-3AFB-FC89-EAA7-1422DA58F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86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52" name="25 CuadroTexto">
            <a:extLst>
              <a:ext uri="{FF2B5EF4-FFF2-40B4-BE49-F238E27FC236}">
                <a16:creationId xmlns:a16="http://schemas.microsoft.com/office/drawing/2014/main" id="{ECCB2687-1C8C-5A6F-BD04-6CE7A65A9816}"/>
              </a:ext>
            </a:extLst>
          </p:cNvPr>
          <p:cNvSpPr txBox="1"/>
          <p:nvPr/>
        </p:nvSpPr>
        <p:spPr>
          <a:xfrm>
            <a:off x="10050963" y="7614925"/>
            <a:ext cx="3156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Kanit" pitchFamily="2" charset="-34"/>
              </a:rPr>
              <a:t>*Sin muestra suficiente para calcular IPN</a:t>
            </a:r>
          </a:p>
        </p:txBody>
      </p:sp>
      <p:sp>
        <p:nvSpPr>
          <p:cNvPr id="2" name="89 CuadroTexto">
            <a:extLst>
              <a:ext uri="{FF2B5EF4-FFF2-40B4-BE49-F238E27FC236}">
                <a16:creationId xmlns:a16="http://schemas.microsoft.com/office/drawing/2014/main" id="{52AC312C-F823-C830-DD58-A2FBC400FC15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General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Salinas 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94A278F7-4B53-9C63-9AAC-3DCE446D1332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6" name="Imagen 28">
              <a:extLst>
                <a:ext uri="{FF2B5EF4-FFF2-40B4-BE49-F238E27FC236}">
                  <a16:creationId xmlns:a16="http://schemas.microsoft.com/office/drawing/2014/main" id="{A2A35977-EC9E-78B9-7F9F-F98731CF9E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ítulo 2">
              <a:extLst>
                <a:ext uri="{FF2B5EF4-FFF2-40B4-BE49-F238E27FC236}">
                  <a16:creationId xmlns:a16="http://schemas.microsoft.com/office/drawing/2014/main" id="{FD3A9CA3-1383-FF54-7E9E-83D5B3F48889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Grupo Salinas 1Q 2026</a:t>
              </a:r>
            </a:p>
          </p:txBody>
        </p:sp>
        <p:pic>
          <p:nvPicPr>
            <p:cNvPr id="13" name="Imagen 3">
              <a:extLst>
                <a:ext uri="{FF2B5EF4-FFF2-40B4-BE49-F238E27FC236}">
                  <a16:creationId xmlns:a16="http://schemas.microsoft.com/office/drawing/2014/main" id="{7BCF5376-0E46-63D2-ADD0-734A23A80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26" name="Tabla_IPN_SL">
            <a:extLst>
              <a:ext uri="{FF2B5EF4-FFF2-40B4-BE49-F238E27FC236}">
                <a16:creationId xmlns:a16="http://schemas.microsoft.com/office/drawing/2014/main" id="{7DA6C69D-43E1-7769-4608-B255D1D892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109021"/>
              </p:ext>
            </p:extLst>
          </p:nvPr>
        </p:nvGraphicFramePr>
        <p:xfrm>
          <a:off x="1545047" y="3685651"/>
          <a:ext cx="1980000" cy="104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48.7%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713</a:t>
                      </a:r>
                      <a:b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Tabla_ANTERIO_SL">
            <a:extLst>
              <a:ext uri="{FF2B5EF4-FFF2-40B4-BE49-F238E27FC236}">
                <a16:creationId xmlns:a16="http://schemas.microsoft.com/office/drawing/2014/main" id="{0740BF52-4ADE-4D53-D828-07B9692016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438318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altLang="es-MX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79,048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68.5%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6" name="Agrupar 49">
            <a:extLst>
              <a:ext uri="{FF2B5EF4-FFF2-40B4-BE49-F238E27FC236}">
                <a16:creationId xmlns:a16="http://schemas.microsoft.com/office/drawing/2014/main" id="{48149B7C-4F49-D3AC-09FA-A691B1E037BC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37" name="CuadroTexto 33">
              <a:extLst>
                <a:ext uri="{FF2B5EF4-FFF2-40B4-BE49-F238E27FC236}">
                  <a16:creationId xmlns:a16="http://schemas.microsoft.com/office/drawing/2014/main" id="{2799A7C9-80FA-E5CB-38FA-BAFE6E89F8C1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8" name="CuadroTexto 34">
              <a:extLst>
                <a:ext uri="{FF2B5EF4-FFF2-40B4-BE49-F238E27FC236}">
                  <a16:creationId xmlns:a16="http://schemas.microsoft.com/office/drawing/2014/main" id="{6767C30B-718F-A3DB-8289-18D8A9FF8050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9" name="CuadroTexto 35">
              <a:extLst>
                <a:ext uri="{FF2B5EF4-FFF2-40B4-BE49-F238E27FC236}">
                  <a16:creationId xmlns:a16="http://schemas.microsoft.com/office/drawing/2014/main" id="{3EDEDB9C-48AB-8564-6927-E00EE085ECDD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40" name="83 Rectángulo">
              <a:extLst>
                <a:ext uri="{FF2B5EF4-FFF2-40B4-BE49-F238E27FC236}">
                  <a16:creationId xmlns:a16="http://schemas.microsoft.com/office/drawing/2014/main" id="{04658B73-B461-F5F1-AB8E-EFFF423F2896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2" name="84 Rectángulo">
              <a:extLst>
                <a:ext uri="{FF2B5EF4-FFF2-40B4-BE49-F238E27FC236}">
                  <a16:creationId xmlns:a16="http://schemas.microsoft.com/office/drawing/2014/main" id="{FA3D89E2-FF68-7F34-0EF1-F5F5727E4EE8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3" name="17 Rectángulo">
              <a:extLst>
                <a:ext uri="{FF2B5EF4-FFF2-40B4-BE49-F238E27FC236}">
                  <a16:creationId xmlns:a16="http://schemas.microsoft.com/office/drawing/2014/main" id="{5FDCA724-304A-ADEC-05BB-53543F374FFB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44" name="Conector angular 25">
            <a:extLst>
              <a:ext uri="{FF2B5EF4-FFF2-40B4-BE49-F238E27FC236}">
                <a16:creationId xmlns:a16="http://schemas.microsoft.com/office/drawing/2014/main" id="{C677896F-8736-8F58-B4E7-6F6FCFEA6227}"/>
              </a:ext>
            </a:extLst>
          </p:cNvPr>
          <p:cNvCxnSpPr>
            <a:cxnSpLocks/>
            <a:stCxn id="26" idx="3"/>
            <a:endCxn id="49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5" name="Conector angular 25">
            <a:extLst>
              <a:ext uri="{FF2B5EF4-FFF2-40B4-BE49-F238E27FC236}">
                <a16:creationId xmlns:a16="http://schemas.microsoft.com/office/drawing/2014/main" id="{329CDA12-2614-DBFA-4748-251F53B2A333}"/>
              </a:ext>
            </a:extLst>
          </p:cNvPr>
          <p:cNvCxnSpPr>
            <a:cxnSpLocks/>
            <a:stCxn id="26" idx="1"/>
            <a:endCxn id="48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6" name="Conector angular 25">
            <a:extLst>
              <a:ext uri="{FF2B5EF4-FFF2-40B4-BE49-F238E27FC236}">
                <a16:creationId xmlns:a16="http://schemas.microsoft.com/office/drawing/2014/main" id="{031EDF28-95E5-8000-8D58-3DC997E9D93C}"/>
              </a:ext>
            </a:extLst>
          </p:cNvPr>
          <p:cNvCxnSpPr>
            <a:cxnSpLocks/>
            <a:stCxn id="47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47" name="Tabla_DET_SL">
            <a:extLst>
              <a:ext uri="{FF2B5EF4-FFF2-40B4-BE49-F238E27FC236}">
                <a16:creationId xmlns:a16="http://schemas.microsoft.com/office/drawing/2014/main" id="{C1FB66C1-4DC9-8EBC-A3F7-EFC202D51A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67250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10.1%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(72)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8" name="Tabla_PAS_SL">
            <a:extLst>
              <a:ext uri="{FF2B5EF4-FFF2-40B4-BE49-F238E27FC236}">
                <a16:creationId xmlns:a16="http://schemas.microsoft.com/office/drawing/2014/main" id="{9CCF71C9-77A6-2940-E1D0-D6B805B07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241379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31.1%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(222)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9" name="Tabla_PRO_SL">
            <a:extLst>
              <a:ext uri="{FF2B5EF4-FFF2-40B4-BE49-F238E27FC236}">
                <a16:creationId xmlns:a16="http://schemas.microsoft.com/office/drawing/2014/main" id="{51A863E5-B7F3-BF19-CCCC-757ED681B1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760999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58.8%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(419)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1" name="Grafico _don_SL">
            <a:extLst>
              <a:ext uri="{FF2B5EF4-FFF2-40B4-BE49-F238E27FC236}">
                <a16:creationId xmlns:a16="http://schemas.microsoft.com/office/drawing/2014/main" id="{41C7437C-CA48-EEC3-896C-BED040CAFE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740973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3" name="Grafico_bar_SL">
            <a:extLst>
              <a:ext uri="{FF2B5EF4-FFF2-40B4-BE49-F238E27FC236}">
                <a16:creationId xmlns:a16="http://schemas.microsoft.com/office/drawing/2014/main" id="{32DE4618-8764-9A45-A70A-E872E05B74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9894936"/>
              </p:ext>
            </p:extLst>
          </p:nvPr>
        </p:nvGraphicFramePr>
        <p:xfrm>
          <a:off x="5045089" y="1910993"/>
          <a:ext cx="6526600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4" name="Tabla_DIF_SL">
            <a:extLst>
              <a:ext uri="{FF2B5EF4-FFF2-40B4-BE49-F238E27FC236}">
                <a16:creationId xmlns:a16="http://schemas.microsoft.com/office/drawing/2014/main" id="{E056816E-9FF6-5CEF-B417-78D9DCF22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04180"/>
              </p:ext>
            </p:extLst>
          </p:nvPr>
        </p:nvGraphicFramePr>
        <p:xfrm>
          <a:off x="11623551" y="1409638"/>
          <a:ext cx="2715914" cy="6077170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504000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altLang="es-MX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55" name="Conector recto 29">
            <a:extLst>
              <a:ext uri="{FF2B5EF4-FFF2-40B4-BE49-F238E27FC236}">
                <a16:creationId xmlns:a16="http://schemas.microsoft.com/office/drawing/2014/main" id="{CEE85EAE-DE5B-AA65-68AD-1992003BE17C}"/>
              </a:ext>
            </a:extLst>
          </p:cNvPr>
          <p:cNvCxnSpPr>
            <a:cxnSpLocks/>
          </p:cNvCxnSpPr>
          <p:nvPr/>
        </p:nvCxnSpPr>
        <p:spPr>
          <a:xfrm flipH="1">
            <a:off x="5661537" y="2467475"/>
            <a:ext cx="86400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Picture 4" descr="eenfoque fiscal – Reforma Fiscal">
            <a:hlinkClick r:id="rId7" action="ppaction://hlinksldjump"/>
            <a:extLst>
              <a:ext uri="{FF2B5EF4-FFF2-40B4-BE49-F238E27FC236}">
                <a16:creationId xmlns:a16="http://schemas.microsoft.com/office/drawing/2014/main" id="{3A1300AA-C7B4-6F28-9859-9CE3BFAB4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029" y="5375309"/>
            <a:ext cx="323634" cy="323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745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9">
            <a:extLst>
              <a:ext uri="{FF2B5EF4-FFF2-40B4-BE49-F238E27FC236}">
                <a16:creationId xmlns:a16="http://schemas.microsoft.com/office/drawing/2014/main" id="{D0A1DDFE-1661-FDF5-228F-89DC8F78A0CD}"/>
              </a:ext>
            </a:extLst>
          </p:cNvPr>
          <p:cNvSpPr txBox="1"/>
          <p:nvPr/>
        </p:nvSpPr>
        <p:spPr>
          <a:xfrm>
            <a:off x="9457696" y="3344694"/>
            <a:ext cx="435133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0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4400" dirty="0">
                <a:solidFill>
                  <a:srgbClr val="5B5A5A"/>
                </a:solidFill>
                <a:latin typeface="Montserrat Light" pitchFamily="2" charset="77"/>
              </a:rPr>
              <a:t>RESULTADOS</a:t>
            </a:r>
          </a:p>
          <a:p>
            <a:pPr defTabSz="91410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4400" b="1" dirty="0">
                <a:solidFill>
                  <a:srgbClr val="61288B"/>
                </a:solidFill>
                <a:latin typeface="Montserrat ExtraBold" panose="00000900000000000000" pitchFamily="2" charset="0"/>
              </a:rPr>
              <a:t>Soporte Estratégico</a:t>
            </a:r>
          </a:p>
        </p:txBody>
      </p:sp>
    </p:spTree>
    <p:extLst>
      <p:ext uri="{BB962C8B-B14F-4D97-AF65-F5344CB8AC3E}">
        <p14:creationId xmlns:p14="http://schemas.microsoft.com/office/powerpoint/2010/main" val="1322082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adroTexto 28">
            <a:extLst>
              <a:ext uri="{FF2B5EF4-FFF2-40B4-BE49-F238E27FC236}">
                <a16:creationId xmlns:a16="http://schemas.microsoft.com/office/drawing/2014/main" id="{F4148B1A-D89B-68BF-4544-86C787133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86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pic>
        <p:nvPicPr>
          <p:cNvPr id="83031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2E2125B3-4B0F-3479-37BE-AE9F9EADEC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3" y="1189514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a_DIF_SE">
            <a:extLst>
              <a:ext uri="{FF2B5EF4-FFF2-40B4-BE49-F238E27FC236}">
                <a16:creationId xmlns:a16="http://schemas.microsoft.com/office/drawing/2014/main" id="{FD6FBA12-F800-3333-870A-C512E47FC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302977"/>
              </p:ext>
            </p:extLst>
          </p:nvPr>
        </p:nvGraphicFramePr>
        <p:xfrm>
          <a:off x="11602108" y="1533954"/>
          <a:ext cx="2714400" cy="5955904"/>
        </p:xfrm>
        <a:graphic>
          <a:graphicData uri="http://schemas.openxmlformats.org/drawingml/2006/table">
            <a:tbl>
              <a:tblPr/>
              <a:tblGrid>
                <a:gridCol w="97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600">
                  <a:extLst>
                    <a:ext uri="{9D8B030D-6E8A-4147-A177-3AD203B41FA5}">
                      <a16:colId xmlns:a16="http://schemas.microsoft.com/office/drawing/2014/main" val="3814093375"/>
                    </a:ext>
                  </a:extLst>
                </a:gridCol>
                <a:gridCol w="579600">
                  <a:extLst>
                    <a:ext uri="{9D8B030D-6E8A-4147-A177-3AD203B41FA5}">
                      <a16:colId xmlns:a16="http://schemas.microsoft.com/office/drawing/2014/main" val="3950106256"/>
                    </a:ext>
                  </a:extLst>
                </a:gridCol>
              </a:tblGrid>
              <a:tr h="384844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4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629220"/>
                  </a:ext>
                </a:extLst>
              </a:tr>
              <a:tr h="1114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4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9280188"/>
                  </a:ext>
                </a:extLst>
              </a:tr>
              <a:tr h="1114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6378097"/>
                  </a:ext>
                </a:extLst>
              </a:tr>
              <a:tr h="11142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7" name="Grupo 16">
            <a:extLst>
              <a:ext uri="{FF2B5EF4-FFF2-40B4-BE49-F238E27FC236}">
                <a16:creationId xmlns:a16="http://schemas.microsoft.com/office/drawing/2014/main" id="{12942C9F-363F-7326-2EC8-BC7D516E8D52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18" name="Imagen 28">
              <a:extLst>
                <a:ext uri="{FF2B5EF4-FFF2-40B4-BE49-F238E27FC236}">
                  <a16:creationId xmlns:a16="http://schemas.microsoft.com/office/drawing/2014/main" id="{05EE536F-CBEF-CD0D-78A9-C5C06D1079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Título 2">
              <a:extLst>
                <a:ext uri="{FF2B5EF4-FFF2-40B4-BE49-F238E27FC236}">
                  <a16:creationId xmlns:a16="http://schemas.microsoft.com/office/drawing/2014/main" id="{2FFD65A4-7DBD-2797-AE72-6005E25D9325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6349359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Soporte Estratégico 1Q 2026</a:t>
              </a:r>
            </a:p>
          </p:txBody>
        </p:sp>
        <p:pic>
          <p:nvPicPr>
            <p:cNvPr id="20" name="Imagen 3">
              <a:extLst>
                <a:ext uri="{FF2B5EF4-FFF2-40B4-BE49-F238E27FC236}">
                  <a16:creationId xmlns:a16="http://schemas.microsoft.com/office/drawing/2014/main" id="{10EAB27A-CC47-A41C-557A-9F2165E09F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5" name="25 CuadroTexto">
            <a:extLst>
              <a:ext uri="{FF2B5EF4-FFF2-40B4-BE49-F238E27FC236}">
                <a16:creationId xmlns:a16="http://schemas.microsoft.com/office/drawing/2014/main" id="{8508E089-388C-A532-D060-7187FAB7E34C}"/>
              </a:ext>
            </a:extLst>
          </p:cNvPr>
          <p:cNvSpPr txBox="1"/>
          <p:nvPr/>
        </p:nvSpPr>
        <p:spPr>
          <a:xfrm>
            <a:off x="10488771" y="7613313"/>
            <a:ext cx="29835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sp>
        <p:nvSpPr>
          <p:cNvPr id="26" name="89 CuadroTexto">
            <a:extLst>
              <a:ext uri="{FF2B5EF4-FFF2-40B4-BE49-F238E27FC236}">
                <a16:creationId xmlns:a16="http://schemas.microsoft.com/office/drawing/2014/main" id="{7840EFD4-53A8-8E28-740B-B2A2FCA09DDB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Soporte Estratégico</a:t>
            </a:r>
          </a:p>
        </p:txBody>
      </p:sp>
      <p:graphicFrame>
        <p:nvGraphicFramePr>
          <p:cNvPr id="27" name="Tabla_IPN_SE">
            <a:extLst>
              <a:ext uri="{FF2B5EF4-FFF2-40B4-BE49-F238E27FC236}">
                <a16:creationId xmlns:a16="http://schemas.microsoft.com/office/drawing/2014/main" id="{FA9E25C6-6D87-566A-8AB1-474897BEC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454928"/>
              </p:ext>
            </p:extLst>
          </p:nvPr>
        </p:nvGraphicFramePr>
        <p:xfrm>
          <a:off x="1545047" y="3685651"/>
          <a:ext cx="1980000" cy="104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48.7%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713</a:t>
                      </a:r>
                      <a:b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8" name="Tabla_ANTERIO_SE">
            <a:extLst>
              <a:ext uri="{FF2B5EF4-FFF2-40B4-BE49-F238E27FC236}">
                <a16:creationId xmlns:a16="http://schemas.microsoft.com/office/drawing/2014/main" id="{BDA642E8-BDB8-D236-61F1-C0D55B315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025173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altLang="es-MX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79,048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68.5%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9" name="Agrupar 49">
            <a:extLst>
              <a:ext uri="{FF2B5EF4-FFF2-40B4-BE49-F238E27FC236}">
                <a16:creationId xmlns:a16="http://schemas.microsoft.com/office/drawing/2014/main" id="{A3F025D2-8B66-2457-9FF9-DD0263141A2A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30" name="CuadroTexto 33">
              <a:extLst>
                <a:ext uri="{FF2B5EF4-FFF2-40B4-BE49-F238E27FC236}">
                  <a16:creationId xmlns:a16="http://schemas.microsoft.com/office/drawing/2014/main" id="{6C907A95-5A80-2F2A-893D-18E7CB85917B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1" name="CuadroTexto 34">
              <a:extLst>
                <a:ext uri="{FF2B5EF4-FFF2-40B4-BE49-F238E27FC236}">
                  <a16:creationId xmlns:a16="http://schemas.microsoft.com/office/drawing/2014/main" id="{377D4BA9-1B78-F08C-35A9-3481FB88736C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2" name="CuadroTexto 35">
              <a:extLst>
                <a:ext uri="{FF2B5EF4-FFF2-40B4-BE49-F238E27FC236}">
                  <a16:creationId xmlns:a16="http://schemas.microsoft.com/office/drawing/2014/main" id="{597FD7BB-ECFF-F1ED-795B-716622CEB51F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3" name="83 Rectángulo">
              <a:extLst>
                <a:ext uri="{FF2B5EF4-FFF2-40B4-BE49-F238E27FC236}">
                  <a16:creationId xmlns:a16="http://schemas.microsoft.com/office/drawing/2014/main" id="{3390967A-30E6-3A89-7577-EAFB1A9B6F2E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4" name="84 Rectángulo">
              <a:extLst>
                <a:ext uri="{FF2B5EF4-FFF2-40B4-BE49-F238E27FC236}">
                  <a16:creationId xmlns:a16="http://schemas.microsoft.com/office/drawing/2014/main" id="{99E087CC-9FC9-462C-F8EE-71343FB47320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5" name="17 Rectángulo">
              <a:extLst>
                <a:ext uri="{FF2B5EF4-FFF2-40B4-BE49-F238E27FC236}">
                  <a16:creationId xmlns:a16="http://schemas.microsoft.com/office/drawing/2014/main" id="{6AD31265-D55F-287D-B0AB-62BF94A6B9BA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6" name="Conector angular 25">
            <a:extLst>
              <a:ext uri="{FF2B5EF4-FFF2-40B4-BE49-F238E27FC236}">
                <a16:creationId xmlns:a16="http://schemas.microsoft.com/office/drawing/2014/main" id="{7F8E41B0-B215-088E-18E1-7D71E0CE8CF1}"/>
              </a:ext>
            </a:extLst>
          </p:cNvPr>
          <p:cNvCxnSpPr>
            <a:cxnSpLocks/>
            <a:stCxn id="27" idx="3"/>
            <a:endCxn id="41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7" name="Conector angular 25">
            <a:extLst>
              <a:ext uri="{FF2B5EF4-FFF2-40B4-BE49-F238E27FC236}">
                <a16:creationId xmlns:a16="http://schemas.microsoft.com/office/drawing/2014/main" id="{8B6914C9-6B17-EFB8-B170-6D53629F3368}"/>
              </a:ext>
            </a:extLst>
          </p:cNvPr>
          <p:cNvCxnSpPr>
            <a:cxnSpLocks/>
            <a:stCxn id="27" idx="1"/>
            <a:endCxn id="40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8" name="Conector angular 25">
            <a:extLst>
              <a:ext uri="{FF2B5EF4-FFF2-40B4-BE49-F238E27FC236}">
                <a16:creationId xmlns:a16="http://schemas.microsoft.com/office/drawing/2014/main" id="{FD3BEC40-CF51-C597-22EC-25F6BA13659C}"/>
              </a:ext>
            </a:extLst>
          </p:cNvPr>
          <p:cNvCxnSpPr>
            <a:cxnSpLocks/>
            <a:stCxn id="39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9" name="Tabla_DET_SE">
            <a:extLst>
              <a:ext uri="{FF2B5EF4-FFF2-40B4-BE49-F238E27FC236}">
                <a16:creationId xmlns:a16="http://schemas.microsoft.com/office/drawing/2014/main" id="{FB50C1A8-FC1B-B31A-03B6-CDE5E7863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275963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10.1%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(72)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0" name="Tabla_PAS_SE">
            <a:extLst>
              <a:ext uri="{FF2B5EF4-FFF2-40B4-BE49-F238E27FC236}">
                <a16:creationId xmlns:a16="http://schemas.microsoft.com/office/drawing/2014/main" id="{C1C69BCD-FF87-BEC7-A8AD-460625214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186775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31.1%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(222)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1" name="Tabla_PRO_SE">
            <a:extLst>
              <a:ext uri="{FF2B5EF4-FFF2-40B4-BE49-F238E27FC236}">
                <a16:creationId xmlns:a16="http://schemas.microsoft.com/office/drawing/2014/main" id="{0C712D8C-56D8-3D71-D01E-168384F5E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926345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58.8%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(419)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3" name="Grafico _don_SE">
            <a:extLst>
              <a:ext uri="{FF2B5EF4-FFF2-40B4-BE49-F238E27FC236}">
                <a16:creationId xmlns:a16="http://schemas.microsoft.com/office/drawing/2014/main" id="{3C026819-1E53-4E3F-DD33-CE59462C65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675951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4" name="Grafico_bar_SE">
            <a:extLst>
              <a:ext uri="{FF2B5EF4-FFF2-40B4-BE49-F238E27FC236}">
                <a16:creationId xmlns:a16="http://schemas.microsoft.com/office/drawing/2014/main" id="{BA09E0B8-950D-178F-AA53-F82CA89783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6103930"/>
              </p:ext>
            </p:extLst>
          </p:nvPr>
        </p:nvGraphicFramePr>
        <p:xfrm>
          <a:off x="5034929" y="1910993"/>
          <a:ext cx="6480673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Imagen 43">
            <a:hlinkClick r:id="rId3" action="ppaction://hlinksldjump"/>
            <a:extLst>
              <a:ext uri="{FF2B5EF4-FFF2-40B4-BE49-F238E27FC236}">
                <a16:creationId xmlns:a16="http://schemas.microsoft.com/office/drawing/2014/main" id="{F8BB0952-C812-A9FF-6738-7836C0BEB9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3" y="1249039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08271A36-342C-DFAD-A885-B526BC26E24F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12" name="Imagen 29">
              <a:extLst>
                <a:ext uri="{FF2B5EF4-FFF2-40B4-BE49-F238E27FC236}">
                  <a16:creationId xmlns:a16="http://schemas.microsoft.com/office/drawing/2014/main" id="{933330F2-BE94-F030-DE5E-5595C70B07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ítulo 2">
              <a:extLst>
                <a:ext uri="{FF2B5EF4-FFF2-40B4-BE49-F238E27FC236}">
                  <a16:creationId xmlns:a16="http://schemas.microsoft.com/office/drawing/2014/main" id="{4F18A5BB-A355-B518-9088-4AE3523CE139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Soporte Estratégico</a:t>
              </a:r>
            </a:p>
          </p:txBody>
        </p:sp>
        <p:pic>
          <p:nvPicPr>
            <p:cNvPr id="14" name="Imagen 3">
              <a:extLst>
                <a:ext uri="{FF2B5EF4-FFF2-40B4-BE49-F238E27FC236}">
                  <a16:creationId xmlns:a16="http://schemas.microsoft.com/office/drawing/2014/main" id="{37052427-72D4-1217-B88E-3B7F1D484F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155A3C6-542C-4C21-4E92-E41E96258E75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16" name="Cinta curvada hacia arriba 3">
              <a:extLst>
                <a:ext uri="{FF2B5EF4-FFF2-40B4-BE49-F238E27FC236}">
                  <a16:creationId xmlns:a16="http://schemas.microsoft.com/office/drawing/2014/main" id="{AFE62C6E-CD41-11EF-6C0D-4C2A669CC9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2ED03C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7" name="CuadroTexto 5">
              <a:extLst>
                <a:ext uri="{FF2B5EF4-FFF2-40B4-BE49-F238E27FC236}">
                  <a16:creationId xmlns:a16="http://schemas.microsoft.com/office/drawing/2014/main" id="{2F5D1DEB-CF34-EF43-E1AD-DECA7B651E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Promotores</a:t>
              </a:r>
            </a:p>
          </p:txBody>
        </p:sp>
      </p:grpSp>
      <p:pic>
        <p:nvPicPr>
          <p:cNvPr id="18" name="Imagen 46">
            <a:extLst>
              <a:ext uri="{FF2B5EF4-FFF2-40B4-BE49-F238E27FC236}">
                <a16:creationId xmlns:a16="http://schemas.microsoft.com/office/drawing/2014/main" id="{807219DE-1BAC-5415-9110-F4E760BE61B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17" t="33687" r="4427" b="38496"/>
          <a:stretch>
            <a:fillRect/>
          </a:stretch>
        </p:blipFill>
        <p:spPr bwMode="auto">
          <a:xfrm>
            <a:off x="3467107" y="1547191"/>
            <a:ext cx="931863" cy="906462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1DFE96E3-03C7-0447-FF16-BE95AD8F5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9053F951-5B29-A8A6-BD48-79EF485495A7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1</a:t>
            </a:r>
            <a:endParaRPr lang="es-MX" sz="1600" b="1" dirty="0">
              <a:latin typeface="Montserrat" panose="00000500000000000000" pitchFamily="2" charset="0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402B8420-AAEF-B976-ADEC-CBBEED999BBB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C3CDAE6D-89F2-644A-443B-6CDACBC7FFA5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78B01797-D1BA-7B01-891F-C5C4813AE10D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E6B50123-0908-24C6-588F-AA7890EA924A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E3BF5304-0939-1E03-58B4-BF9A5F809BF2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C1171FCB-5F45-3B9B-3280-DCD7086D126B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8C5056D3-2E3C-98BC-65F9-CE718845D299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746E79A2-5535-37EE-A925-793340E32B04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070C24D6-F51A-7724-292A-13BFFB3678FF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278735" y="7006654"/>
            <a:chExt cx="468000" cy="325438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3CEF1B39-1807-60F2-75BA-884B77E514A7}"/>
                </a:ext>
              </a:extLst>
            </p:cNvPr>
            <p:cNvSpPr/>
            <p:nvPr/>
          </p:nvSpPr>
          <p:spPr bwMode="auto">
            <a:xfrm>
              <a:off x="1350810" y="7006654"/>
              <a:ext cx="323850" cy="325438"/>
            </a:xfrm>
            <a:prstGeom prst="ellipse">
              <a:avLst/>
            </a:prstGeom>
            <a:solidFill>
              <a:srgbClr val="2ED0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74C67EDA-942D-FB2C-1129-45E028E6052D}"/>
                </a:ext>
              </a:extLst>
            </p:cNvPr>
            <p:cNvSpPr txBox="1"/>
            <p:nvPr/>
          </p:nvSpPr>
          <p:spPr>
            <a:xfrm>
              <a:off x="1278735" y="7015485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lt1"/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graphicFrame>
        <p:nvGraphicFramePr>
          <p:cNvPr id="32" name="Tabla_PRO_MENS_SE">
            <a:extLst>
              <a:ext uri="{FF2B5EF4-FFF2-40B4-BE49-F238E27FC236}">
                <a16:creationId xmlns:a16="http://schemas.microsoft.com/office/drawing/2014/main" id="{2643751A-91D5-86B2-873F-C31A01C3F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260970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008037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43">
            <a:hlinkClick r:id="rId3" action="ppaction://hlinksldjump"/>
            <a:extLst>
              <a:ext uri="{FF2B5EF4-FFF2-40B4-BE49-F238E27FC236}">
                <a16:creationId xmlns:a16="http://schemas.microsoft.com/office/drawing/2014/main" id="{D9D067FC-544C-20E1-BC4E-3A2A609622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3" y="1249039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0D88E3C8-9EAE-77BB-D20A-0D5FCD55B882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9" name="Imagen 29">
              <a:extLst>
                <a:ext uri="{FF2B5EF4-FFF2-40B4-BE49-F238E27FC236}">
                  <a16:creationId xmlns:a16="http://schemas.microsoft.com/office/drawing/2014/main" id="{0E1A5E10-FC23-F50B-753D-6076D1691F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ítulo 2">
              <a:extLst>
                <a:ext uri="{FF2B5EF4-FFF2-40B4-BE49-F238E27FC236}">
                  <a16:creationId xmlns:a16="http://schemas.microsoft.com/office/drawing/2014/main" id="{F14EF5FD-B4FE-E29B-97A0-BD7A9B72D76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Soporte Estratégico</a:t>
              </a:r>
            </a:p>
          </p:txBody>
        </p:sp>
        <p:pic>
          <p:nvPicPr>
            <p:cNvPr id="11" name="Imagen 3">
              <a:extLst>
                <a:ext uri="{FF2B5EF4-FFF2-40B4-BE49-F238E27FC236}">
                  <a16:creationId xmlns:a16="http://schemas.microsoft.com/office/drawing/2014/main" id="{3490D1F2-5F19-2E5C-21F1-055A4AFEB0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814BFE7-2866-129B-9EE0-48EE16039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pic>
        <p:nvPicPr>
          <p:cNvPr id="13" name="Imagen 45">
            <a:extLst>
              <a:ext uri="{FF2B5EF4-FFF2-40B4-BE49-F238E27FC236}">
                <a16:creationId xmlns:a16="http://schemas.microsoft.com/office/drawing/2014/main" id="{ABB9A55F-CAAE-1D54-4B52-D6E2FF8631A5}"/>
              </a:ext>
            </a:extLst>
          </p:cNvPr>
          <p:cNvPicPr preferRelativeResize="0"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44" t="33391" r="35352" b="38200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upo 13">
            <a:extLst>
              <a:ext uri="{FF2B5EF4-FFF2-40B4-BE49-F238E27FC236}">
                <a16:creationId xmlns:a16="http://schemas.microsoft.com/office/drawing/2014/main" id="{318B23F2-19EB-31DF-A719-08D7BCDE542C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15" name="Cinta curvada hacia arriba 3">
              <a:extLst>
                <a:ext uri="{FF2B5EF4-FFF2-40B4-BE49-F238E27FC236}">
                  <a16:creationId xmlns:a16="http://schemas.microsoft.com/office/drawing/2014/main" id="{9B8B0DB9-C51A-1F34-3107-A62D675F26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EE912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6" name="CuadroTexto 5">
              <a:extLst>
                <a:ext uri="{FF2B5EF4-FFF2-40B4-BE49-F238E27FC236}">
                  <a16:creationId xmlns:a16="http://schemas.microsoft.com/office/drawing/2014/main" id="{235C7A1D-D587-2E91-260A-B776C1B0C0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Pasivos</a:t>
              </a:r>
            </a:p>
          </p:txBody>
        </p:sp>
      </p:grpSp>
      <p:sp>
        <p:nvSpPr>
          <p:cNvPr id="17" name="Elipse 16">
            <a:extLst>
              <a:ext uri="{FF2B5EF4-FFF2-40B4-BE49-F238E27FC236}">
                <a16:creationId xmlns:a16="http://schemas.microsoft.com/office/drawing/2014/main" id="{395D6BD5-C019-10B0-0B66-4ACFF8D40E2A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1</a:t>
            </a:r>
            <a:endParaRPr lang="es-MX" sz="1600" b="1" dirty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69434AA2-A7A8-A7C4-7358-FF44DCE7E88A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8A6933E0-C5AF-5EDB-032B-D4C90C7B67CA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0C8DDCBF-AA6B-5A7B-39B1-642A54BA1EA7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0776E7CF-B4ED-93E8-C667-0DD40571FEA6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953B2524-820D-0FD9-2774-09288D7D856C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0A70FA29-AF85-1175-4143-4E3360D1153F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8B17E644-A01B-10CF-FEB5-C4B62F0863D8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F16A3C3A-8F77-CA4A-10DC-716E32628EDA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AE354119-BDC5-77A9-3AD5-3EF18308BE2F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084297" y="6963788"/>
            <a:chExt cx="468000" cy="325438"/>
          </a:xfrm>
        </p:grpSpPr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67C6FB2E-00FB-5A83-8E3F-E2E2878E5734}"/>
                </a:ext>
              </a:extLst>
            </p:cNvPr>
            <p:cNvSpPr/>
            <p:nvPr/>
          </p:nvSpPr>
          <p:spPr bwMode="auto">
            <a:xfrm>
              <a:off x="1156372" y="6963788"/>
              <a:ext cx="323850" cy="325438"/>
            </a:xfrm>
            <a:prstGeom prst="ellipse">
              <a:avLst/>
            </a:prstGeom>
            <a:solidFill>
              <a:srgbClr val="FEE91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96478DFF-440A-80DB-F441-6150F690EBAE}"/>
                </a:ext>
              </a:extLst>
            </p:cNvPr>
            <p:cNvSpPr txBox="1"/>
            <p:nvPr/>
          </p:nvSpPr>
          <p:spPr>
            <a:xfrm>
              <a:off x="1084297" y="6972619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graphicFrame>
        <p:nvGraphicFramePr>
          <p:cNvPr id="61" name="Tabla_PAS_MENS_SE">
            <a:extLst>
              <a:ext uri="{FF2B5EF4-FFF2-40B4-BE49-F238E27FC236}">
                <a16:creationId xmlns:a16="http://schemas.microsoft.com/office/drawing/2014/main" id="{4A2D8524-F0B8-65B9-B8CC-583111F4F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118026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FEE912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85" name="Imagen 43">
            <a:hlinkClick r:id="rId3" action="ppaction://hlinksldjump"/>
            <a:extLst>
              <a:ext uri="{FF2B5EF4-FFF2-40B4-BE49-F238E27FC236}">
                <a16:creationId xmlns:a16="http://schemas.microsoft.com/office/drawing/2014/main" id="{5E5242B7-DF1E-07D9-7E20-F2EB6F1F1A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2" y="1249039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4313498-737A-63D3-DC3A-06161775A1C4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3" t="33426" r="67165" b="38184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65CCF266-2403-26BD-D664-D92A20A178AE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9" name="Cinta curvada hacia arriba 3">
              <a:extLst>
                <a:ext uri="{FF2B5EF4-FFF2-40B4-BE49-F238E27FC236}">
                  <a16:creationId xmlns:a16="http://schemas.microsoft.com/office/drawing/2014/main" id="{A5183A7B-F667-449E-8C4F-AF2F442D0C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D4F58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0" name="CuadroTexto 5">
              <a:extLst>
                <a:ext uri="{FF2B5EF4-FFF2-40B4-BE49-F238E27FC236}">
                  <a16:creationId xmlns:a16="http://schemas.microsoft.com/office/drawing/2014/main" id="{011B1EDF-E905-B2D9-413A-A8192DC29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Detractores</a:t>
              </a:r>
            </a:p>
          </p:txBody>
        </p:sp>
      </p:grpSp>
      <p:sp>
        <p:nvSpPr>
          <p:cNvPr id="11" name="Elipse 10">
            <a:extLst>
              <a:ext uri="{FF2B5EF4-FFF2-40B4-BE49-F238E27FC236}">
                <a16:creationId xmlns:a16="http://schemas.microsoft.com/office/drawing/2014/main" id="{2FA01588-E0C1-AD42-1BE4-904FB9F74BF1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1</a:t>
            </a:r>
            <a:endParaRPr lang="es-MX" sz="16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C9449B6-E9A4-3FBA-E5CE-AF0E7BB6777B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C8E5EC5A-37C4-20D5-7096-9783DB066106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B0808DCD-4C34-46F8-E8DB-FE64815C18BB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3F4DDD9B-3646-B8B4-C9ED-D7AD7420F5ED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FA3A131-FE5E-933F-49EB-1D04433E3683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54A24E62-E30F-9ED3-0C37-3DEF5BD45B4E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36B6C954-5F71-B188-883D-4BC3C833D804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73AA8700-F133-D732-89F6-66884E9D4643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6F43EA67-ACC0-329C-E12E-47FB985AD501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084297" y="6963788"/>
            <a:chExt cx="468000" cy="325438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30074F9B-CC83-99B5-C28C-5D2C1420C88B}"/>
                </a:ext>
              </a:extLst>
            </p:cNvPr>
            <p:cNvSpPr/>
            <p:nvPr/>
          </p:nvSpPr>
          <p:spPr bwMode="auto">
            <a:xfrm>
              <a:off x="1156372" y="6963788"/>
              <a:ext cx="323850" cy="325438"/>
            </a:xfrm>
            <a:prstGeom prst="ellipse">
              <a:avLst/>
            </a:prstGeom>
            <a:solidFill>
              <a:srgbClr val="FD4F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DE6AB061-4D7B-1EC5-76DD-5B42593E002F}"/>
                </a:ext>
              </a:extLst>
            </p:cNvPr>
            <p:cNvSpPr txBox="1"/>
            <p:nvPr/>
          </p:nvSpPr>
          <p:spPr>
            <a:xfrm>
              <a:off x="1084297" y="6972619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9D27CA8-3AFC-D916-3C77-352F073E5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DBCDB272-97D8-E3CF-9F15-5A3693A69084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27" name="Imagen 29">
              <a:extLst>
                <a:ext uri="{FF2B5EF4-FFF2-40B4-BE49-F238E27FC236}">
                  <a16:creationId xmlns:a16="http://schemas.microsoft.com/office/drawing/2014/main" id="{71E5577A-9952-E9BC-A022-88E5C4FFB8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Título 2">
              <a:extLst>
                <a:ext uri="{FF2B5EF4-FFF2-40B4-BE49-F238E27FC236}">
                  <a16:creationId xmlns:a16="http://schemas.microsoft.com/office/drawing/2014/main" id="{0B10D6F6-5B65-7598-B7FB-B122FEF83D3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Soporte Estratégico</a:t>
              </a:r>
            </a:p>
          </p:txBody>
        </p:sp>
        <p:pic>
          <p:nvPicPr>
            <p:cNvPr id="29" name="Imagen 3">
              <a:extLst>
                <a:ext uri="{FF2B5EF4-FFF2-40B4-BE49-F238E27FC236}">
                  <a16:creationId xmlns:a16="http://schemas.microsoft.com/office/drawing/2014/main" id="{A13F2301-9560-2A96-AA4B-48A75D9421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23" name="Tabla_DET_MENS_SE">
            <a:extLst>
              <a:ext uri="{FF2B5EF4-FFF2-40B4-BE49-F238E27FC236}">
                <a16:creationId xmlns:a16="http://schemas.microsoft.com/office/drawing/2014/main" id="{9400C67A-0357-E882-F63A-8032D1292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575387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FD4F58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031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9_plantilla banco ">
  <a:themeElements>
    <a:clrScheme name="Banco Azteca 2">
      <a:dk1>
        <a:srgbClr val="015131"/>
      </a:dk1>
      <a:lt1>
        <a:srgbClr val="F8F7FF"/>
      </a:lt1>
      <a:dk2>
        <a:srgbClr val="646467"/>
      </a:dk2>
      <a:lt2>
        <a:srgbClr val="F5F5FD"/>
      </a:lt2>
      <a:accent1>
        <a:srgbClr val="015131"/>
      </a:accent1>
      <a:accent2>
        <a:srgbClr val="A21623"/>
      </a:accent2>
      <a:accent3>
        <a:srgbClr val="6C191F"/>
      </a:accent3>
      <a:accent4>
        <a:srgbClr val="36A320"/>
      </a:accent4>
      <a:accent5>
        <a:srgbClr val="E9442D"/>
      </a:accent5>
      <a:accent6>
        <a:srgbClr val="FF8C15"/>
      </a:accent6>
      <a:hlink>
        <a:srgbClr val="36A320"/>
      </a:hlink>
      <a:folHlink>
        <a:srgbClr val="BFC1C7"/>
      </a:folHlink>
    </a:clrScheme>
    <a:fontScheme name="Instalación integrada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17616</TotalTime>
  <Words>396</Words>
  <Application>Microsoft Office PowerPoint</Application>
  <PresentationFormat>Personalizado</PresentationFormat>
  <Paragraphs>169</Paragraphs>
  <Slides>9</Slides>
  <Notes>7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5</vt:i4>
      </vt:variant>
      <vt:variant>
        <vt:lpstr>Servidores OLE incrustados</vt:lpstr>
      </vt:variant>
      <vt:variant>
        <vt:i4>0</vt:i4>
      </vt:variant>
      <vt:variant>
        <vt:lpstr>Títulos de diapositiva</vt:lpstr>
      </vt:variant>
      <vt:variant>
        <vt:i4>9</vt:i4>
      </vt:variant>
    </vt:vector>
  </HeadingPairs>
  <TitlesOfParts>
    <vt:vector size="23" baseType="lpstr">
      <vt:lpstr>Arial</vt:lpstr>
      <vt:lpstr>Avenir Next lt pro bold</vt:lpstr>
      <vt:lpstr>Avenir Next lt pro medium</vt:lpstr>
      <vt:lpstr>Calibri</vt:lpstr>
      <vt:lpstr>Kanit</vt:lpstr>
      <vt:lpstr>Montserrat</vt:lpstr>
      <vt:lpstr>Montserrat ExtraBold</vt:lpstr>
      <vt:lpstr>Montserrat Light</vt:lpstr>
      <vt:lpstr>Muller thin</vt:lpstr>
      <vt:lpstr>1_Diseño personalizado</vt:lpstr>
      <vt:lpstr>9_plantilla banco </vt:lpstr>
      <vt:lpstr>Diseño personalizado</vt:lpstr>
      <vt:lpstr>2_Diseño personalizado</vt:lpstr>
      <vt:lpstr>3_Diseño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Yaira Sánchez</dc:creator>
  <cp:lastModifiedBy>Jesus Noel De Jesus Guerrero</cp:lastModifiedBy>
  <cp:revision>348</cp:revision>
  <dcterms:created xsi:type="dcterms:W3CDTF">2020-12-21T23:47:59Z</dcterms:created>
  <dcterms:modified xsi:type="dcterms:W3CDTF">2026-10-05T22:19:33Z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e3a633-3d5f-462b-ba19-31157bb9a57b_Enabled">
    <vt:lpwstr>true</vt:lpwstr>
  </property>
  <property fmtid="{D5CDD505-2E9C-101B-9397-08002B2CF9AE}" pid="3" name="MSIP_Label_8ae3a633-3d5f-462b-ba19-31157bb9a57b_SetDate">
    <vt:lpwstr>2023-05-02T18:17:29Z</vt:lpwstr>
  </property>
  <property fmtid="{D5CDD505-2E9C-101B-9397-08002B2CF9AE}" pid="4" name="MSIP_Label_8ae3a633-3d5f-462b-ba19-31157bb9a57b_Method">
    <vt:lpwstr>Standard</vt:lpwstr>
  </property>
  <property fmtid="{D5CDD505-2E9C-101B-9397-08002B2CF9AE}" pid="5" name="MSIP_Label_8ae3a633-3d5f-462b-ba19-31157bb9a57b_Name">
    <vt:lpwstr>Uso interno</vt:lpwstr>
  </property>
  <property fmtid="{D5CDD505-2E9C-101B-9397-08002B2CF9AE}" pid="6" name="MSIP_Label_8ae3a633-3d5f-462b-ba19-31157bb9a57b_SiteId">
    <vt:lpwstr>5448d52d-fbb8-4285-8d6f-aa67453bc50c</vt:lpwstr>
  </property>
  <property fmtid="{D5CDD505-2E9C-101B-9397-08002B2CF9AE}" pid="7" name="MSIP_Label_8ae3a633-3d5f-462b-ba19-31157bb9a57b_ActionId">
    <vt:lpwstr>7f9a10a3-581b-4cd3-a6cb-7ab43cc7bc97</vt:lpwstr>
  </property>
  <property fmtid="{D5CDD505-2E9C-101B-9397-08002B2CF9AE}" pid="8" name="MSIP_Label_8ae3a633-3d5f-462b-ba19-31157bb9a57b_ContentBits">
    <vt:lpwstr>0</vt:lpwstr>
  </property>
</Properties>
</file>