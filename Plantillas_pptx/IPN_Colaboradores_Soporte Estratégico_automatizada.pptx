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5"/>
  </p:notesMasterIdLst>
  <p:sldIdLst>
    <p:sldId id="684" r:id="rId6"/>
    <p:sldId id="848" r:id="rId7"/>
    <p:sldId id="745" r:id="rId8"/>
    <p:sldId id="865" r:id="rId9"/>
    <p:sldId id="399" r:id="rId10"/>
    <p:sldId id="764" r:id="rId11"/>
    <p:sldId id="816" r:id="rId12"/>
    <p:sldId id="817" r:id="rId13"/>
    <p:sldId id="818" r:id="rId14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75" autoAdjust="0"/>
    <p:restoredTop sz="95141" autoAdjust="0"/>
  </p:normalViewPr>
  <p:slideViewPr>
    <p:cSldViewPr snapToGrid="0" snapToObjects="1">
      <p:cViewPr varScale="1">
        <p:scale>
          <a:sx n="59" d="100"/>
          <a:sy n="59" d="100"/>
        </p:scale>
        <p:origin x="76" y="152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2FE-4FEA-8238-87EC57764EC7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2FE-4FEA-8238-87EC57764EC7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2FE-4FEA-8238-87EC57764EC7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2FE-4FEA-8238-87EC57764E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41F8-4B77-9A29-DE277AD859BD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1F8-4B77-9A29-DE277AD859BD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F8-4B77-9A29-DE277AD859BD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41F8-4B77-9A29-DE277AD859BD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1F8-4B77-9A29-DE277AD859BD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1F8-4B77-9A29-DE277AD859BD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F8-4B77-9A29-DE277AD859BD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1F8-4B77-9A29-DE277AD859BD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1F8-4B77-9A29-DE277AD859BD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41F8-4B77-9A29-DE277AD859BD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1F8-4B77-9A29-DE277AD859BD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41F8-4B77-9A29-DE277AD85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1F8-4B77-9A29-DE277AD85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41F8-4B77-9A29-DE277AD85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1F8-4B77-9A29-DE277AD859B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41F8-4B77-9A29-DE277AD859B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41F8-4B77-9A29-DE277AD859BD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41F8-4B77-9A29-DE277AD859BD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41F8-4B77-9A29-DE277AD859BD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41F8-4B77-9A29-DE277AD859BD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41F8-4B77-9A29-DE277AD859BD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41F8-4B77-9A29-DE277AD859BD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41F8-4B77-9A29-DE277AD859BD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41F8-4B77-9A29-DE277AD859BD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41F8-4B77-9A29-DE277AD859BD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41F8-4B77-9A29-DE277AD859BD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41F8-4B77-9A29-DE277AD85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41F8-4B77-9A29-DE277AD859BD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41F8-4B77-9A29-DE277AD859BD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41F8-4B77-9A29-DE277AD859B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41F8-4B77-9A29-DE277AD859BD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41F8-4B77-9A29-DE277AD859BD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41F8-4B77-9A29-DE277AD859BD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41F8-4B77-9A29-DE277AD859BD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41F8-4B77-9A29-DE277AD859BD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41F8-4B77-9A29-DE277AD859BD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41F8-4B77-9A29-DE277AD859BD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41F8-4B77-9A29-DE277AD85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41F8-4B77-9A29-DE277AD85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41F8-4B77-9A29-DE277AD85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41F8-4B77-9A29-DE277AD859B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41F8-4B77-9A29-DE277AD859B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41F8-4B77-9A29-DE277AD859BD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41F8-4B77-9A29-DE277AD859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B3D-4756-8A25-C215181A3E14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B3D-4756-8A25-C215181A3E14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B3D-4756-8A25-C215181A3E14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B3D-4756-8A25-C215181A3E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6533813694966555"/>
          <c:y val="0"/>
          <c:w val="0.63466186305033445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DCCD-4ABA-9CC6-4E87DA581327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CCD-4ABA-9CC6-4E87DA58132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CCD-4ABA-9CC6-4E87DA58132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CCD-4ABA-9CC6-4E87DA58132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Soporte Estratégico
RBS</c:v>
                </c:pt>
                <c:pt idx="1">
                  <c:v>Grupo Salinas
Pedro Padilla Longoria</c:v>
                </c:pt>
                <c:pt idx="2">
                  <c:v>Estrategias E Iniciativas Financieras
Rodrigo Pliego Abraham</c:v>
                </c:pt>
                <c:pt idx="3">
                  <c:v>Información Y Asuntos Públicos
Jorge Mendoza Garza</c:v>
                </c:pt>
                <c:pt idx="4">
                  <c:v>Relación Con Inversionistas
Luis Jorge Echarte Fernández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3.3000000000000002E-2</c:v>
                </c:pt>
                <c:pt idx="1">
                  <c:v>3.5999999999999997E-2</c:v>
                </c:pt>
                <c:pt idx="2">
                  <c:v>1.4E-2</c:v>
                </c:pt>
                <c:pt idx="3">
                  <c:v>1.4E-2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CD-4ABA-9CC6-4E87DA58132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CCD-4ABA-9CC6-4E87DA58132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Soporte Estratégico
RBS</c:v>
                </c:pt>
                <c:pt idx="1">
                  <c:v>Grupo Salinas
Pedro Padilla Longoria</c:v>
                </c:pt>
                <c:pt idx="2">
                  <c:v>Estrategias E Iniciativas Financieras
Rodrigo Pliego Abraham</c:v>
                </c:pt>
                <c:pt idx="3">
                  <c:v>Información Y Asuntos Públicos
Jorge Mendoza Garza</c:v>
                </c:pt>
                <c:pt idx="4">
                  <c:v>Relación Con Inversionistas
Luis Jorge Echarte Fernández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0.17199999999999999</c:v>
                </c:pt>
                <c:pt idx="1">
                  <c:v>0.17799999999999999</c:v>
                </c:pt>
                <c:pt idx="2">
                  <c:v>0.14099999999999999</c:v>
                </c:pt>
                <c:pt idx="3">
                  <c:v>0.14099999999999999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CCD-4ABA-9CC6-4E87DA58132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DCCD-4ABA-9CC6-4E87DA581327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9-DCCD-4ABA-9CC6-4E87DA581327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B-DCCD-4ABA-9CC6-4E87DA581327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D-DCCD-4ABA-9CC6-4E87DA581327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F-DCCD-4ABA-9CC6-4E87DA581327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11-DCCD-4ABA-9CC6-4E87DA581327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CCD-4ABA-9CC6-4E87DA58132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CCD-4ABA-9CC6-4E87DA58132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CCD-4ABA-9CC6-4E87DA58132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CCD-4ABA-9CC6-4E87DA58132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DCCD-4ABA-9CC6-4E87DA58132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CCD-4ABA-9CC6-4E87DA58132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Soporte Estratégico
RBS</c:v>
                </c:pt>
                <c:pt idx="1">
                  <c:v>Grupo Salinas
Pedro Padilla Longoria</c:v>
                </c:pt>
                <c:pt idx="2">
                  <c:v>Estrategias E Iniciativas Financieras
Rodrigo Pliego Abraham</c:v>
                </c:pt>
                <c:pt idx="3">
                  <c:v>Información Y Asuntos Públicos
Jorge Mendoza Garza</c:v>
                </c:pt>
                <c:pt idx="4">
                  <c:v>Relación Con Inversionistas
Luis Jorge Echarte Fernández</c:v>
                </c:pt>
              </c:strCache>
            </c:strRef>
          </c:cat>
          <c:val>
            <c:numRef>
              <c:f>Hoja1!$D$2:$D$6</c:f>
              <c:numCache>
                <c:formatCode>0%</c:formatCode>
                <c:ptCount val="5"/>
                <c:pt idx="0">
                  <c:v>0.79600000000000004</c:v>
                </c:pt>
                <c:pt idx="1">
                  <c:v>0.78600000000000003</c:v>
                </c:pt>
                <c:pt idx="2">
                  <c:v>0.84499999999999997</c:v>
                </c:pt>
                <c:pt idx="3">
                  <c:v>0.84499999999999997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DCCD-4ABA-9CC6-4E87DA581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22/07/2026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40BCFA81-4FC8-D514-04D0-C43E398D80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6471C25-E068-F715-EC22-0A945C76CF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9ABFB6B7-60F1-401A-3519-2DE39D124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62FAC0-EE03-4006-924D-27F208BA9CC8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Marcador de imagen de diapositiva 1">
            <a:extLst>
              <a:ext uri="{FF2B5EF4-FFF2-40B4-BE49-F238E27FC236}">
                <a16:creationId xmlns:a16="http://schemas.microsoft.com/office/drawing/2014/main" id="{F5356F99-C58A-FE6C-43EA-85D1293C09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Marcador de notas 2">
            <a:extLst>
              <a:ext uri="{FF2B5EF4-FFF2-40B4-BE49-F238E27FC236}">
                <a16:creationId xmlns:a16="http://schemas.microsoft.com/office/drawing/2014/main" id="{548D57FC-CBC0-526D-E614-B37E2670A83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9092" name="Marcador de número de diapositiva 3">
            <a:extLst>
              <a:ext uri="{FF2B5EF4-FFF2-40B4-BE49-F238E27FC236}">
                <a16:creationId xmlns:a16="http://schemas.microsoft.com/office/drawing/2014/main" id="{25B2419F-B4DB-E3D6-DBC7-074EC02EE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525AF-1775-427B-BD8F-4D8ECB9979B4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Marcador de imagen de diapositiva 1">
            <a:extLst>
              <a:ext uri="{FF2B5EF4-FFF2-40B4-BE49-F238E27FC236}">
                <a16:creationId xmlns:a16="http://schemas.microsoft.com/office/drawing/2014/main" id="{A72A6E15-FCBC-6C7A-6DDD-2F15BA04ED9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39" name="Marcador de notas 2">
            <a:extLst>
              <a:ext uri="{FF2B5EF4-FFF2-40B4-BE49-F238E27FC236}">
                <a16:creationId xmlns:a16="http://schemas.microsoft.com/office/drawing/2014/main" id="{80DC7BE4-A6B0-8535-D88F-1554035A695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91140" name="Marcador de número de diapositiva 3">
            <a:extLst>
              <a:ext uri="{FF2B5EF4-FFF2-40B4-BE49-F238E27FC236}">
                <a16:creationId xmlns:a16="http://schemas.microsoft.com/office/drawing/2014/main" id="{46697705-A9BE-617C-8BE5-1BF76A92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BA533C8-B6F3-474A-9F30-4B62BE9F8F07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F0B2651-0DCF-6DC1-B3B8-7D399214EF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E4DC57EE-9949-D30A-C962-BF209A6EE5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7F2C7EE-6301-776D-76DF-AEE333D3104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10" name="Imagen 4">
            <a:extLst>
              <a:ext uri="{FF2B5EF4-FFF2-40B4-BE49-F238E27FC236}">
                <a16:creationId xmlns:a16="http://schemas.microsoft.com/office/drawing/2014/main" id="{DA807AD3-7CC0-ED03-6532-1B295FFA09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58982FA-1F7E-CC5F-4C28-E3E397B2B3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5CFF96A-1D06-8E80-5DDD-439CD64BDB9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535DE873-E227-60C5-547F-033D9B532EA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39199" y="7600142"/>
            <a:ext cx="3310214" cy="478890"/>
          </a:xfrm>
          <a:prstGeom prst="rect">
            <a:avLst/>
          </a:prstGeom>
        </p:spPr>
      </p:pic>
      <p:pic>
        <p:nvPicPr>
          <p:cNvPr id="4" name="Imagen 3" descr="Forma, Flecha&#10;&#10;Descripción generada automáticamente">
            <a:extLst>
              <a:ext uri="{FF2B5EF4-FFF2-40B4-BE49-F238E27FC236}">
                <a16:creationId xmlns:a16="http://schemas.microsoft.com/office/drawing/2014/main" id="{12487F50-1951-7047-FFF6-44594C1CF05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03520" y="3606800"/>
            <a:ext cx="4257040" cy="206114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855CF3-EE73-2D7A-DE28-F06FA30A260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8338"/>
            <a:ext cx="8390856" cy="752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6">
            <a:extLst>
              <a:ext uri="{FF2B5EF4-FFF2-40B4-BE49-F238E27FC236}">
                <a16:creationId xmlns:a16="http://schemas.microsoft.com/office/drawing/2014/main" id="{A9FA3477-92E2-2F4D-4862-5572AAD398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1526640-5799-8709-C726-B66E08BE6D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E45CB7E-310A-C45A-B4EC-C843B9D8ACF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24" r:id="rId8"/>
    <p:sldLayoutId id="2147493425" r:id="rId9"/>
    <p:sldLayoutId id="2147493426" r:id="rId10"/>
    <p:sldLayoutId id="2147493427" r:id="rId11"/>
    <p:sldLayoutId id="2147493428" r:id="rId12"/>
    <p:sldLayoutId id="2147493429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22/07/2026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2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1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24.jpeg"/><Relationship Id="rId4" Type="http://schemas.openxmlformats.org/officeDocument/2006/relationships/image" Target="../media/image1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34" name="Grupo 4">
            <a:extLst>
              <a:ext uri="{FF2B5EF4-FFF2-40B4-BE49-F238E27FC236}">
                <a16:creationId xmlns:a16="http://schemas.microsoft.com/office/drawing/2014/main" id="{92F2D423-1638-6D0C-A2B9-CEAEE5243613}"/>
              </a:ext>
            </a:extLst>
          </p:cNvPr>
          <p:cNvGrpSpPr>
            <a:grpSpLocks/>
          </p:cNvGrpSpPr>
          <p:nvPr/>
        </p:nvGrpSpPr>
        <p:grpSpPr bwMode="auto">
          <a:xfrm>
            <a:off x="809012" y="2722439"/>
            <a:ext cx="6462593" cy="2691060"/>
            <a:chOff x="365717" y="1997919"/>
            <a:chExt cx="6461742" cy="2692644"/>
          </a:xfrm>
        </p:grpSpPr>
        <p:sp>
          <p:nvSpPr>
            <p:cNvPr id="14" name="CuadroTexto 8">
              <a:extLst>
                <a:ext uri="{FF2B5EF4-FFF2-40B4-BE49-F238E27FC236}">
                  <a16:creationId xmlns:a16="http://schemas.microsoft.com/office/drawing/2014/main" id="{5A178F20-F16C-185C-8ECC-369200113C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15" name="CuadroTexto 9">
              <a:extLst>
                <a:ext uri="{FF2B5EF4-FFF2-40B4-BE49-F238E27FC236}">
                  <a16:creationId xmlns:a16="http://schemas.microsoft.com/office/drawing/2014/main" id="{C5E266F8-E872-C71A-0945-827C0F09C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506713"/>
              <a:ext cx="5831526" cy="6467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Soporte Estratégico</a:t>
              </a:r>
            </a:p>
          </p:txBody>
        </p:sp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4E3636FA-93BF-3F08-B0C8-2FAEB0872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0025" y="4167035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A7EF575C-F379-49A8-C72A-8901BBB94DFC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9" name="Imagen 28">
              <a:extLst>
                <a:ext uri="{FF2B5EF4-FFF2-40B4-BE49-F238E27FC236}">
                  <a16:creationId xmlns:a16="http://schemas.microsoft.com/office/drawing/2014/main" id="{22CA310B-52BE-E5DC-A586-6F624862A9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350D2836-4740-1D02-0E6F-D6FEEC8577F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4" name="Imagen 4">
              <a:extLst>
                <a:ext uri="{FF2B5EF4-FFF2-40B4-BE49-F238E27FC236}">
                  <a16:creationId xmlns:a16="http://schemas.microsoft.com/office/drawing/2014/main" id="{B9A62A2F-E361-E41E-C313-6C8B912A98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uadroTexto 28">
            <a:extLst>
              <a:ext uri="{FF2B5EF4-FFF2-40B4-BE49-F238E27FC236}">
                <a16:creationId xmlns:a16="http://schemas.microsoft.com/office/drawing/2014/main" id="{B6316BDC-0E05-B95D-1EB7-B31D670CBC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EA5CD190-B107-9344-9D74-987FC8BB4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632287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Soporte Estratégico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1,008 respondieron la encuesta (54.1%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7" name="Imagen 21">
            <a:extLst>
              <a:ext uri="{FF2B5EF4-FFF2-40B4-BE49-F238E27FC236}">
                <a16:creationId xmlns:a16="http://schemas.microsoft.com/office/drawing/2014/main" id="{21F734AA-3982-4CA4-1EEF-4097E2E4C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Imagen 6">
            <a:extLst>
              <a:ext uri="{FF2B5EF4-FFF2-40B4-BE49-F238E27FC236}">
                <a16:creationId xmlns:a16="http://schemas.microsoft.com/office/drawing/2014/main" id="{DD1CE97F-1A94-C279-B70F-FABE4ACCA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3">
            <a:extLst>
              <a:ext uri="{FF2B5EF4-FFF2-40B4-BE49-F238E27FC236}">
                <a16:creationId xmlns:a16="http://schemas.microsoft.com/office/drawing/2014/main" id="{76494950-339D-80DB-876C-9C8A671EAA0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250D955A-6FFC-FD1D-C7A6-73F8151002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812892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4F9ACA19-1CB7-E7E4-0B7C-CDED2AB3F870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3" name="CuadroTexto 20">
              <a:extLst>
                <a:ext uri="{FF2B5EF4-FFF2-40B4-BE49-F238E27FC236}">
                  <a16:creationId xmlns:a16="http://schemas.microsoft.com/office/drawing/2014/main" id="{1834A44A-B1DD-71E7-681E-05553384B4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4" name="Rectángulo 6">
              <a:extLst>
                <a:ext uri="{FF2B5EF4-FFF2-40B4-BE49-F238E27FC236}">
                  <a16:creationId xmlns:a16="http://schemas.microsoft.com/office/drawing/2014/main" id="{FF573A76-E8D8-93BE-8C28-E9B1F93DFD13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5" name="Object 16">
              <a:extLst>
                <a:ext uri="{FF2B5EF4-FFF2-40B4-BE49-F238E27FC236}">
                  <a16:creationId xmlns:a16="http://schemas.microsoft.com/office/drawing/2014/main" id="{BD505957-0F41-F7F4-ABC5-83025A2DAB52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15597687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5" name="Object 16">
                          <a:extLst>
                            <a:ext uri="{FF2B5EF4-FFF2-40B4-BE49-F238E27FC236}">
                              <a16:creationId xmlns:a16="http://schemas.microsoft.com/office/drawing/2014/main" id="{49D5A561-8A31-BA7E-B9D2-DC6A2C3D55EA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4EF1CF11-D852-7EE4-E6BD-8205F34692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2575421E-3D82-DB1A-7547-33990163A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54A372D3-8806-43BB-D988-FEB01CE683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626182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8">
            <a:extLst>
              <a:ext uri="{FF2B5EF4-FFF2-40B4-BE49-F238E27FC236}">
                <a16:creationId xmlns:a16="http://schemas.microsoft.com/office/drawing/2014/main" id="{C38E4A7A-3415-6BD3-3876-F2F08B5B4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47000253-3AFB-FC89-EAA7-1422DA58FF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2" name="25 CuadroTexto">
            <a:extLst>
              <a:ext uri="{FF2B5EF4-FFF2-40B4-BE49-F238E27FC236}">
                <a16:creationId xmlns:a16="http://schemas.microsoft.com/office/drawing/2014/main" id="{ECCB2687-1C8C-5A6F-BD04-6CE7A65A9816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2" name="89 CuadroTexto">
            <a:extLst>
              <a:ext uri="{FF2B5EF4-FFF2-40B4-BE49-F238E27FC236}">
                <a16:creationId xmlns:a16="http://schemas.microsoft.com/office/drawing/2014/main" id="{52AC312C-F823-C830-DD58-A2FBC400FC15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94A278F7-4B53-9C63-9AAC-3DCE446D1332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A2A35977-EC9E-78B9-7F9F-F98731CF9E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FD3A9CA3-1383-FF54-7E9E-83D5B3F4888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7BCF5376-0E46-63D2-ADD0-734A23A80A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6" name="Tabla_IPN_SL">
            <a:extLst>
              <a:ext uri="{FF2B5EF4-FFF2-40B4-BE49-F238E27FC236}">
                <a16:creationId xmlns:a16="http://schemas.microsoft.com/office/drawing/2014/main" id="{7DA6C69D-43E1-7769-4608-B255D1D892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109021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0740BF52-4ADE-4D53-D828-07B969201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38318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6" name="Agrupar 49">
            <a:extLst>
              <a:ext uri="{FF2B5EF4-FFF2-40B4-BE49-F238E27FC236}">
                <a16:creationId xmlns:a16="http://schemas.microsoft.com/office/drawing/2014/main" id="{48149B7C-4F49-D3AC-09FA-A691B1E037BC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2799A7C9-80FA-E5CB-38FA-BAFE6E89F8C1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6767C30B-718F-A3DB-8289-18D8A9FF8050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3EDEDB9C-48AB-8564-6927-E00EE085ECDD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04658B73-B461-F5F1-AB8E-EFFF423F2896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FA3D89E2-FF68-7F34-0EF1-F5F5727E4EE8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5FDCA724-304A-ADEC-05BB-53543F374FF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C677896F-8736-8F58-B4E7-6F6FCFEA6227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329CDA12-2614-DBFA-4748-251F53B2A333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031EDF28-95E5-8000-8D58-3DC997E9D93C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7" name="Tabla_DET_SL">
            <a:extLst>
              <a:ext uri="{FF2B5EF4-FFF2-40B4-BE49-F238E27FC236}">
                <a16:creationId xmlns:a16="http://schemas.microsoft.com/office/drawing/2014/main" id="{C1FB66C1-4DC9-8EBC-A3F7-EFC202D51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67250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SL">
            <a:extLst>
              <a:ext uri="{FF2B5EF4-FFF2-40B4-BE49-F238E27FC236}">
                <a16:creationId xmlns:a16="http://schemas.microsoft.com/office/drawing/2014/main" id="{9CCF71C9-77A6-2940-E1D0-D6B805B07F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41379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SL">
            <a:extLst>
              <a:ext uri="{FF2B5EF4-FFF2-40B4-BE49-F238E27FC236}">
                <a16:creationId xmlns:a16="http://schemas.microsoft.com/office/drawing/2014/main" id="{51A863E5-B7F3-BF19-CCCC-757ED681B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760999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Grafico _don_SL">
            <a:extLst>
              <a:ext uri="{FF2B5EF4-FFF2-40B4-BE49-F238E27FC236}">
                <a16:creationId xmlns:a16="http://schemas.microsoft.com/office/drawing/2014/main" id="{41C7437C-CA48-EEC3-896C-BED040CAFE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4740973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32DE4618-8764-9A45-A70A-E872E05B74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983037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E056816E-9FF6-5CEF-B417-78D9DCF22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761309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CEE85EAE-DE5B-AA65-68AD-1992003BE17C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3A1300AA-C7B4-6F28-9859-9CE3BFAB46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1029" y="5375309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adroTexto 9">
            <a:extLst>
              <a:ext uri="{FF2B5EF4-FFF2-40B4-BE49-F238E27FC236}">
                <a16:creationId xmlns:a16="http://schemas.microsoft.com/office/drawing/2014/main" id="{D0A1DDFE-1661-FDF5-228F-89DC8F78A0CD}"/>
              </a:ext>
            </a:extLst>
          </p:cNvPr>
          <p:cNvSpPr txBox="1"/>
          <p:nvPr/>
        </p:nvSpPr>
        <p:spPr>
          <a:xfrm>
            <a:off x="9457696" y="3344694"/>
            <a:ext cx="435133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dirty="0">
                <a:solidFill>
                  <a:srgbClr val="5B5A5A"/>
                </a:solidFill>
                <a:latin typeface="Montserrat Light" pitchFamily="2" charset="77"/>
              </a:rPr>
              <a:t>RESULTADOS</a:t>
            </a:r>
          </a:p>
          <a:p>
            <a:pPr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Soporte Estratégico</a:t>
            </a:r>
          </a:p>
        </p:txBody>
      </p:sp>
    </p:spTree>
    <p:extLst>
      <p:ext uri="{BB962C8B-B14F-4D97-AF65-F5344CB8AC3E}">
        <p14:creationId xmlns:p14="http://schemas.microsoft.com/office/powerpoint/2010/main" val="1322082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adroTexto 28">
            <a:extLst>
              <a:ext uri="{FF2B5EF4-FFF2-40B4-BE49-F238E27FC236}">
                <a16:creationId xmlns:a16="http://schemas.microsoft.com/office/drawing/2014/main" id="{F4148B1A-D89B-68BF-4544-86C7871334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83031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E2125B3-4B0F-3479-37BE-AE9F9EADE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4" name="Tabla_DIF_SE">
            <a:extLst>
              <a:ext uri="{FF2B5EF4-FFF2-40B4-BE49-F238E27FC236}">
                <a16:creationId xmlns:a16="http://schemas.microsoft.com/office/drawing/2014/main" id="{FD6FBA12-F800-3333-870A-C512E47FC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918761"/>
              </p:ext>
            </p:extLst>
          </p:nvPr>
        </p:nvGraphicFramePr>
        <p:xfrm>
          <a:off x="11602108" y="1533954"/>
          <a:ext cx="2714400" cy="5955904"/>
        </p:xfrm>
        <a:graphic>
          <a:graphicData uri="http://schemas.openxmlformats.org/drawingml/2006/table">
            <a:tbl>
              <a:tblPr/>
              <a:tblGrid>
                <a:gridCol w="97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3814093375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3950106256"/>
                    </a:ext>
                  </a:extLst>
                </a:gridCol>
              </a:tblGrid>
              <a:tr h="384844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42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6629220"/>
                  </a:ext>
                </a:extLst>
              </a:tr>
              <a:tr h="11142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860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75.4%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42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87.2%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-4.1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80188"/>
                  </a:ext>
                </a:extLst>
              </a:tr>
              <a:tr h="11142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80.0%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6378097"/>
                  </a:ext>
                </a:extLst>
              </a:tr>
              <a:tr h="11142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7" name="Grupo 16">
            <a:extLst>
              <a:ext uri="{FF2B5EF4-FFF2-40B4-BE49-F238E27FC236}">
                <a16:creationId xmlns:a16="http://schemas.microsoft.com/office/drawing/2014/main" id="{12942C9F-363F-7326-2EC8-BC7D516E8D52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8" name="Imagen 28">
              <a:extLst>
                <a:ext uri="{FF2B5EF4-FFF2-40B4-BE49-F238E27FC236}">
                  <a16:creationId xmlns:a16="http://schemas.microsoft.com/office/drawing/2014/main" id="{05EE536F-CBEF-CD0D-78A9-C5C06D1079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" name="Título 2">
              <a:extLst>
                <a:ext uri="{FF2B5EF4-FFF2-40B4-BE49-F238E27FC236}">
                  <a16:creationId xmlns:a16="http://schemas.microsoft.com/office/drawing/2014/main" id="{2FFD65A4-7DBD-2797-AE72-6005E25D932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6349359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Soporte Estratégico 1Q 2026</a:t>
              </a:r>
            </a:p>
          </p:txBody>
        </p:sp>
        <p:pic>
          <p:nvPicPr>
            <p:cNvPr id="20" name="Imagen 3">
              <a:extLst>
                <a:ext uri="{FF2B5EF4-FFF2-40B4-BE49-F238E27FC236}">
                  <a16:creationId xmlns:a16="http://schemas.microsoft.com/office/drawing/2014/main" id="{10EAB27A-CC47-A41C-557A-9F2165E09F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5" name="25 CuadroTexto">
            <a:extLst>
              <a:ext uri="{FF2B5EF4-FFF2-40B4-BE49-F238E27FC236}">
                <a16:creationId xmlns:a16="http://schemas.microsoft.com/office/drawing/2014/main" id="{8508E089-388C-A532-D060-7187FAB7E34C}"/>
              </a:ext>
            </a:extLst>
          </p:cNvPr>
          <p:cNvSpPr txBox="1"/>
          <p:nvPr/>
        </p:nvSpPr>
        <p:spPr>
          <a:xfrm>
            <a:off x="10488771" y="7613313"/>
            <a:ext cx="29835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sp>
        <p:nvSpPr>
          <p:cNvPr id="26" name="89 CuadroTexto">
            <a:extLst>
              <a:ext uri="{FF2B5EF4-FFF2-40B4-BE49-F238E27FC236}">
                <a16:creationId xmlns:a16="http://schemas.microsoft.com/office/drawing/2014/main" id="{7840EFD4-53A8-8E28-740B-B2A2FCA09DDB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Soporte Estratégico</a:t>
            </a:r>
          </a:p>
        </p:txBody>
      </p:sp>
      <p:graphicFrame>
        <p:nvGraphicFramePr>
          <p:cNvPr id="27" name="Tabla_IPN_SE">
            <a:extLst>
              <a:ext uri="{FF2B5EF4-FFF2-40B4-BE49-F238E27FC236}">
                <a16:creationId xmlns:a16="http://schemas.microsoft.com/office/drawing/2014/main" id="{FA9E25C6-6D87-566A-8AB1-474897BEC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454928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8" name="Tabla_ANTERIO_SE">
            <a:extLst>
              <a:ext uri="{FF2B5EF4-FFF2-40B4-BE49-F238E27FC236}">
                <a16:creationId xmlns:a16="http://schemas.microsoft.com/office/drawing/2014/main" id="{BDA642E8-BDB8-D236-61F1-C0D55B315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025173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9" name="Agrupar 49">
            <a:extLst>
              <a:ext uri="{FF2B5EF4-FFF2-40B4-BE49-F238E27FC236}">
                <a16:creationId xmlns:a16="http://schemas.microsoft.com/office/drawing/2014/main" id="{A3F025D2-8B66-2457-9FF9-DD0263141A2A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0" name="CuadroTexto 33">
              <a:extLst>
                <a:ext uri="{FF2B5EF4-FFF2-40B4-BE49-F238E27FC236}">
                  <a16:creationId xmlns:a16="http://schemas.microsoft.com/office/drawing/2014/main" id="{6C907A95-5A80-2F2A-893D-18E7CB85917B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1" name="CuadroTexto 34">
              <a:extLst>
                <a:ext uri="{FF2B5EF4-FFF2-40B4-BE49-F238E27FC236}">
                  <a16:creationId xmlns:a16="http://schemas.microsoft.com/office/drawing/2014/main" id="{377D4BA9-1B78-F08C-35A9-3481FB88736C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2" name="CuadroTexto 35">
              <a:extLst>
                <a:ext uri="{FF2B5EF4-FFF2-40B4-BE49-F238E27FC236}">
                  <a16:creationId xmlns:a16="http://schemas.microsoft.com/office/drawing/2014/main" id="{597FD7BB-ECFF-F1ED-795B-716622CEB51F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3" name="83 Rectángulo">
              <a:extLst>
                <a:ext uri="{FF2B5EF4-FFF2-40B4-BE49-F238E27FC236}">
                  <a16:creationId xmlns:a16="http://schemas.microsoft.com/office/drawing/2014/main" id="{3390967A-30E6-3A89-7577-EAFB1A9B6F2E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4" name="84 Rectángulo">
              <a:extLst>
                <a:ext uri="{FF2B5EF4-FFF2-40B4-BE49-F238E27FC236}">
                  <a16:creationId xmlns:a16="http://schemas.microsoft.com/office/drawing/2014/main" id="{99E087CC-9FC9-462C-F8EE-71343FB47320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17 Rectángulo">
              <a:extLst>
                <a:ext uri="{FF2B5EF4-FFF2-40B4-BE49-F238E27FC236}">
                  <a16:creationId xmlns:a16="http://schemas.microsoft.com/office/drawing/2014/main" id="{6AD31265-D55F-287D-B0AB-62BF94A6B9BA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7F8E41B0-B215-088E-18E1-7D71E0CE8CF1}"/>
              </a:ext>
            </a:extLst>
          </p:cNvPr>
          <p:cNvCxnSpPr>
            <a:cxnSpLocks/>
            <a:stCxn id="27" idx="3"/>
            <a:endCxn id="41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8B6914C9-6B17-EFB8-B170-6D53629F3368}"/>
              </a:ext>
            </a:extLst>
          </p:cNvPr>
          <p:cNvCxnSpPr>
            <a:cxnSpLocks/>
            <a:stCxn id="27" idx="1"/>
            <a:endCxn id="40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FD3BEC40-CF51-C597-22EC-25F6BA13659C}"/>
              </a:ext>
            </a:extLst>
          </p:cNvPr>
          <p:cNvCxnSpPr>
            <a:cxnSpLocks/>
            <a:stCxn id="39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9" name="Tabla_DET_SE">
            <a:extLst>
              <a:ext uri="{FF2B5EF4-FFF2-40B4-BE49-F238E27FC236}">
                <a16:creationId xmlns:a16="http://schemas.microsoft.com/office/drawing/2014/main" id="{FB50C1A8-FC1B-B31A-03B6-CDE5E786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275963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Tabla_PAS_SE">
            <a:extLst>
              <a:ext uri="{FF2B5EF4-FFF2-40B4-BE49-F238E27FC236}">
                <a16:creationId xmlns:a16="http://schemas.microsoft.com/office/drawing/2014/main" id="{C1C69BCD-FF87-BEC7-A8AD-4606252141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186775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RO_SE">
            <a:extLst>
              <a:ext uri="{FF2B5EF4-FFF2-40B4-BE49-F238E27FC236}">
                <a16:creationId xmlns:a16="http://schemas.microsoft.com/office/drawing/2014/main" id="{0C712D8C-56D8-3D71-D01E-168384F5E1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2926345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Grafico _don_SE">
            <a:extLst>
              <a:ext uri="{FF2B5EF4-FFF2-40B4-BE49-F238E27FC236}">
                <a16:creationId xmlns:a16="http://schemas.microsoft.com/office/drawing/2014/main" id="{3C026819-1E53-4E3F-DD33-CE59462C65F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5675951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4" name="Grafico_bar_SE">
            <a:extLst>
              <a:ext uri="{FF2B5EF4-FFF2-40B4-BE49-F238E27FC236}">
                <a16:creationId xmlns:a16="http://schemas.microsoft.com/office/drawing/2014/main" id="{BA09E0B8-950D-178F-AA53-F82CA89783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1618404"/>
              </p:ext>
            </p:extLst>
          </p:nvPr>
        </p:nvGraphicFramePr>
        <p:xfrm>
          <a:off x="5034929" y="1910993"/>
          <a:ext cx="6480673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18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F8BB0952-C812-A9FF-6738-7836C0BEB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upo 10">
            <a:extLst>
              <a:ext uri="{FF2B5EF4-FFF2-40B4-BE49-F238E27FC236}">
                <a16:creationId xmlns:a16="http://schemas.microsoft.com/office/drawing/2014/main" id="{08271A36-342C-DFAD-A885-B526BC26E24F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12" name="Imagen 29">
              <a:extLst>
                <a:ext uri="{FF2B5EF4-FFF2-40B4-BE49-F238E27FC236}">
                  <a16:creationId xmlns:a16="http://schemas.microsoft.com/office/drawing/2014/main" id="{933330F2-BE94-F030-DE5E-5595C70B07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4F18A5BB-A355-B518-9088-4AE3523CE13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Soporte Estratégico</a:t>
              </a:r>
            </a:p>
          </p:txBody>
        </p:sp>
        <p:pic>
          <p:nvPicPr>
            <p:cNvPr id="14" name="Imagen 3">
              <a:extLst>
                <a:ext uri="{FF2B5EF4-FFF2-40B4-BE49-F238E27FC236}">
                  <a16:creationId xmlns:a16="http://schemas.microsoft.com/office/drawing/2014/main" id="{37052427-72D4-1217-B88E-3B7F1D484F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B155A3C6-542C-4C21-4E92-E41E96258E75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6" name="Cinta curvada hacia arriba 3">
              <a:extLst>
                <a:ext uri="{FF2B5EF4-FFF2-40B4-BE49-F238E27FC236}">
                  <a16:creationId xmlns:a16="http://schemas.microsoft.com/office/drawing/2014/main" id="{AFE62C6E-CD41-11EF-6C0D-4C2A669CC9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7" name="CuadroTexto 5">
              <a:extLst>
                <a:ext uri="{FF2B5EF4-FFF2-40B4-BE49-F238E27FC236}">
                  <a16:creationId xmlns:a16="http://schemas.microsoft.com/office/drawing/2014/main" id="{2F5D1DEB-CF34-EF43-E1AD-DECA7B651E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8" name="Imagen 46">
            <a:extLst>
              <a:ext uri="{FF2B5EF4-FFF2-40B4-BE49-F238E27FC236}">
                <a16:creationId xmlns:a16="http://schemas.microsoft.com/office/drawing/2014/main" id="{807219DE-1BAC-5415-9110-F4E760BE61B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1DFE96E3-03C7-0447-FF16-BE95AD8F5D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9053F951-5B29-A8A6-BD48-79EF485495A7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402B8420-AAEF-B976-ADEC-CBBEED999BBB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C3CDAE6D-89F2-644A-443B-6CDACBC7FFA5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78B01797-D1BA-7B01-891F-C5C4813AE10D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E6B50123-0908-24C6-588F-AA7890EA924A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E3BF5304-0939-1E03-58B4-BF9A5F809BF2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C1171FCB-5F45-3B9B-3280-DCD7086D126B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8C5056D3-2E3C-98BC-65F9-CE718845D299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746E79A2-5535-37EE-A925-793340E32B04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070C24D6-F51A-7724-292A-13BFFB3678FF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3CEF1B39-1807-60F2-75BA-884B77E514A7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74C67EDA-942D-FB2C-1129-45E028E6052D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32" name="Tabla_PRO_MENS_SE">
            <a:extLst>
              <a:ext uri="{FF2B5EF4-FFF2-40B4-BE49-F238E27FC236}">
                <a16:creationId xmlns:a16="http://schemas.microsoft.com/office/drawing/2014/main" id="{2643751A-91D5-86B2-873F-C31A01C3F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186648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309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D9D067FC-544C-20E1-BC4E-3A2A609622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0D88E3C8-9EAE-77BB-D20A-0D5FCD55B882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0E1A5E10-FC23-F50B-753D-6076D1691F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F14EF5FD-B4FE-E29B-97A0-BD7A9B72D762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Soporte Estratégico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3490D1F2-5F19-2E5C-21F1-055A4AFEB0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814BFE7-2866-129B-9EE0-48EE16039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13" name="Imagen 45">
            <a:extLst>
              <a:ext uri="{FF2B5EF4-FFF2-40B4-BE49-F238E27FC236}">
                <a16:creationId xmlns:a16="http://schemas.microsoft.com/office/drawing/2014/main" id="{ABB9A55F-CAAE-1D54-4B52-D6E2FF8631A5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318B23F2-19EB-31DF-A719-08D7BCDE542C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5" name="Cinta curvada hacia arriba 3">
              <a:extLst>
                <a:ext uri="{FF2B5EF4-FFF2-40B4-BE49-F238E27FC236}">
                  <a16:creationId xmlns:a16="http://schemas.microsoft.com/office/drawing/2014/main" id="{9B8B0DB9-C51A-1F34-3107-A62D675F26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6" name="CuadroTexto 5">
              <a:extLst>
                <a:ext uri="{FF2B5EF4-FFF2-40B4-BE49-F238E27FC236}">
                  <a16:creationId xmlns:a16="http://schemas.microsoft.com/office/drawing/2014/main" id="{235C7A1D-D587-2E91-260A-B776C1B0C0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17" name="Elipse 16">
            <a:extLst>
              <a:ext uri="{FF2B5EF4-FFF2-40B4-BE49-F238E27FC236}">
                <a16:creationId xmlns:a16="http://schemas.microsoft.com/office/drawing/2014/main" id="{395D6BD5-C019-10B0-0B66-4ACFF8D40E2A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69434AA2-A7A8-A7C4-7358-FF44DCE7E88A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A6933E0-C5AF-5EDB-032B-D4C90C7B67CA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0C8DDCBF-AA6B-5A7B-39B1-642A54BA1EA7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776E7CF-B4ED-93E8-C667-0DD40571FEA6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953B2524-820D-0FD9-2774-09288D7D856C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0A70FA29-AF85-1175-4143-4E3360D1153F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8B17E644-A01B-10CF-FEB5-C4B62F0863D8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F16A3C3A-8F77-CA4A-10DC-716E32628EDA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AE354119-BDC5-77A9-3AD5-3EF18308BE2F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67C6FB2E-00FB-5A83-8E3F-E2E2878E5734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96478DFF-440A-80DB-F441-6150F690EBAE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1" name="Tabla_PAS_MENS_SE">
            <a:extLst>
              <a:ext uri="{FF2B5EF4-FFF2-40B4-BE49-F238E27FC236}">
                <a16:creationId xmlns:a16="http://schemas.microsoft.com/office/drawing/2014/main" id="{4A2D8524-F0B8-65B9-B8CC-583111F4F4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7225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horarios son buenos / cómodos / flexibles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85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5E5242B7-DF1E-07D9-7E20-F2EB6F1F1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2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4313498-737A-63D3-DC3A-06161775A1C4}"/>
              </a:ext>
            </a:extLst>
          </p:cNvPr>
          <p:cNvPicPr preferRelativeResize="0"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65CCF266-2403-26BD-D664-D92A20A178A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9" name="Cinta curvada hacia arriba 3">
              <a:extLst>
                <a:ext uri="{FF2B5EF4-FFF2-40B4-BE49-F238E27FC236}">
                  <a16:creationId xmlns:a16="http://schemas.microsoft.com/office/drawing/2014/main" id="{A5183A7B-F667-449E-8C4F-AF2F442D0C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0" name="CuadroTexto 5">
              <a:extLst>
                <a:ext uri="{FF2B5EF4-FFF2-40B4-BE49-F238E27FC236}">
                  <a16:creationId xmlns:a16="http://schemas.microsoft.com/office/drawing/2014/main" id="{011B1EDF-E905-B2D9-413A-A8192DC299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1" name="Elipse 10">
            <a:extLst>
              <a:ext uri="{FF2B5EF4-FFF2-40B4-BE49-F238E27FC236}">
                <a16:creationId xmlns:a16="http://schemas.microsoft.com/office/drawing/2014/main" id="{2FA01588-E0C1-AD42-1BE4-904FB9F74BF1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C9449B6-E9A4-3FBA-E5CE-AF0E7BB6777B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8E5EC5A-37C4-20D5-7096-9783DB066106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B0808DCD-4C34-46F8-E8DB-FE64815C18BB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3F4DDD9B-3646-B8B4-C9ED-D7AD7420F5ED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4FA3A131-FE5E-933F-49EB-1D04433E3683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54A24E62-E30F-9ED3-0C37-3DEF5BD45B4E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36B6C954-5F71-B188-883D-4BC3C833D804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73AA8700-F133-D732-89F6-66884E9D4643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6F43EA67-ACC0-329C-E12E-47FB985AD501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30074F9B-CC83-99B5-C28C-5D2C1420C88B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DE6AB061-4D7B-1EC5-76DD-5B42593E002F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9D27CA8-3AFC-D916-3C77-352F073E5D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DBCDB272-97D8-E3CF-9F15-5A3693A69084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27" name="Imagen 29">
              <a:extLst>
                <a:ext uri="{FF2B5EF4-FFF2-40B4-BE49-F238E27FC236}">
                  <a16:creationId xmlns:a16="http://schemas.microsoft.com/office/drawing/2014/main" id="{71E5577A-9952-E9BC-A022-88E5C4FFB8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Título 2">
              <a:extLst>
                <a:ext uri="{FF2B5EF4-FFF2-40B4-BE49-F238E27FC236}">
                  <a16:creationId xmlns:a16="http://schemas.microsoft.com/office/drawing/2014/main" id="{0B10D6F6-5B65-7598-B7FB-B122FEF83D3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Soporte Estratégico</a:t>
              </a:r>
            </a:p>
          </p:txBody>
        </p:sp>
        <p:pic>
          <p:nvPicPr>
            <p:cNvPr id="29" name="Imagen 3">
              <a:extLst>
                <a:ext uri="{FF2B5EF4-FFF2-40B4-BE49-F238E27FC236}">
                  <a16:creationId xmlns:a16="http://schemas.microsoft.com/office/drawing/2014/main" id="{A13F2301-9560-2A96-AA4B-48A75D942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3" name="Tabla_DET_MENS_SE">
            <a:extLst>
              <a:ext uri="{FF2B5EF4-FFF2-40B4-BE49-F238E27FC236}">
                <a16:creationId xmlns:a16="http://schemas.microsoft.com/office/drawing/2014/main" id="{9400C67A-0357-E882-F63A-8032D1292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406867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se preocupan por sus colaboradores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ayuda a mejorar mi calidad de vida y la de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/ jefes no están preparados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igualdad en todos los negocios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me agrada el esquema /las  condiciones de contratación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17608</TotalTime>
  <Words>811</Words>
  <Application>Microsoft Office PowerPoint</Application>
  <PresentationFormat>Personalizado</PresentationFormat>
  <Paragraphs>298</Paragraphs>
  <Slides>9</Slides>
  <Notes>7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3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Montserrat ExtraBold</vt:lpstr>
      <vt:lpstr>Montserrat Light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347</cp:revision>
  <dcterms:created xsi:type="dcterms:W3CDTF">2020-12-21T23:47:59Z</dcterms:created>
  <dcterms:modified xsi:type="dcterms:W3CDTF">2026-07-22T17:58:54Z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</Properties>
</file>