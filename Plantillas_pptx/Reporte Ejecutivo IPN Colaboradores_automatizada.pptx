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4.xml" ContentType="application/vnd.openxmlformats-officedocument.presentationml.tags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.xml" ContentType="application/vnd.openxmlformats-officedocument.presentationml.notesSlid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notesSlides/notesSlide3.xml" ContentType="application/vnd.openxmlformats-officedocument.presentationml.notesSlid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notesSlides/notesSlide4.xml" ContentType="application/vnd.openxmlformats-officedocument.presentationml.notesSlid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notesSlides/notesSlide5.xml" ContentType="application/vnd.openxmlformats-officedocument.presentationml.notesSlide+xml"/>
  <Override PartName="/ppt/charts/chart1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9.xml" ContentType="application/vnd.openxmlformats-officedocument.drawingml.chart+xml"/>
  <Override PartName="/ppt/notesSlides/notesSlide6.xml" ContentType="application/vnd.openxmlformats-officedocument.presentationml.notesSlide+xml"/>
  <Override PartName="/ppt/charts/chart20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1.xml" ContentType="application/vnd.openxmlformats-officedocument.drawingml.chart+xml"/>
  <Override PartName="/ppt/notesSlides/notesSlide7.xml" ContentType="application/vnd.openxmlformats-officedocument.presentationml.notesSlide+xml"/>
  <Override PartName="/ppt/charts/chart22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3.xml" ContentType="application/vnd.openxmlformats-officedocument.drawingml.chart+xml"/>
  <Override PartName="/ppt/notesSlides/notesSlide8.xml" ContentType="application/vnd.openxmlformats-officedocument.presentationml.notesSlide+xml"/>
  <Override PartName="/ppt/charts/chart24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5.xml" ContentType="application/vnd.openxmlformats-officedocument.drawingml.chart+xml"/>
  <Override PartName="/ppt/notesSlides/notesSlide9.xml" ContentType="application/vnd.openxmlformats-officedocument.presentationml.notesSlide+xml"/>
  <Override PartName="/ppt/charts/chart2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7.xml" ContentType="application/vnd.openxmlformats-officedocument.drawingml.chart+xml"/>
  <Override PartName="/ppt/notesSlides/notesSlide10.xml" ContentType="application/vnd.openxmlformats-officedocument.presentationml.notesSlide+xml"/>
  <Override PartName="/ppt/charts/chart28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9.xml" ContentType="application/vnd.openxmlformats-officedocument.drawingml.chart+xml"/>
  <Override PartName="/ppt/notesSlides/notesSlide11.xml" ContentType="application/vnd.openxmlformats-officedocument.presentationml.notesSlide+xml"/>
  <Override PartName="/ppt/charts/chart3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31.xml" ContentType="application/vnd.openxmlformats-officedocument.drawingml.chart+xml"/>
  <Override PartName="/ppt/notesSlides/notesSlide12.xml" ContentType="application/vnd.openxmlformats-officedocument.presentationml.notesSlide+xml"/>
  <Override PartName="/ppt/charts/chart3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3.xml" ContentType="application/vnd.openxmlformats-officedocument.drawingml.chart+xml"/>
  <Override PartName="/ppt/notesSlides/notesSlide13.xml" ContentType="application/vnd.openxmlformats-officedocument.presentationml.notesSlide+xml"/>
  <Override PartName="/ppt/charts/chart34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5.xml" ContentType="application/vnd.openxmlformats-officedocument.drawingml.chart+xml"/>
  <Override PartName="/ppt/notesSlides/notesSlide14.xml" ContentType="application/vnd.openxmlformats-officedocument.presentationml.notesSlide+xml"/>
  <Override PartName="/ppt/charts/chart36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7.xml" ContentType="application/vnd.openxmlformats-officedocument.drawingml.chart+xml"/>
  <Override PartName="/ppt/notesSlides/notesSlide15.xml" ContentType="application/vnd.openxmlformats-officedocument.presentationml.notesSlide+xml"/>
  <Override PartName="/ppt/charts/chart38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9.xml" ContentType="application/vnd.openxmlformats-officedocument.drawingml.chart+xml"/>
  <Override PartName="/ppt/notesSlides/notesSlide16.xml" ContentType="application/vnd.openxmlformats-officedocument.presentationml.notesSlide+xml"/>
  <Override PartName="/ppt/charts/chart40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43.xml" ContentType="application/vnd.openxmlformats-officedocument.drawingml.chart+xml"/>
  <Override PartName="/ppt/notesSlides/notesSlide17.xml" ContentType="application/vnd.openxmlformats-officedocument.presentationml.notesSlide+xml"/>
  <Override PartName="/ppt/charts/chart44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5.xml" ContentType="application/vnd.openxmlformats-officedocument.drawingml.chart+xml"/>
  <Override PartName="/ppt/notesSlides/notesSlide18.xml" ContentType="application/vnd.openxmlformats-officedocument.presentationml.notesSlide+xml"/>
  <Override PartName="/ppt/charts/chart4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7.xml" ContentType="application/vnd.openxmlformats-officedocument.drawingml.chart+xml"/>
  <Override PartName="/ppt/notesSlides/notesSlide19.xml" ContentType="application/vnd.openxmlformats-officedocument.presentationml.notesSlide+xml"/>
  <Override PartName="/ppt/charts/chart48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9.xml" ContentType="application/vnd.openxmlformats-officedocument.drawingml.chart+xml"/>
  <Override PartName="/ppt/notesSlides/notesSlide20.xml" ContentType="application/vnd.openxmlformats-officedocument.presentationml.notesSlide+xml"/>
  <Override PartName="/ppt/charts/chart5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51.xml" ContentType="application/vnd.openxmlformats-officedocument.drawingml.chart+xml"/>
  <Override PartName="/ppt/notesSlides/notesSlide21.xml" ContentType="application/vnd.openxmlformats-officedocument.presentationml.notesSlide+xml"/>
  <Override PartName="/ppt/charts/chart52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53.xml" ContentType="application/vnd.openxmlformats-officedocument.drawingml.chart+xml"/>
  <Override PartName="/ppt/notesSlides/notesSlide22.xml" ContentType="application/vnd.openxmlformats-officedocument.presentationml.notesSlide+xml"/>
  <Override PartName="/ppt/charts/chart54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5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6"/>
  </p:notesMasterIdLst>
  <p:sldIdLst>
    <p:sldId id="285" r:id="rId2"/>
    <p:sldId id="371" r:id="rId3"/>
    <p:sldId id="852" r:id="rId4"/>
    <p:sldId id="869" r:id="rId5"/>
    <p:sldId id="378" r:id="rId6"/>
    <p:sldId id="865" r:id="rId7"/>
    <p:sldId id="888" r:id="rId8"/>
    <p:sldId id="854" r:id="rId9"/>
    <p:sldId id="866" r:id="rId10"/>
    <p:sldId id="867" r:id="rId11"/>
    <p:sldId id="851" r:id="rId12"/>
    <p:sldId id="844" r:id="rId13"/>
    <p:sldId id="759" r:id="rId14"/>
    <p:sldId id="848" r:id="rId15"/>
    <p:sldId id="850" r:id="rId16"/>
    <p:sldId id="877" r:id="rId17"/>
    <p:sldId id="878" r:id="rId18"/>
    <p:sldId id="879" r:id="rId19"/>
    <p:sldId id="880" r:id="rId20"/>
    <p:sldId id="855" r:id="rId21"/>
    <p:sldId id="856" r:id="rId22"/>
    <p:sldId id="857" r:id="rId23"/>
    <p:sldId id="858" r:id="rId24"/>
    <p:sldId id="859" r:id="rId25"/>
    <p:sldId id="860" r:id="rId26"/>
    <p:sldId id="849" r:id="rId27"/>
    <p:sldId id="881" r:id="rId28"/>
    <p:sldId id="882" r:id="rId29"/>
    <p:sldId id="883" r:id="rId30"/>
    <p:sldId id="864" r:id="rId31"/>
    <p:sldId id="884" r:id="rId32"/>
    <p:sldId id="885" r:id="rId33"/>
    <p:sldId id="886" r:id="rId34"/>
    <p:sldId id="887" r:id="rId35"/>
  </p:sldIdLst>
  <p:sldSz cx="14400213" cy="8135938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70EB7"/>
    <a:srgbClr val="00B050"/>
    <a:srgbClr val="7F7F7F"/>
    <a:srgbClr val="2B94F0"/>
    <a:srgbClr val="C22EA2"/>
    <a:srgbClr val="AC2E6B"/>
    <a:srgbClr val="00FF00"/>
    <a:srgbClr val="FC4AE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4053" autoAdjust="0"/>
  </p:normalViewPr>
  <p:slideViewPr>
    <p:cSldViewPr snapToGrid="0">
      <p:cViewPr varScale="1">
        <p:scale>
          <a:sx n="91" d="100"/>
          <a:sy n="91" d="100"/>
        </p:scale>
        <p:origin x="8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EE-4BB9-8983-1472B472553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EE-4BB9-8983-1472B472553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EE-4BB9-8983-1472B4725531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EE-4BB9-8983-1472B4725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7A06-408F-A432-C5D1CDF63FC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06-408F-A432-C5D1CDF63FC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06-408F-A432-C5D1CDF63FC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06-408F-A432-C5D1CDF63FC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06-408F-A432-C5D1CDF63FC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A06-408F-A432-C5D1CDF63FC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06-408F-A432-C5D1CDF63FC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06-408F-A432-C5D1CDF63FC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A06-408F-A432-C5D1CDF63FC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06-408F-A432-C5D1CDF63FC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A06-408F-A432-C5D1CDF63FC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A06-408F-A432-C5D1CDF63FC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A06-408F-A432-C5D1CDF63FC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A06-408F-A432-C5D1CDF63FC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A06-408F-A432-C5D1CDF63FC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A06-408F-A432-C5D1CDF63FC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A06-408F-A432-C5D1CDF63FC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A06-408F-A432-C5D1CDF63FC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A06-408F-A432-C5D1CDF63FC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A06-408F-A432-C5D1CDF63FC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A06-408F-A432-C5D1CDF63FC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A06-408F-A432-C5D1CDF63FC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A06-408F-A432-C5D1CDF63FC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A06-408F-A432-C5D1CDF63FC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A06-408F-A432-C5D1CDF63FC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A06-408F-A432-C5D1CDF63FC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7A06-408F-A432-C5D1CDF63FC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7A06-408F-A432-C5D1CDF63FC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7A06-408F-A432-C5D1CDF63FC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7A06-408F-A432-C5D1CDF63FC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7A06-408F-A432-C5D1CDF63FC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7A06-408F-A432-C5D1CDF63FC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7A06-408F-A432-C5D1CDF63FC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A06-408F-A432-C5D1CDF63FC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A06-408F-A432-C5D1CDF63FC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A06-408F-A432-C5D1CDF63FC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7A06-408F-A432-C5D1CDF63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1689148723798664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IPN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22225">
                <a:solidFill>
                  <a:srgbClr val="7030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6.0000000000000005E-2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9.9999999999999992E-2</c:v>
                </c:pt>
                <c:pt idx="10">
                  <c:v>0.10999999999999999</c:v>
                </c:pt>
                <c:pt idx="11">
                  <c:v>0.11999999999999998</c:v>
                </c:pt>
                <c:pt idx="12">
                  <c:v>0.12999999999999998</c:v>
                </c:pt>
                <c:pt idx="13">
                  <c:v>0.13999999999999999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09D-400B-865D-EE11A7A0E51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Promotores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00B050"/>
              </a:solidFill>
              <a:ln w="9525">
                <a:solidFill>
                  <a:srgbClr val="00B050"/>
                </a:solidFill>
                <a:prstDash val="soli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0.02</c:v>
                </c:pt>
                <c:pt idx="1">
                  <c:v>0.03</c:v>
                </c:pt>
                <c:pt idx="2">
                  <c:v>0.04</c:v>
                </c:pt>
                <c:pt idx="3">
                  <c:v>0.05</c:v>
                </c:pt>
                <c:pt idx="4">
                  <c:v>6.0000000000000005E-2</c:v>
                </c:pt>
                <c:pt idx="5">
                  <c:v>7.0000000000000007E-2</c:v>
                </c:pt>
                <c:pt idx="6">
                  <c:v>0.08</c:v>
                </c:pt>
                <c:pt idx="7">
                  <c:v>0.09</c:v>
                </c:pt>
                <c:pt idx="8">
                  <c:v>9.9999999999999992E-2</c:v>
                </c:pt>
                <c:pt idx="9">
                  <c:v>0.10999999999999999</c:v>
                </c:pt>
                <c:pt idx="10">
                  <c:v>0.11999999999999998</c:v>
                </c:pt>
                <c:pt idx="11">
                  <c:v>0.12999999999999998</c:v>
                </c:pt>
                <c:pt idx="12">
                  <c:v>0.13999999999999999</c:v>
                </c:pt>
                <c:pt idx="13">
                  <c:v>0.15</c:v>
                </c:pt>
                <c:pt idx="14">
                  <c:v>0.16</c:v>
                </c:pt>
                <c:pt idx="15">
                  <c:v>0.17</c:v>
                </c:pt>
                <c:pt idx="16">
                  <c:v>0.18000000000000002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09D-400B-865D-EE11A7A0E51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Pasivos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6.0000000000000005E-2</c:v>
                </c:pt>
                <c:pt idx="4">
                  <c:v>7.0000000000000007E-2</c:v>
                </c:pt>
                <c:pt idx="5">
                  <c:v>0.08</c:v>
                </c:pt>
                <c:pt idx="6">
                  <c:v>0.09</c:v>
                </c:pt>
                <c:pt idx="7">
                  <c:v>9.9999999999999992E-2</c:v>
                </c:pt>
                <c:pt idx="8">
                  <c:v>0.10999999999999999</c:v>
                </c:pt>
                <c:pt idx="9">
                  <c:v>0.11999999999999998</c:v>
                </c:pt>
                <c:pt idx="10">
                  <c:v>0.12999999999999998</c:v>
                </c:pt>
                <c:pt idx="11">
                  <c:v>0.13999999999999999</c:v>
                </c:pt>
                <c:pt idx="12">
                  <c:v>0.15</c:v>
                </c:pt>
                <c:pt idx="13">
                  <c:v>0.16</c:v>
                </c:pt>
                <c:pt idx="14">
                  <c:v>0.17</c:v>
                </c:pt>
                <c:pt idx="15">
                  <c:v>0.18000000000000002</c:v>
                </c:pt>
                <c:pt idx="16">
                  <c:v>0.19000000000000003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09D-400B-865D-EE11A7A0E511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Detractores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Hoja1!$E$2:$E$18</c:f>
              <c:numCache>
                <c:formatCode>0.0%</c:formatCode>
                <c:ptCount val="17"/>
                <c:pt idx="0">
                  <c:v>0.04</c:v>
                </c:pt>
                <c:pt idx="1">
                  <c:v>0.05</c:v>
                </c:pt>
                <c:pt idx="2">
                  <c:v>6.0000000000000005E-2</c:v>
                </c:pt>
                <c:pt idx="3">
                  <c:v>7.0000000000000007E-2</c:v>
                </c:pt>
                <c:pt idx="4">
                  <c:v>0.08</c:v>
                </c:pt>
                <c:pt idx="5">
                  <c:v>0.09</c:v>
                </c:pt>
                <c:pt idx="6">
                  <c:v>9.9999999999999992E-2</c:v>
                </c:pt>
                <c:pt idx="7">
                  <c:v>0.10999999999999999</c:v>
                </c:pt>
                <c:pt idx="8">
                  <c:v>0.11999999999999998</c:v>
                </c:pt>
                <c:pt idx="9">
                  <c:v>0.12999999999999998</c:v>
                </c:pt>
                <c:pt idx="10">
                  <c:v>0.13999999999999999</c:v>
                </c:pt>
                <c:pt idx="11">
                  <c:v>0.15</c:v>
                </c:pt>
                <c:pt idx="12">
                  <c:v>0.16</c:v>
                </c:pt>
                <c:pt idx="13">
                  <c:v>0.17</c:v>
                </c:pt>
                <c:pt idx="14">
                  <c:v>0.18000000000000002</c:v>
                </c:pt>
                <c:pt idx="15">
                  <c:v>0.19000000000000003</c:v>
                </c:pt>
                <c:pt idx="16">
                  <c:v>0.20000000000000004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909D-400B-865D-EE11A7A0E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053359"/>
        <c:axId val="1104052399"/>
      </c:lineChart>
      <c:catAx>
        <c:axId val="110405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s-MX"/>
          </a:p>
        </c:txPr>
        <c:crossAx val="1104052399"/>
        <c:crosses val="autoZero"/>
        <c:auto val="1"/>
        <c:lblAlgn val="ctr"/>
        <c:lblOffset val="100"/>
        <c:noMultiLvlLbl val="0"/>
      </c:catAx>
      <c:valAx>
        <c:axId val="1104052399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1040533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ontserrat" panose="00000500000000000000" pitchFamily="2" charset="0"/>
        </a:defRPr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6559318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OFICINA PRESIDENCIA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FD-40D3-AA44-685196C0A74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FD-40D3-AA44-685196C0A74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FD-40D3-AA44-685196C0A74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FD-40D3-AA44-685196C0A74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FD-40D3-AA44-685196C0A74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FD-40D3-AA44-685196C0A74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FD-40D3-AA44-685196C0A74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BFD-40D3-AA44-685196C0A748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7BFD-40D3-AA44-685196C0A74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BFD-40D3-AA44-685196C0A748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7BFD-40D3-AA44-685196C0A748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BFD-40D3-AA44-685196C0A748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7BFD-40D3-AA44-685196C0A748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BFD-40D3-AA44-685196C0A74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FD-40D3-AA44-685196C0A748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FD-40D3-AA44-685196C0A748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E11-4127-90E8-6E8369425E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5" formatCode="0.0%">
                  <c:v>0.85699999999999998</c:v>
                </c:pt>
                <c:pt idx="16" formatCode="0.0%">
                  <c:v>0.81200000000000006</c:v>
                </c:pt>
                <c:pt idx="17" formatCode="0.0%">
                  <c:v>1</c:v>
                </c:pt>
                <c:pt idx="18" formatCode="0.0%">
                  <c:v>0.64300000000000002</c:v>
                </c:pt>
                <c:pt idx="19" formatCode="0.0%">
                  <c:v>0.9</c:v>
                </c:pt>
                <c:pt idx="20" formatCode="0.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BFD-40D3-AA44-685196C0A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SOPORTE ESTRATEGICO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CA7-4A40-A396-2DE9B79DD7E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A7-4A40-A396-2DE9B79DD7E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CA7-4A40-A396-2DE9B79DD7E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CA7-4A40-A396-2DE9B79DD7E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CA7-4A40-A396-2DE9B79DD7E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CA7-4A40-A396-2DE9B79DD7E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8CA7-4A40-A396-2DE9B79DD7E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CA7-4A40-A396-2DE9B79DD7E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CA7-4A40-A396-2DE9B79DD7E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CA7-4A40-A396-2DE9B79DD7E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8CA7-4A40-A396-2DE9B79DD7EA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CA7-4A40-A396-2DE9B79DD7EA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CA7-4A40-A396-2DE9B79DD7EA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CA7-4A40-A396-2DE9B79DD7EA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CA7-4A40-A396-2DE9B79DD7EA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CA7-4A40-A396-2DE9B79DD7EA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A89-4CBF-8697-33376CF4DBA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0.72399999999999998</c:v>
                </c:pt>
                <c:pt idx="15" formatCode="0.0%">
                  <c:v>0.72299999999999998</c:v>
                </c:pt>
                <c:pt idx="16" formatCode="0.0%">
                  <c:v>0.75600000000000001</c:v>
                </c:pt>
                <c:pt idx="17" formatCode="0.0%">
                  <c:v>0.76900000000000002</c:v>
                </c:pt>
                <c:pt idx="18" formatCode="0.0%">
                  <c:v>0.73199999999999998</c:v>
                </c:pt>
                <c:pt idx="19" formatCode="0.0%">
                  <c:v>0.76800000000000002</c:v>
                </c:pt>
                <c:pt idx="20" formatCode="0.0%">
                  <c:v>0.76300000000000001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CA7-4A40-A396-2DE9B79DD7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NEGOCIOS FAMILIA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15-4A1E-B03E-DC8B1A75402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15-4A1E-B03E-DC8B1A75402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15-4A1E-B03E-DC8B1A75402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715-4A1E-B03E-DC8B1A75402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2715-4A1E-B03E-DC8B1A75402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715-4A1E-B03E-DC8B1A75402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15-4A1E-B03E-DC8B1A75402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715-4A1E-B03E-DC8B1A75402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2715-4A1E-B03E-DC8B1A75402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715-4A1E-B03E-DC8B1A75402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2715-4A1E-B03E-DC8B1A75402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715-4A1E-B03E-DC8B1A75402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2715-4A1E-B03E-DC8B1A75402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2715-4A1E-B03E-DC8B1A754023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15-4A1E-B03E-DC8B1A754023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15-4A1E-B03E-DC8B1A754023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20D-4DF3-B310-195C57D36F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0.65600000000000003</c:v>
                </c:pt>
                <c:pt idx="15" formatCode="0.0%">
                  <c:v>0.69799999999999995</c:v>
                </c:pt>
                <c:pt idx="16" formatCode="0.0%">
                  <c:v>0.67600000000000005</c:v>
                </c:pt>
                <c:pt idx="17" formatCode="0.0%">
                  <c:v>0.68400000000000005</c:v>
                </c:pt>
                <c:pt idx="18" formatCode="0.0%">
                  <c:v>0.59199999999999997</c:v>
                </c:pt>
                <c:pt idx="19" formatCode="0.0%">
                  <c:v>0.65</c:v>
                </c:pt>
                <c:pt idx="20" formatCode="0.0%">
                  <c:v>0.67200000000000004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15-4A1E-B03E-DC8B1A754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OTROS NEGOCIOS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747-4970-931F-50DB6AB4AE5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47-4970-931F-50DB6AB4AE5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747-4970-931F-50DB6AB4AE5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47-4970-931F-50DB6AB4AE5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6747-4970-931F-50DB6AB4AE5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747-4970-931F-50DB6AB4AE5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747-4970-931F-50DB6AB4AE5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747-4970-931F-50DB6AB4AE58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6747-4970-931F-50DB6AB4AE5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747-4970-931F-50DB6AB4AE58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747-4970-931F-50DB6AB4AE58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747-4970-931F-50DB6AB4AE58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747-4970-931F-50DB6AB4AE58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747-4970-931F-50DB6AB4AE5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747-4970-931F-50DB6AB4AE58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747-4970-931F-50DB6AB4AE58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820-4340-A38E-6C295DCBDD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0.50700000000000001</c:v>
                </c:pt>
                <c:pt idx="15" formatCode="0.0%">
                  <c:v>0.53</c:v>
                </c:pt>
                <c:pt idx="16" formatCode="0.0%">
                  <c:v>0.443</c:v>
                </c:pt>
                <c:pt idx="17" formatCode="0.0%">
                  <c:v>0.45900000000000002</c:v>
                </c:pt>
                <c:pt idx="18" formatCode="0.0%">
                  <c:v>0.40799999999999997</c:v>
                </c:pt>
                <c:pt idx="19" formatCode="0.0%">
                  <c:v>0.51800000000000002</c:v>
                </c:pt>
                <c:pt idx="20" formatCode="0.0%">
                  <c:v>0.504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747-4970-931F-50DB6AB4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TV AZTECA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ECD-4363-B2AE-21A1163EF64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CD-4363-B2AE-21A1163EF64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ECD-4363-B2AE-21A1163EF64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CD-4363-B2AE-21A1163EF64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ECD-4363-B2AE-21A1163EF64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ECD-4363-B2AE-21A1163EF64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8ECD-4363-B2AE-21A1163EF64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ECD-4363-B2AE-21A1163EF645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ECD-4363-B2AE-21A1163EF64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ECD-4363-B2AE-21A1163EF645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8ECD-4363-B2AE-21A1163EF645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ECD-4363-B2AE-21A1163EF645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ECD-4363-B2AE-21A1163EF645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ECD-4363-B2AE-21A1163EF645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ECD-4363-B2AE-21A1163EF645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ECD-4363-B2AE-21A1163EF645}"/>
              </c:ext>
            </c:extLst>
          </c:dPt>
          <c:dPt>
            <c:idx val="2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E56-4703-9EAC-A476064D09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Hoja1!$B$1:$X$1</c:f>
              <c:strCache>
                <c:ptCount val="23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  <c:pt idx="21">
                  <c:v>Columna167</c:v>
                </c:pt>
                <c:pt idx="22">
                  <c:v>Columna168</c:v>
                </c:pt>
              </c:strCache>
            </c:strRef>
          </c:cat>
          <c:val>
            <c:numRef>
              <c:f>Hoja1!$B$2:$X$2</c:f>
              <c:numCache>
                <c:formatCode>0.0%</c:formatCode>
                <c:ptCount val="23"/>
                <c:pt idx="0">
                  <c:v>0.53100000000000003</c:v>
                </c:pt>
                <c:pt idx="1">
                  <c:v>0.28100000000000003</c:v>
                </c:pt>
                <c:pt idx="2">
                  <c:v>0.435</c:v>
                </c:pt>
                <c:pt idx="3">
                  <c:v>0.33100000000000002</c:v>
                </c:pt>
                <c:pt idx="4">
                  <c:v>0.44700000000000001</c:v>
                </c:pt>
                <c:pt idx="5">
                  <c:v>0.36199999999999999</c:v>
                </c:pt>
                <c:pt idx="6">
                  <c:v>0.495</c:v>
                </c:pt>
                <c:pt idx="7">
                  <c:v>0.376</c:v>
                </c:pt>
                <c:pt idx="8">
                  <c:v>0.49399999999999999</c:v>
                </c:pt>
                <c:pt idx="9">
                  <c:v>0.51300000000000001</c:v>
                </c:pt>
                <c:pt idx="10">
                  <c:v>0.56999999999999995</c:v>
                </c:pt>
                <c:pt idx="11">
                  <c:v>0.60199999999999998</c:v>
                </c:pt>
                <c:pt idx="12">
                  <c:v>0.61899999999999999</c:v>
                </c:pt>
                <c:pt idx="13">
                  <c:v>0.621</c:v>
                </c:pt>
                <c:pt idx="14">
                  <c:v>0.629</c:v>
                </c:pt>
                <c:pt idx="15">
                  <c:v>0.623</c:v>
                </c:pt>
                <c:pt idx="16">
                  <c:v>0.59099999999999997</c:v>
                </c:pt>
                <c:pt idx="17">
                  <c:v>0.62</c:v>
                </c:pt>
                <c:pt idx="18">
                  <c:v>0.59099999999999997</c:v>
                </c:pt>
                <c:pt idx="19">
                  <c:v>0.62</c:v>
                </c:pt>
                <c:pt idx="20">
                  <c:v>0.60699999999999998</c:v>
                </c:pt>
                <c:pt idx="21">
                  <c:v>0.627</c:v>
                </c:pt>
                <c:pt idx="22">
                  <c:v>0.64800000000000002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ECD-4363-B2AE-21A1163EF6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TOTALPLAY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3F7-4F2B-AC25-6B904E3DDF7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F7-4F2B-AC25-6B904E3DDF7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F7-4F2B-AC25-6B904E3DDF7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F7-4F2B-AC25-6B904E3DDF7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3F7-4F2B-AC25-6B904E3DDF7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F7-4F2B-AC25-6B904E3DDF7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3F7-4F2B-AC25-6B904E3DDF7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F7-4F2B-AC25-6B904E3DDF7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3F7-4F2B-AC25-6B904E3DDF79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F7-4F2B-AC25-6B904E3DDF79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3F7-4F2B-AC25-6B904E3DDF79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F7-4F2B-AC25-6B904E3DDF79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13F7-4F2B-AC25-6B904E3DDF79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3F7-4F2B-AC25-6B904E3DDF79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3F7-4F2B-AC25-6B904E3DDF79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3F7-4F2B-AC25-6B904E3DDF79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CAB-4EB8-9FA0-AC8C517E22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0.61699999999999999</c:v>
                </c:pt>
                <c:pt idx="1">
                  <c:v>0.41499999999999998</c:v>
                </c:pt>
                <c:pt idx="2">
                  <c:v>0.52100000000000002</c:v>
                </c:pt>
                <c:pt idx="3">
                  <c:v>0.48099999999999998</c:v>
                </c:pt>
                <c:pt idx="4">
                  <c:v>0.56699999999999995</c:v>
                </c:pt>
                <c:pt idx="5">
                  <c:v>0.55300000000000005</c:v>
                </c:pt>
                <c:pt idx="6">
                  <c:v>0.54700000000000004</c:v>
                </c:pt>
                <c:pt idx="7">
                  <c:v>0.47699999999999998</c:v>
                </c:pt>
                <c:pt idx="8">
                  <c:v>0.53900000000000003</c:v>
                </c:pt>
                <c:pt idx="9">
                  <c:v>0.42299999999999999</c:v>
                </c:pt>
                <c:pt idx="10">
                  <c:v>0.49299999999999999</c:v>
                </c:pt>
                <c:pt idx="11">
                  <c:v>0.51400000000000001</c:v>
                </c:pt>
                <c:pt idx="12">
                  <c:v>0.54200000000000004</c:v>
                </c:pt>
                <c:pt idx="13">
                  <c:v>0.53200000000000003</c:v>
                </c:pt>
                <c:pt idx="14">
                  <c:v>0.53700000000000003</c:v>
                </c:pt>
                <c:pt idx="15">
                  <c:v>0.58299999999999996</c:v>
                </c:pt>
                <c:pt idx="16">
                  <c:v>0.57399999999999995</c:v>
                </c:pt>
                <c:pt idx="17">
                  <c:v>0.54200000000000004</c:v>
                </c:pt>
                <c:pt idx="18">
                  <c:v>0.56000000000000005</c:v>
                </c:pt>
                <c:pt idx="19">
                  <c:v>0.61</c:v>
                </c:pt>
                <c:pt idx="20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3F7-4F2B-AC25-6B904E3DD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DESPACHOS GRUPO SALINAS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11F-447E-A718-BD81E494E33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1F-447E-A718-BD81E494E33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11F-447E-A718-BD81E494E33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11F-447E-A718-BD81E494E33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11F-447E-A718-BD81E494E33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11F-447E-A718-BD81E494E33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C11F-447E-A718-BD81E494E33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11F-447E-A718-BD81E494E330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C11F-447E-A718-BD81E494E330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11F-447E-A718-BD81E494E330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C11F-447E-A718-BD81E494E330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11F-447E-A718-BD81E494E330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C11F-447E-A718-BD81E494E33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11F-447E-A718-BD81E494E330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11F-447E-A718-BD81E494E330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11F-447E-A718-BD81E494E330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8A-4AF3-9DDE-19EACFF515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0.61499999999999999</c:v>
                </c:pt>
                <c:pt idx="1">
                  <c:v>0.45</c:v>
                </c:pt>
                <c:pt idx="2">
                  <c:v>0.57599999999999996</c:v>
                </c:pt>
                <c:pt idx="3">
                  <c:v>0.52500000000000002</c:v>
                </c:pt>
                <c:pt idx="4">
                  <c:v>0.63100000000000001</c:v>
                </c:pt>
                <c:pt idx="5">
                  <c:v>0.57199999999999995</c:v>
                </c:pt>
                <c:pt idx="6">
                  <c:v>0.65400000000000003</c:v>
                </c:pt>
                <c:pt idx="7">
                  <c:v>0.58899999999999997</c:v>
                </c:pt>
                <c:pt idx="8">
                  <c:v>0.627</c:v>
                </c:pt>
                <c:pt idx="9">
                  <c:v>0.67800000000000005</c:v>
                </c:pt>
                <c:pt idx="10">
                  <c:v>0.67600000000000005</c:v>
                </c:pt>
                <c:pt idx="11">
                  <c:v>0.72199999999999998</c:v>
                </c:pt>
                <c:pt idx="12">
                  <c:v>0.71799999999999997</c:v>
                </c:pt>
                <c:pt idx="13">
                  <c:v>0.71099999999999997</c:v>
                </c:pt>
                <c:pt idx="14">
                  <c:v>0.71499999999999997</c:v>
                </c:pt>
                <c:pt idx="15">
                  <c:v>0.69399999999999995</c:v>
                </c:pt>
                <c:pt idx="16">
                  <c:v>0.68700000000000006</c:v>
                </c:pt>
                <c:pt idx="17">
                  <c:v>0.67400000000000004</c:v>
                </c:pt>
                <c:pt idx="18">
                  <c:v>0.67200000000000004</c:v>
                </c:pt>
                <c:pt idx="19">
                  <c:v>0.69699999999999995</c:v>
                </c:pt>
                <c:pt idx="20">
                  <c:v>0.68799999999999994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11F-447E-A718-BD81E494E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ELEKTRA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3D4-49ED-8AD4-CFF708E8743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D4-49ED-8AD4-CFF708E8743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D4-49ED-8AD4-CFF708E8743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D4-49ED-8AD4-CFF708E8743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3D4-49ED-8AD4-CFF708E8743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D4-49ED-8AD4-CFF708E87431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3D4-49ED-8AD4-CFF708E8743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D4-49ED-8AD4-CFF708E87431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D4-49ED-8AD4-CFF708E87431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3D4-49ED-8AD4-CFF708E87431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D4-49ED-8AD4-CFF708E87431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13D4-49ED-8AD4-CFF708E87431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3FA-4BEA-8F9F-3ACF2659BA1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5B7E-4165-997A-1275E1DD2B1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510-42B4-B627-079984C59ED3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8A86-44CD-9F77-95A04D2B294E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67-426C-A36E-865644DBA1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0.625</c:v>
                </c:pt>
                <c:pt idx="1">
                  <c:v>0.60499999999999998</c:v>
                </c:pt>
                <c:pt idx="2">
                  <c:v>0.71399999999999997</c:v>
                </c:pt>
                <c:pt idx="3">
                  <c:v>0.67</c:v>
                </c:pt>
                <c:pt idx="4">
                  <c:v>0.76900000000000002</c:v>
                </c:pt>
                <c:pt idx="5">
                  <c:v>0.72899999999999998</c:v>
                </c:pt>
                <c:pt idx="6">
                  <c:v>0.79800000000000004</c:v>
                </c:pt>
                <c:pt idx="7">
                  <c:v>0.73499999999999999</c:v>
                </c:pt>
                <c:pt idx="8">
                  <c:v>0.76900000000000002</c:v>
                </c:pt>
                <c:pt idx="9">
                  <c:v>0.74099999999999999</c:v>
                </c:pt>
                <c:pt idx="10">
                  <c:v>0.73299999999999998</c:v>
                </c:pt>
                <c:pt idx="11">
                  <c:v>0.745</c:v>
                </c:pt>
                <c:pt idx="12">
                  <c:v>0.73699999999999999</c:v>
                </c:pt>
                <c:pt idx="13">
                  <c:v>0.73199999999999998</c:v>
                </c:pt>
                <c:pt idx="14">
                  <c:v>0.73799999999999999</c:v>
                </c:pt>
                <c:pt idx="15">
                  <c:v>0.74399999999999999</c:v>
                </c:pt>
                <c:pt idx="16">
                  <c:v>0.71199999999999997</c:v>
                </c:pt>
                <c:pt idx="17">
                  <c:v>0.70699999999999996</c:v>
                </c:pt>
                <c:pt idx="18">
                  <c:v>0.70599999999999996</c:v>
                </c:pt>
                <c:pt idx="19">
                  <c:v>0.69299999999999995</c:v>
                </c:pt>
                <c:pt idx="20">
                  <c:v>0.71599999999999997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D4-49ED-8AD4-CFF708E87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36-42E7-ADD4-0DB37DD3396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36-42E7-ADD4-0DB37DD3396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36-42E7-ADD4-0DB37DD33966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36-42E7-ADD4-0DB37DD33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EB11-48BB-9AA3-43EE613EDFC0}"/>
              </c:ext>
            </c:extLst>
          </c:dPt>
          <c:dLbls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</c:v>
                </c:pt>
                <c:pt idx="1">
                  <c:v>México
Ricardo Benjamín Salinas Pliego</c:v>
                </c:pt>
                <c:pt idx="2">
                  <c:v>Comité de Supervisión Países
Alejandro Valenzuela Del Rio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B11-48BB-9AA3-43EE613EDFC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B11-48BB-9AA3-43EE613EDFC0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</c:v>
                </c:pt>
                <c:pt idx="1">
                  <c:v>México
Ricardo Benjamín Salinas Pliego</c:v>
                </c:pt>
                <c:pt idx="2">
                  <c:v>Comité de Supervisión Países
Alejandro Valenzuela Del Rio</c:v>
                </c:pt>
              </c:strCache>
            </c:strRef>
          </c:cat>
          <c:val>
            <c:numRef>
              <c:f>Hoja1!$C$2:$C$4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EB11-48BB-9AA3-43EE613EDFC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B11-48BB-9AA3-43EE613EDFC0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EB11-48BB-9AA3-43EE613EDFC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EB11-48BB-9AA3-43EE613EDFC0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EB11-48BB-9AA3-43EE613EDFC0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EB11-48BB-9AA3-43EE613EDFC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EB11-48BB-9AA3-43EE613EDFC0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B11-48BB-9AA3-43EE613EDFC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B11-48BB-9AA3-43EE613EDFC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B11-48BB-9AA3-43EE613EDFC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B11-48BB-9AA3-43EE613EDFC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B11-48BB-9AA3-43EE613EDFC0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</c:v>
                </c:pt>
                <c:pt idx="1">
                  <c:v>México
Ricardo Benjamín Salinas Pliego</c:v>
                </c:pt>
                <c:pt idx="2">
                  <c:v>Comité de Supervisión Países
Alejandro Valenzuela Del Rio</c:v>
                </c:pt>
              </c:strCache>
            </c:strRef>
          </c:cat>
          <c:val>
            <c:numRef>
              <c:f>Hoja1!$D$2:$D$4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B11-48BB-9AA3-43EE613EDFC0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39-440A-8E1A-A4967271554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39-440A-8E1A-A4967271554E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39-440A-8E1A-A4967271554E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9-440A-8E1A-A49672715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9892719780219774"/>
          <c:y val="0"/>
          <c:w val="0.5010728021978022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2.0303266178266107E-2"/>
                  <c:y val="3.410476992995095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7295940170940102E-2"/>
                  <c:y val="3.4104769929950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889194139194067E-2"/>
                  <c:y val="3.89768799199439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2.0520451770451701E-2"/>
                  <c:y val="3.65408249249474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603464590964584E-2"/>
                  <c:y val="3.6540824924947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</c:v>
                </c:pt>
                <c:pt idx="1">
                  <c:v>Sector Mercado Masivo
Ricardo Benjamín Salinas Pliego</c:v>
                </c:pt>
                <c:pt idx="2">
                  <c:v>Soluciones a Cliente y Cámara de Compensación
Manuel Delgado Forey</c:v>
                </c:pt>
                <c:pt idx="3">
                  <c:v>Sector Mercado Corporativo
Alejandro Valenzuela Del Río</c:v>
                </c:pt>
                <c:pt idx="4">
                  <c:v>Consejo Administración Banco Azteca
Alejandro Valenzuela Del Río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0.06</c:v>
                </c:pt>
                <c:pt idx="1">
                  <c:v>6.0999999999999999E-2</c:v>
                </c:pt>
                <c:pt idx="2">
                  <c:v>0.02</c:v>
                </c:pt>
                <c:pt idx="3">
                  <c:v>5.6000000000000001E-2</c:v>
                </c:pt>
                <c:pt idx="4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-7.1071625046968746E-17"/>
                  <c:y val="-3.410476992995092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-7.1071625046968746E-17"/>
                  <c:y val="-2.19244949549684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0"/>
                  <c:y val="-2.6796413129607434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-7.1071625046968746E-17"/>
                  <c:y val="-2.679660494496137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4"/>
              <c:layout>
                <c:manualLayout>
                  <c:x val="0"/>
                  <c:y val="-2.679660494496146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7CB-461B-9E28-1496CB5279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</c:v>
                </c:pt>
                <c:pt idx="1">
                  <c:v>Sector Mercado Masivo
Ricardo Benjamín Salinas Pliego</c:v>
                </c:pt>
                <c:pt idx="2">
                  <c:v>Soluciones a Cliente y Cámara de Compensación
Manuel Delgado Forey</c:v>
                </c:pt>
                <c:pt idx="3">
                  <c:v>Sector Mercado Corporativo
Alejandro Valenzuela Del Río</c:v>
                </c:pt>
                <c:pt idx="4">
                  <c:v>Consejo Administración Banco Azteca
Alejandro Valenzuela Del Río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0.158</c:v>
                </c:pt>
                <c:pt idx="1">
                  <c:v>0.157</c:v>
                </c:pt>
                <c:pt idx="2">
                  <c:v>0.156</c:v>
                </c:pt>
                <c:pt idx="3">
                  <c:v>0.27</c:v>
                </c:pt>
                <c:pt idx="4">
                  <c:v>0.23400000000000001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</c:v>
                </c:pt>
                <c:pt idx="1">
                  <c:v>Sector Mercado Masivo
Ricardo Benjamín Salinas Pliego</c:v>
                </c:pt>
                <c:pt idx="2">
                  <c:v>Soluciones a Cliente y Cámara de Compensación
Manuel Delgado Forey</c:v>
                </c:pt>
                <c:pt idx="3">
                  <c:v>Sector Mercado Corporativo
Alejandro Valenzuela Del Río</c:v>
                </c:pt>
                <c:pt idx="4">
                  <c:v>Consejo Administración Banco Azteca
Alejandro Valenzuela Del Río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0.78100000000000003</c:v>
                </c:pt>
                <c:pt idx="1">
                  <c:v>0.78200000000000003</c:v>
                </c:pt>
                <c:pt idx="2">
                  <c:v>0.82499999999999996</c:v>
                </c:pt>
                <c:pt idx="3">
                  <c:v>0.67500000000000004</c:v>
                </c:pt>
                <c:pt idx="4">
                  <c:v>0.73399999999999999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F7F7F"/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20-4FA4-9AAF-E01F63EA660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20-4FA4-9AAF-E01F63EA660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20-4FA4-9AAF-E01F63EA660C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20-4FA4-9AAF-E01F63EA6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7099679487179488"/>
          <c:y val="0"/>
          <c:w val="0.6290032051282051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
Fabrice Jack Deceliere Márquez</c:v>
                </c:pt>
                <c:pt idx="2">
                  <c:v>Unidades de Negocio
Ricardo Benjamín Salinas Pliego</c:v>
                </c:pt>
                <c:pt idx="3">
                  <c:v>Empresas
Ricardo Benjamín Salinas Pliego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6.0999999999999999E-2</c:v>
                </c:pt>
                <c:pt idx="1">
                  <c:v>4.5999999999999999E-2</c:v>
                </c:pt>
                <c:pt idx="2">
                  <c:v>6.8000000000000005E-2</c:v>
                </c:pt>
                <c:pt idx="3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
Fabrice Jack Deceliere Márquez</c:v>
                </c:pt>
                <c:pt idx="2">
                  <c:v>Unidades de Negocio
Ricardo Benjamín Salinas Pliego</c:v>
                </c:pt>
                <c:pt idx="3">
                  <c:v>Empresas
Ricardo Benjamín Salinas Pliego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0.157</c:v>
                </c:pt>
                <c:pt idx="1">
                  <c:v>0.14599999999999999</c:v>
                </c:pt>
                <c:pt idx="2">
                  <c:v>0.14299999999999999</c:v>
                </c:pt>
                <c:pt idx="3">
                  <c:v>0.247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
Fabrice Jack Deceliere Márquez</c:v>
                </c:pt>
                <c:pt idx="2">
                  <c:v>Unidades de Negocio
Ricardo Benjamín Salinas Pliego</c:v>
                </c:pt>
                <c:pt idx="3">
                  <c:v>Empresas
Ricardo Benjamín Salinas Pliego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0.78200000000000003</c:v>
                </c:pt>
                <c:pt idx="1">
                  <c:v>0.80800000000000005</c:v>
                </c:pt>
                <c:pt idx="2">
                  <c:v>0.79</c:v>
                </c:pt>
                <c:pt idx="3">
                  <c:v>0.621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4E-4F73-AD36-BA2D9DCFB07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4E-4F73-AD36-BA2D9DCFB07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4E-4F73-AD36-BA2D9DCFB07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4E-4F73-AD36-BA2D9DCF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475017582732011"/>
          <c:y val="0"/>
          <c:w val="0.63524982417267994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1.737242128121599E-2"/>
                  <c:y val="1.8907047622189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
Fabrice Jack Deceliere Márquez</c:v>
                </c:pt>
                <c:pt idx="2">
                  <c:v>Canales Digitales
Juan Carlos Arroyo Torres</c:v>
                </c:pt>
                <c:pt idx="3">
                  <c:v>Mercadotecnia e Identidad
Elena Alti Ortiz</c:v>
                </c:pt>
                <c:pt idx="4">
                  <c:v>Sin Etiqueta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
Fabrice Jack Deceliere Márquez</c:v>
                </c:pt>
                <c:pt idx="2">
                  <c:v>Canales Digitales
Juan Carlos Arroyo Torres</c:v>
                </c:pt>
                <c:pt idx="3">
                  <c:v>Mercadotecnia e Identidad
Elena Alti Ortiz</c:v>
                </c:pt>
                <c:pt idx="4">
                  <c:v>Sin Etiqueta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E-66D8-45FB-8C09-E5DCBA7097C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
Fabrice Jack Deceliere Márquez</c:v>
                </c:pt>
                <c:pt idx="2">
                  <c:v>Canales Digitales
Juan Carlos Arroyo Torres</c:v>
                </c:pt>
                <c:pt idx="3">
                  <c:v>Mercadotecnia e Identidad
Elena Alti Ortiz</c:v>
                </c:pt>
                <c:pt idx="4">
                  <c:v>Sin Etiqueta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82-438D-B11B-3DA677BC495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82-438D-B11B-3DA677BC495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82-438D-B11B-3DA677BC495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82-438D-B11B-3DA677BC4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3182924905974337"/>
          <c:y val="0"/>
          <c:w val="0.6681707509402565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150231899685651E-2"/>
                  <c:y val="6.37208687624285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
Juan Carlos Arroyo Torres</c:v>
                </c:pt>
                <c:pt idx="2">
                  <c:v>Mega Elektra Digital
Sin Responsable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5.5E-2</c:v>
                </c:pt>
                <c:pt idx="1">
                  <c:v>6.4000000000000001E-2</c:v>
                </c:pt>
                <c:pt idx="2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
Juan Carlos Arroyo Torres</c:v>
                </c:pt>
                <c:pt idx="2">
                  <c:v>Mega Elektra Digital
Sin Responsable</c:v>
                </c:pt>
              </c:strCache>
            </c:strRef>
          </c:cat>
          <c:val>
            <c:numRef>
              <c:f>Hoja1!$C$2:$C$4</c:f>
              <c:numCache>
                <c:formatCode>0.0%</c:formatCode>
                <c:ptCount val="3"/>
                <c:pt idx="0">
                  <c:v>0.26700000000000002</c:v>
                </c:pt>
                <c:pt idx="1">
                  <c:v>0.27400000000000002</c:v>
                </c:pt>
                <c:pt idx="2">
                  <c:v>0.23499999999999999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
Juan Carlos Arroyo Torres</c:v>
                </c:pt>
                <c:pt idx="2">
                  <c:v>Mega Elektra Digital
Sin Responsable</c:v>
                </c:pt>
              </c:strCache>
            </c:strRef>
          </c:cat>
          <c:val>
            <c:numRef>
              <c:f>Hoja1!$D$2:$D$4</c:f>
              <c:numCache>
                <c:formatCode>0.0%</c:formatCode>
                <c:ptCount val="3"/>
                <c:pt idx="0">
                  <c:v>0.67800000000000005</c:v>
                </c:pt>
                <c:pt idx="1">
                  <c:v>0.66200000000000003</c:v>
                </c:pt>
                <c:pt idx="2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5-4C30-98F0-CF22A85CE6E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B5-4C30-98F0-CF22A85CE6E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B5-4C30-98F0-CF22A85CE6ED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B5-4C30-98F0-CF22A85CE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Grupo Elektra - México - Sector Mercado Masivo - Empresas</c:v>
                </c:pt>
                <c:pt idx="1">
                  <c:v>Gs Motos Global - Dirk Karlheinz Biehler</c:v>
                </c:pt>
                <c:pt idx="2">
                  <c:v>Baz Entregas - Juan Arévalo Carranza</c:v>
                </c:pt>
                <c:pt idx="3">
                  <c:v>Presta Prenda - Sergio Antonio Franklin Raimond Kedilhac Viesca</c:v>
                </c:pt>
                <c:pt idx="4">
                  <c:v>Afore - Francisco Tonatiuh Rodríguez Gómez</c:v>
                </c:pt>
                <c:pt idx="5">
                  <c:v>Seguros - Francisco Tonatiuh Rodríguez Gómez</c:v>
                </c:pt>
              </c:strCache>
            </c:strRef>
          </c:cat>
          <c:val>
            <c:numRef>
              <c:f>Hoja1!$B$2:$B$7</c:f>
              <c:numCache>
                <c:formatCode>0.0%</c:formatCode>
                <c:ptCount val="6"/>
                <c:pt idx="0">
                  <c:v>0.13300000000000001</c:v>
                </c:pt>
                <c:pt idx="1">
                  <c:v>0.13100000000000001</c:v>
                </c:pt>
                <c:pt idx="2">
                  <c:v>0.14499999999999999</c:v>
                </c:pt>
                <c:pt idx="3">
                  <c:v>0.112</c:v>
                </c:pt>
                <c:pt idx="5">
                  <c:v>1.4E-2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Grupo Elektra - México - Sector Mercado Masivo - Empresas</c:v>
                </c:pt>
                <c:pt idx="1">
                  <c:v>Gs Motos Global - Dirk Karlheinz Biehler</c:v>
                </c:pt>
                <c:pt idx="2">
                  <c:v>Baz Entregas - Juan Arévalo Carranza</c:v>
                </c:pt>
                <c:pt idx="3">
                  <c:v>Presta Prenda - Sergio Antonio Franklin Raimond Kedilhac Viesca</c:v>
                </c:pt>
                <c:pt idx="4">
                  <c:v>Afore - Francisco Tonatiuh Rodríguez Gómez</c:v>
                </c:pt>
                <c:pt idx="5">
                  <c:v>Seguros - Francisco Tonatiuh Rodríguez Gómez</c:v>
                </c:pt>
              </c:strCache>
            </c:strRef>
          </c:cat>
          <c:val>
            <c:numRef>
              <c:f>Hoja1!$C$2:$C$7</c:f>
              <c:numCache>
                <c:formatCode>0.0%</c:formatCode>
                <c:ptCount val="6"/>
                <c:pt idx="0">
                  <c:v>0.247</c:v>
                </c:pt>
                <c:pt idx="1">
                  <c:v>0.25900000000000001</c:v>
                </c:pt>
                <c:pt idx="2">
                  <c:v>0.23100000000000001</c:v>
                </c:pt>
                <c:pt idx="3">
                  <c:v>0.21199999999999999</c:v>
                </c:pt>
                <c:pt idx="4">
                  <c:v>0.10100000000000001</c:v>
                </c:pt>
                <c:pt idx="5">
                  <c:v>0.23599999999999999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36A4-4232-B378-71629DFE24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6A4-4232-B378-71629DFE24B8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Grupo Elektra - México - Sector Mercado Masivo - Empresas</c:v>
                </c:pt>
                <c:pt idx="1">
                  <c:v>Gs Motos Global - Dirk Karlheinz Biehler</c:v>
                </c:pt>
                <c:pt idx="2">
                  <c:v>Baz Entregas - Juan Arévalo Carranza</c:v>
                </c:pt>
                <c:pt idx="3">
                  <c:v>Presta Prenda - Sergio Antonio Franklin Raimond Kedilhac Viesca</c:v>
                </c:pt>
                <c:pt idx="4">
                  <c:v>Afore - Francisco Tonatiuh Rodríguez Gómez</c:v>
                </c:pt>
                <c:pt idx="5">
                  <c:v>Seguros - Francisco Tonatiuh Rodríguez Gómez</c:v>
                </c:pt>
              </c:strCache>
            </c:strRef>
          </c:cat>
          <c:val>
            <c:numRef>
              <c:f>Hoja1!$D$2:$D$7</c:f>
              <c:numCache>
                <c:formatCode>0.0%</c:formatCode>
                <c:ptCount val="6"/>
                <c:pt idx="0">
                  <c:v>0.621</c:v>
                </c:pt>
                <c:pt idx="1">
                  <c:v>0.61</c:v>
                </c:pt>
                <c:pt idx="2">
                  <c:v>0.624</c:v>
                </c:pt>
                <c:pt idx="3">
                  <c:v>0.67500000000000004</c:v>
                </c:pt>
                <c:pt idx="4">
                  <c:v>0.89900000000000002</c:v>
                </c:pt>
                <c:pt idx="5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87-404B-BF4C-AB5DC8AFF6E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87-404B-BF4C-AB5DC8AFF6E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87-404B-BF4C-AB5DC8AFF6E6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87-404B-BF4C-AB5DC8AFF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3C1-407E-9ADF-55E796663AA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C1-407E-9ADF-55E796663AA2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Masivo - 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Díaz Alonso</c:v>
                </c:pt>
                <c:pt idx="3">
                  <c:v>Afiliación / Captación - Francisco Tonatiuh Rodríguez Gómez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6.8000000000000005E-2</c:v>
                </c:pt>
                <c:pt idx="1">
                  <c:v>6.8000000000000005E-2</c:v>
                </c:pt>
                <c:pt idx="2">
                  <c:v>2.9000000000000001E-2</c:v>
                </c:pt>
                <c:pt idx="3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C1-407E-9ADF-55E796663AA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3C1-407E-9ADF-55E796663AA2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3C1-407E-9ADF-55E796663AA2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Masivo - 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Díaz Alonso</c:v>
                </c:pt>
                <c:pt idx="3">
                  <c:v>Afiliación / Captación - Francisco Tonatiuh Rodríguez Gómez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0.14299999999999999</c:v>
                </c:pt>
                <c:pt idx="1">
                  <c:v>0.14199999999999999</c:v>
                </c:pt>
                <c:pt idx="2">
                  <c:v>0.21299999999999999</c:v>
                </c:pt>
                <c:pt idx="3">
                  <c:v>0.20200000000000001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3C1-407E-9ADF-55E796663AA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63C1-407E-9ADF-55E796663AA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63C1-407E-9ADF-55E796663AA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63C1-407E-9ADF-55E796663AA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63C1-407E-9ADF-55E796663AA2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63C1-407E-9ADF-55E796663AA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63C1-407E-9ADF-55E796663AA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63C1-407E-9ADF-55E796663AA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63C1-407E-9ADF-55E796663AA2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63C1-407E-9ADF-55E796663AA2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3C1-407E-9ADF-55E796663AA2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3C1-407E-9ADF-55E796663AA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3C1-407E-9ADF-55E796663AA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3C1-407E-9ADF-55E796663AA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3C1-407E-9ADF-55E796663AA2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Masivo - 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Díaz Alonso</c:v>
                </c:pt>
                <c:pt idx="3">
                  <c:v>Afiliación / Captación - Francisco Tonatiuh Rodríguez Gómez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0.79</c:v>
                </c:pt>
                <c:pt idx="1">
                  <c:v>0.79</c:v>
                </c:pt>
                <c:pt idx="2">
                  <c:v>0.75700000000000001</c:v>
                </c:pt>
                <c:pt idx="3">
                  <c:v>0.746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3C1-407E-9ADF-55E796663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57-4AD5-8E9B-FD3280C0199A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57-4AD5-8E9B-FD3280C0199A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857-4AD5-8E9B-FD3280C0199A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57-4AD5-8E9B-FD3280C01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427725770925112"/>
          <c:y val="0"/>
          <c:w val="0.5157227422907488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51-4484-8F0B-3248C73AE13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51-4484-8F0B-3248C73AE133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</c:v>
                </c:pt>
                <c:pt idx="1">
                  <c:v>Big - Eduardo Javier Cepeda Casasus</c:v>
                </c:pt>
                <c:pt idx="2">
                  <c:v>Empresas de Datos - Gustavo Lacroix Martínez</c:v>
                </c:pt>
                <c:pt idx="3">
                  <c:v>Mercadotecnia y Cuidado de Marcas - Mario San Román Flores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5.6000000000000001E-2</c:v>
                </c:pt>
                <c:pt idx="1">
                  <c:v>4.2999999999999997E-2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51-4484-8F0B-3248C73AE13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451-4484-8F0B-3248C73AE133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451-4484-8F0B-3248C73AE133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</c:v>
                </c:pt>
                <c:pt idx="1">
                  <c:v>Big - Eduardo Javier Cepeda Casasus</c:v>
                </c:pt>
                <c:pt idx="2">
                  <c:v>Empresas de Datos - Gustavo Lacroix Martínez</c:v>
                </c:pt>
                <c:pt idx="3">
                  <c:v>Mercadotecnia y Cuidado de Marcas - Mario San Román Flores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0.27</c:v>
                </c:pt>
                <c:pt idx="1">
                  <c:v>0.24</c:v>
                </c:pt>
                <c:pt idx="2">
                  <c:v>0.39300000000000002</c:v>
                </c:pt>
                <c:pt idx="3">
                  <c:v>0.26700000000000002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451-4484-8F0B-3248C73AE13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451-4484-8F0B-3248C73AE13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451-4484-8F0B-3248C73AE133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A451-4484-8F0B-3248C73AE13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A451-4484-8F0B-3248C73AE13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A451-4484-8F0B-3248C73AE13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A451-4484-8F0B-3248C73AE13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A451-4484-8F0B-3248C73AE13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451-4484-8F0B-3248C73AE133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A451-4484-8F0B-3248C73AE133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451-4484-8F0B-3248C73AE133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451-4484-8F0B-3248C73AE13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451-4484-8F0B-3248C73AE13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451-4484-8F0B-3248C73AE133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A451-4484-8F0B-3248C73AE133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</c:v>
                </c:pt>
                <c:pt idx="1">
                  <c:v>Big - Eduardo Javier Cepeda Casasus</c:v>
                </c:pt>
                <c:pt idx="2">
                  <c:v>Empresas de Datos - Gustavo Lacroix Martínez</c:v>
                </c:pt>
                <c:pt idx="3">
                  <c:v>Mercadotecnia y Cuidado de Marcas - Mario San Román Flores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0.67500000000000004</c:v>
                </c:pt>
                <c:pt idx="1">
                  <c:v>0.71699999999999997</c:v>
                </c:pt>
                <c:pt idx="2">
                  <c:v>0.49099999999999999</c:v>
                </c:pt>
                <c:pt idx="3">
                  <c:v>0.73299999999999998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451-4484-8F0B-3248C73AE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58-425C-A63E-A8C55228660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58-425C-A63E-A8C55228660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58-425C-A63E-A8C552286609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58-425C-A63E-A8C55228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07-46E4-9335-34659E02BC09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Grupo Elektra - México - Sector Mercado Corporativo - BIG</c:v>
                </c:pt>
                <c:pt idx="1">
                  <c:v>Unidades de Negocio - Eduardo Javier Cepeda Casasus</c:v>
                </c:pt>
                <c:pt idx="2">
                  <c:v>Canales - Rodrigo Aguilar Martínez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Hoja1!$B$2:$B$9</c:f>
              <c:numCache>
                <c:formatCode>0.0%</c:formatCode>
                <c:ptCount val="8"/>
                <c:pt idx="0">
                  <c:v>4.2999999999999997E-2</c:v>
                </c:pt>
                <c:pt idx="1">
                  <c:v>4.7E-2</c:v>
                </c:pt>
                <c:pt idx="2">
                  <c:v>3.5000000000000003E-2</c:v>
                </c:pt>
                <c:pt idx="3">
                  <c:v>8.5000000000000006E-2</c:v>
                </c:pt>
                <c:pt idx="4">
                  <c:v>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07-46E4-9335-34659E02BC0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07-46E4-9335-34659E02BC09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Grupo Elektra - México - Sector Mercado Corporativo - BIG</c:v>
                </c:pt>
                <c:pt idx="1">
                  <c:v>Unidades de Negocio - Eduardo Javier Cepeda Casasus</c:v>
                </c:pt>
                <c:pt idx="2">
                  <c:v>Canales - Rodrigo Aguilar Martínez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Hoja1!$C$2:$C$9</c:f>
              <c:numCache>
                <c:formatCode>0.0%</c:formatCode>
                <c:ptCount val="8"/>
                <c:pt idx="0">
                  <c:v>0.24</c:v>
                </c:pt>
                <c:pt idx="1">
                  <c:v>0.27900000000000003</c:v>
                </c:pt>
                <c:pt idx="2">
                  <c:v>0.22</c:v>
                </c:pt>
                <c:pt idx="3">
                  <c:v>0.17</c:v>
                </c:pt>
                <c:pt idx="4">
                  <c:v>0.33300000000000002</c:v>
                </c:pt>
                <c:pt idx="5">
                  <c:v>0.23499999999999999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607-46E4-9335-34659E02BC0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607-46E4-9335-34659E02BC0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9607-46E4-9335-34659E02BC09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9607-46E4-9335-34659E02BC0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9607-46E4-9335-34659E02BC0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9607-46E4-9335-34659E02BC0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9607-46E4-9335-34659E02BC0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9607-46E4-9335-34659E02BC09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9607-46E4-9335-34659E02BC09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9607-46E4-9335-34659E02BC0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Hoja1!$A$2:$A$9</c:f>
              <c:strCache>
                <c:ptCount val="8"/>
                <c:pt idx="0">
                  <c:v>Grupo Elektra - México - Sector Mercado Corporativo - BIG</c:v>
                </c:pt>
                <c:pt idx="1">
                  <c:v>Unidades de Negocio - Eduardo Javier Cepeda Casasus</c:v>
                </c:pt>
                <c:pt idx="2">
                  <c:v>Canales - Rodrigo Aguilar Martínez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Hoja1!$D$2:$D$9</c:f>
              <c:numCache>
                <c:formatCode>0.0%</c:formatCode>
                <c:ptCount val="8"/>
                <c:pt idx="0">
                  <c:v>0.71699999999999997</c:v>
                </c:pt>
                <c:pt idx="1">
                  <c:v>0.67400000000000004</c:v>
                </c:pt>
                <c:pt idx="2">
                  <c:v>0.746</c:v>
                </c:pt>
                <c:pt idx="3">
                  <c:v>0.745</c:v>
                </c:pt>
                <c:pt idx="4">
                  <c:v>0.63</c:v>
                </c:pt>
                <c:pt idx="5">
                  <c:v>0.76500000000000001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9607-46E4-9335-34659E02BC0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83-4650-8DD5-039AF0A784C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83-4650-8DD5-039AF0A784C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83-4650-8DD5-039AF0A784CB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83-4650-8DD5-039AF0A78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C8-4DBC-8E50-75BF8C6EEAB8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Canales</c:v>
                </c:pt>
                <c:pt idx="1">
                  <c:v>Canales Físicos - Rodrigo Aguilar Martínez</c:v>
                </c:pt>
                <c:pt idx="2">
                  <c:v>Canales Digitales - Victoria Márquez Ibarra</c:v>
                </c:pt>
                <c:pt idx="3">
                  <c:v>Sin Etiqueta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3.5000000000000003E-2</c:v>
                </c:pt>
                <c:pt idx="1">
                  <c:v>3.4000000000000002E-2</c:v>
                </c:pt>
                <c:pt idx="2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C8-4DBC-8E50-75BF8C6EEAB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EFC8-4DBC-8E50-75BF8C6EEAB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FC8-4DBC-8E50-75BF8C6EEAB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C8-4DBC-8E50-75BF8C6EEAB8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Canales</c:v>
                </c:pt>
                <c:pt idx="1">
                  <c:v>Canales Físicos - Rodrigo Aguilar Martínez</c:v>
                </c:pt>
                <c:pt idx="2">
                  <c:v>Canales Digitales - Victoria Márquez Ibarra</c:v>
                </c:pt>
                <c:pt idx="3">
                  <c:v>Sin Etiqueta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0.22</c:v>
                </c:pt>
                <c:pt idx="1">
                  <c:v>0.20799999999999999</c:v>
                </c:pt>
                <c:pt idx="2">
                  <c:v>0.318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FC8-4DBC-8E50-75BF8C6EEAB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C-EFC8-4DBC-8E50-75BF8C6EEAB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EFC8-4DBC-8E50-75BF8C6EEA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FC8-4DBC-8E50-75BF8C6EEAB8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EFC8-4DBC-8E50-75BF8C6EEAB8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1-EFC8-4DBC-8E50-75BF8C6EEAB8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EFC8-4DBC-8E50-75BF8C6EEAB8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EFC8-4DBC-8E50-75BF8C6EEAB8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EFC8-4DBC-8E50-75BF8C6EEAB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EFC8-4DBC-8E50-75BF8C6EEAB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EFC8-4DBC-8E50-75BF8C6EEA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Canales</c:v>
                </c:pt>
                <c:pt idx="1">
                  <c:v>Canales Físicos - Rodrigo Aguilar Martínez</c:v>
                </c:pt>
                <c:pt idx="2">
                  <c:v>Canales Digitales - Victoria Márquez Ibarra</c:v>
                </c:pt>
                <c:pt idx="3">
                  <c:v>Sin Etiqueta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0.746</c:v>
                </c:pt>
                <c:pt idx="1">
                  <c:v>0.75800000000000001</c:v>
                </c:pt>
                <c:pt idx="2">
                  <c:v>0.63600000000000001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EFC8-4DBC-8E50-75BF8C6EEAB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6A-4075-B428-166AF2B4F6A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6A-4075-B428-166AF2B4F6A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A6A-4075-B428-166AF2B4F6AC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6A-4075-B428-166AF2B4F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0A-4973-8E71-E4F5FC5B623B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 - México - Sector Mercado Corporativo - BIG - 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5-AF0A-4973-8E71-E4F5FC5B623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0A-4973-8E71-E4F5FC5B623B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0A-4973-8E71-E4F5FC5B623B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F0A-4973-8E71-E4F5FC5B623B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 - México - Sector Mercado Corporativo - BIG - 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Hoja1!$C$2:$C$4</c:f>
              <c:numCache>
                <c:formatCode>0.0%</c:formatCode>
                <c:ptCount val="3"/>
                <c:pt idx="0">
                  <c:v>0.23499999999999999</c:v>
                </c:pt>
                <c:pt idx="1">
                  <c:v>9.0999999999999998E-2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F0A-4973-8E71-E4F5FC5B623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F0A-4973-8E71-E4F5FC5B623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F0A-4973-8E71-E4F5FC5B623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F0A-4973-8E71-E4F5FC5B623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AF0A-4973-8E71-E4F5FC5B623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AF0A-4973-8E71-E4F5FC5B623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AF0A-4973-8E71-E4F5FC5B623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AF0A-4973-8E71-E4F5FC5B623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AF0A-4973-8E71-E4F5FC5B623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AF0A-4973-8E71-E4F5FC5B623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E-AF0A-4973-8E71-E4F5FC5B62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Hoja1!$A$2:$A$4</c:f>
              <c:strCache>
                <c:ptCount val="3"/>
                <c:pt idx="0">
                  <c:v>Grupo Elektra - México - Sector Mercado Corporativo - BIG - 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Hoja1!$D$2:$D$4</c:f>
              <c:numCache>
                <c:formatCode>0.0%</c:formatCode>
                <c:ptCount val="3"/>
                <c:pt idx="0">
                  <c:v>0.76500000000000001</c:v>
                </c:pt>
                <c:pt idx="1">
                  <c:v>0.90900000000000003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AF0A-4973-8E71-E4F5FC5B62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A3-4A40-BBE9-2C7509D0E157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A3-4A40-BBE9-2C7509D0E157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A3-4A40-BBE9-2C7509D0E157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A3-4A40-BBE9-2C7509D0E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E2-439B-8567-5E2D90336F28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Unidades De Negocios</c:v>
                </c:pt>
                <c:pt idx="1">
                  <c:v>Bursatil, Divisas Y Gestion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4.7E-2</c:v>
                </c:pt>
                <c:pt idx="1">
                  <c:v>6.7000000000000004E-2</c:v>
                </c:pt>
                <c:pt idx="2">
                  <c:v>2.7E-2</c:v>
                </c:pt>
                <c:pt idx="3">
                  <c:v>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0E2-439B-8567-5E2D90336F2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0E2-439B-8567-5E2D90336F2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E2-439B-8567-5E2D90336F2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0E2-439B-8567-5E2D90336F28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Unidades De Negocios</c:v>
                </c:pt>
                <c:pt idx="1">
                  <c:v>Bursatil, Divisas Y Gestion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0.27900000000000003</c:v>
                </c:pt>
                <c:pt idx="1">
                  <c:v>0.34799999999999998</c:v>
                </c:pt>
                <c:pt idx="2">
                  <c:v>0.14899999999999999</c:v>
                </c:pt>
                <c:pt idx="3">
                  <c:v>0.40699999999999997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0E2-439B-8567-5E2D90336F2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20E2-439B-8567-5E2D90336F2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20E2-439B-8567-5E2D90336F2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0E2-439B-8567-5E2D90336F28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20E2-439B-8567-5E2D90336F28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20E2-439B-8567-5E2D90336F28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20E2-439B-8567-5E2D90336F28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20E2-439B-8567-5E2D90336F28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20E2-439B-8567-5E2D90336F2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20E2-439B-8567-5E2D90336F28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20E2-439B-8567-5E2D90336F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BIG - Unidades De Negocios</c:v>
                </c:pt>
                <c:pt idx="1">
                  <c:v>Bursatil, Divisas Y Gestion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0.67400000000000004</c:v>
                </c:pt>
                <c:pt idx="1">
                  <c:v>0.58399999999999996</c:v>
                </c:pt>
                <c:pt idx="2">
                  <c:v>0.82399999999999995</c:v>
                </c:pt>
                <c:pt idx="3">
                  <c:v>0.55600000000000005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20E2-439B-8567-5E2D90336F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FE-40FB-A882-CCF6A539F3C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FE-40FB-A882-CCF6A539F3C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FE-40FB-A882-CCF6A539F3C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FE-40FB-A882-CCF6A539F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75-45B6-9F6A-126046615C8D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Empresas De Datos</c:v>
                </c:pt>
                <c:pt idx="1">
                  <c:v>Algorithia - Gustavo Lacroix Martínez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0.11600000000000001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75-45B6-9F6A-126046615C8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75-45B6-9F6A-126046615C8D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75-45B6-9F6A-126046615C8D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775-45B6-9F6A-126046615C8D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Empresas De Datos</c:v>
                </c:pt>
                <c:pt idx="1">
                  <c:v>Algorithia - Gustavo Lacroix Martínez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0.39300000000000002</c:v>
                </c:pt>
                <c:pt idx="1">
                  <c:v>0.4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775-45B6-9F6A-126046615C8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7775-45B6-9F6A-126046615C8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7775-45B6-9F6A-126046615C8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775-45B6-9F6A-126046615C8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7775-45B6-9F6A-126046615C8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7775-45B6-9F6A-126046615C8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7775-45B6-9F6A-126046615C8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7775-45B6-9F6A-126046615C8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7775-45B6-9F6A-126046615C8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7775-45B6-9F6A-126046615C8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7775-45B6-9F6A-126046615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México - Sector Mercado Corporativo - Empresas De Datos</c:v>
                </c:pt>
                <c:pt idx="1">
                  <c:v>Algorithia - Gustavo Lacroix Martínez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0.49099999999999999</c:v>
                </c:pt>
                <c:pt idx="1">
                  <c:v>0.48</c:v>
                </c:pt>
                <c:pt idx="2">
                  <c:v>0.6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7775-45B6-9F6A-126046615C8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4-4295-BE52-5EBFEA46E6F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4-4295-BE52-5EBFEA46E6F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4-4295-BE52-5EBFEA46E6FD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E4-4295-BE52-5EBFEA46E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BE2-4735-8B30-550F27FA2AE0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Comité Supervisión Países</c:v>
                </c:pt>
                <c:pt idx="1">
                  <c:v>Grupo Salinas Guatemala, Honduras, Panamá - Eduardo Tamson Jiménez</c:v>
                </c:pt>
                <c:pt idx="2">
                  <c:v>Soporte Central Países - Eduardo Tamson Jiménez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8.3000000000000004E-2</c:v>
                </c:pt>
                <c:pt idx="1">
                  <c:v>8.4000000000000005E-2</c:v>
                </c:pt>
                <c:pt idx="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E2-4735-8B30-550F27FA2AE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E2-4735-8B30-550F27FA2AE0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E2-4735-8B30-550F27FA2AE0}"/>
                </c:ext>
              </c:extLst>
            </c:dLbl>
            <c:dLbl>
              <c:idx val="2"/>
              <c:layout>
                <c:manualLayout>
                  <c:x val="3.3367137787567232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BE2-4735-8B30-550F27FA2AE0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Comité Supervisión Países</c:v>
                </c:pt>
                <c:pt idx="1">
                  <c:v>Grupo Salinas Guatemala, Honduras, Panamá - Eduardo Tamson Jiménez</c:v>
                </c:pt>
                <c:pt idx="2">
                  <c:v>Soporte Central Países - Eduardo Tamson Jiménez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0.16600000000000001</c:v>
                </c:pt>
                <c:pt idx="1">
                  <c:v>0.16500000000000001</c:v>
                </c:pt>
                <c:pt idx="2">
                  <c:v>0.2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BE2-4735-8B30-550F27FA2AE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1BE2-4735-8B30-550F27FA2AE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1BE2-4735-8B30-550F27FA2AE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BE2-4735-8B30-550F27FA2AE0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1BE2-4735-8B30-550F27FA2AE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1BE2-4735-8B30-550F27FA2AE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1BE2-4735-8B30-550F27FA2AE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1BE2-4735-8B30-550F27FA2AE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1BE2-4735-8B30-550F27FA2AE0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1BE2-4735-8B30-550F27FA2AE0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1BE2-4735-8B30-550F27FA2A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Hoja1!$A$2:$A$5</c:f>
              <c:strCache>
                <c:ptCount val="4"/>
                <c:pt idx="0">
                  <c:v>Grupo Elektra - Comité Supervisión Países</c:v>
                </c:pt>
                <c:pt idx="1">
                  <c:v>Grupo Salinas Guatemala, Honduras, Panamá - Eduardo Tamson Jiménez</c:v>
                </c:pt>
                <c:pt idx="2">
                  <c:v>Soporte Central Países - Eduardo Tamson Jiménez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0.751</c:v>
                </c:pt>
                <c:pt idx="1">
                  <c:v>0.751</c:v>
                </c:pt>
                <c:pt idx="2">
                  <c:v>0.76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1BE2-4735-8B30-550F27FA2AE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EA-4DDE-AD66-FC169E5B63C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EA-4DDE-AD66-FC169E5B63C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EA-4DDE-AD66-FC169E5B63CD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EA-4DDE-AD66-FC169E5B6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DCA-498B-BE22-FD884FCAACCD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Hoja1!$B$2:$B$7</c:f>
              <c:numCache>
                <c:formatCode>0.0%</c:formatCode>
                <c:ptCount val="6"/>
                <c:pt idx="0">
                  <c:v>4.8000000000000001E-2</c:v>
                </c:pt>
                <c:pt idx="1">
                  <c:v>5.8000000000000003E-2</c:v>
                </c:pt>
                <c:pt idx="2">
                  <c:v>3.5999999999999997E-2</c:v>
                </c:pt>
                <c:pt idx="3">
                  <c:v>2.1999999999999999E-2</c:v>
                </c:pt>
                <c:pt idx="4">
                  <c:v>4.5999999999999999E-2</c:v>
                </c:pt>
                <c:pt idx="5">
                  <c:v>1.9E-2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CA-498B-BE22-FD884FCAACC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CA-498B-BE22-FD884FCAACCD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CA-498B-BE22-FD884FCAACCD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DCA-498B-BE22-FD884FCAACCD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DCA-498B-BE22-FD884FCAACCD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CA-498B-BE22-FD884FCAACCD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Hoja1!$C$2:$C$7</c:f>
              <c:numCache>
                <c:formatCode>0.0%</c:formatCode>
                <c:ptCount val="6"/>
                <c:pt idx="0">
                  <c:v>0.215</c:v>
                </c:pt>
                <c:pt idx="1">
                  <c:v>0.23400000000000001</c:v>
                </c:pt>
                <c:pt idx="2">
                  <c:v>0.193</c:v>
                </c:pt>
                <c:pt idx="3">
                  <c:v>0.158</c:v>
                </c:pt>
                <c:pt idx="4">
                  <c:v>0.21</c:v>
                </c:pt>
                <c:pt idx="5">
                  <c:v>0.21299999999999999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DCA-498B-BE22-FD884FCAACC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5DCA-498B-BE22-FD884FCAACC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5DCA-498B-BE22-FD884FCAACC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DCA-498B-BE22-FD884FCAACC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5DCA-498B-BE22-FD884FCAACC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5DCA-498B-BE22-FD884FCAACC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5DCA-498B-BE22-FD884FCAACC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5DCA-498B-BE22-FD884FCAACC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5DCA-498B-BE22-FD884FCAACC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5DCA-498B-BE22-FD884FCAACC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5DCA-498B-BE22-FD884FCAAC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Hoja1!$D$2:$D$7</c:f>
              <c:numCache>
                <c:formatCode>0.0%</c:formatCode>
                <c:ptCount val="6"/>
                <c:pt idx="0">
                  <c:v>0.73599999999999999</c:v>
                </c:pt>
                <c:pt idx="1">
                  <c:v>0.70699999999999996</c:v>
                </c:pt>
                <c:pt idx="2">
                  <c:v>0.77200000000000002</c:v>
                </c:pt>
                <c:pt idx="3">
                  <c:v>0.82</c:v>
                </c:pt>
                <c:pt idx="4">
                  <c:v>0.74399999999999999</c:v>
                </c:pt>
                <c:pt idx="5">
                  <c:v>0.76800000000000002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5DCA-498B-BE22-FD884FCAACC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FF-4BB0-A3BB-18BED12B392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FF-4BB0-A3BB-18BED12B392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FF-4BB0-A3BB-18BED12B392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FF-4BB0-A3BB-18BED12B3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BCB3-42E8-89D7-4B03D0BFBD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BCB3-42E8-89D7-4B03D0BFBD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BCB3-42E8-89D7-4B03D0BFBD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BCB3-42E8-89D7-4B03D0BFBDAF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BCB3-42E8-89D7-4B03D0BFBDAF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BCB3-42E8-89D7-4B03D0BFBDAF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BCB3-42E8-89D7-4B03D0BFBDAF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BCB3-42E8-89D7-4B03D0BFBDAF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BCB3-42E8-89D7-4B03D0BFBD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BCB3-42E8-89D7-4B03D0BFBD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27-4A1B-BD14-E0597144BE9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27-4A1B-BD14-E0597144BE9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27-4A1B-BD14-E0597144BE9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27-4A1B-BD14-E0597144BE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049857506205374"/>
          <c:y val="0"/>
          <c:w val="0.5795014249379462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D9-4D02-AEBF-58505350A9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9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Hoja1!$B$2:$B$17</c:f>
              <c:numCache>
                <c:formatCode>0.0%</c:formatCode>
                <c:ptCount val="16"/>
                <c:pt idx="0">
                  <c:v>8.5999999999999993E-2</c:v>
                </c:pt>
                <c:pt idx="1">
                  <c:v>6.2E-2</c:v>
                </c:pt>
                <c:pt idx="2">
                  <c:v>0.105</c:v>
                </c:pt>
                <c:pt idx="3">
                  <c:v>7.8E-2</c:v>
                </c:pt>
                <c:pt idx="4">
                  <c:v>9.7000000000000003E-2</c:v>
                </c:pt>
                <c:pt idx="5">
                  <c:v>0.151</c:v>
                </c:pt>
                <c:pt idx="6">
                  <c:v>5.7000000000000002E-2</c:v>
                </c:pt>
                <c:pt idx="7">
                  <c:v>0.153</c:v>
                </c:pt>
                <c:pt idx="8">
                  <c:v>0.19400000000000001</c:v>
                </c:pt>
                <c:pt idx="9">
                  <c:v>1.9E-2</c:v>
                </c:pt>
                <c:pt idx="10">
                  <c:v>3.7999999999999999E-2</c:v>
                </c:pt>
                <c:pt idx="11">
                  <c:v>2.1999999999999999E-2</c:v>
                </c:pt>
                <c:pt idx="12">
                  <c:v>0.15</c:v>
                </c:pt>
                <c:pt idx="13">
                  <c:v>0.115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FD9-4D02-AEBF-58505350A96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90" b="1">
                    <a:solidFill>
                      <a:schemeClr val="tx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Hoja1!$C$2:$C$17</c:f>
              <c:numCache>
                <c:formatCode>0.0%</c:formatCode>
                <c:ptCount val="16"/>
                <c:pt idx="0">
                  <c:v>0.23400000000000001</c:v>
                </c:pt>
                <c:pt idx="1">
                  <c:v>0.19600000000000001</c:v>
                </c:pt>
                <c:pt idx="2">
                  <c:v>0.26100000000000001</c:v>
                </c:pt>
                <c:pt idx="3">
                  <c:v>0.27900000000000003</c:v>
                </c:pt>
                <c:pt idx="4">
                  <c:v>0.27</c:v>
                </c:pt>
                <c:pt idx="5">
                  <c:v>0.29099999999999998</c:v>
                </c:pt>
                <c:pt idx="6">
                  <c:v>0.28899999999999998</c:v>
                </c:pt>
                <c:pt idx="7">
                  <c:v>0.27300000000000002</c:v>
                </c:pt>
                <c:pt idx="8">
                  <c:v>0.17899999999999999</c:v>
                </c:pt>
                <c:pt idx="9">
                  <c:v>9.4E-2</c:v>
                </c:pt>
                <c:pt idx="10">
                  <c:v>0.20799999999999999</c:v>
                </c:pt>
                <c:pt idx="11">
                  <c:v>0.109</c:v>
                </c:pt>
                <c:pt idx="12">
                  <c:v>0.375</c:v>
                </c:pt>
                <c:pt idx="13">
                  <c:v>0.192</c:v>
                </c:pt>
                <c:pt idx="14">
                  <c:v>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FD9-4D02-AEBF-58505350A96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AFD9-4D02-AEBF-58505350A96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AFD9-4D02-AEBF-58505350A96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AFD9-4D02-AEBF-58505350A96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AFD9-4D02-AEBF-58505350A96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AFD9-4D02-AEBF-58505350A960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AFD9-4D02-AEBF-58505350A9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9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Hoja1!$D$2:$D$17</c:f>
              <c:numCache>
                <c:formatCode>0.0%</c:formatCode>
                <c:ptCount val="16"/>
                <c:pt idx="0">
                  <c:v>0.68</c:v>
                </c:pt>
                <c:pt idx="1">
                  <c:v>0.74199999999999999</c:v>
                </c:pt>
                <c:pt idx="2">
                  <c:v>0.63400000000000001</c:v>
                </c:pt>
                <c:pt idx="3">
                  <c:v>0.64200000000000002</c:v>
                </c:pt>
                <c:pt idx="4">
                  <c:v>0.63300000000000001</c:v>
                </c:pt>
                <c:pt idx="5">
                  <c:v>0.55800000000000005</c:v>
                </c:pt>
                <c:pt idx="6">
                  <c:v>0.65500000000000003</c:v>
                </c:pt>
                <c:pt idx="7">
                  <c:v>0.57399999999999995</c:v>
                </c:pt>
                <c:pt idx="8">
                  <c:v>0.627</c:v>
                </c:pt>
                <c:pt idx="9">
                  <c:v>0.88700000000000001</c:v>
                </c:pt>
                <c:pt idx="10">
                  <c:v>0.755</c:v>
                </c:pt>
                <c:pt idx="11">
                  <c:v>0.87</c:v>
                </c:pt>
                <c:pt idx="12">
                  <c:v>0.47499999999999998</c:v>
                </c:pt>
                <c:pt idx="13">
                  <c:v>0.69199999999999995</c:v>
                </c:pt>
                <c:pt idx="14">
                  <c:v>0.88200000000000001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AFD9-4D02-AEBF-58505350A96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8-4C1F-BCF1-751E33C4063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8-4C1F-BCF1-751E33C4063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8-4C1F-BCF1-751E33C40634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C8-4C1F-BCF1-751E33C40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66C-46E3-BA12-B04801402CB3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6C-46E3-BA12-B04801402CB3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6C-46E3-BA12-B04801402CB3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66C-46E3-BA12-B04801402CB3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6C-46E3-BA12-B04801402CB3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6C-46E3-BA12-B04801402CB3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6C-46E3-BA12-B04801402CB3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6C-46E3-BA12-B04801402CB3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6C-46E3-BA12-B04801402CB3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66C-46E3-BA12-B04801402CB3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66C-46E3-BA12-B04801402CB3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6C-46E3-BA12-B04801402CB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Hoja1!$B$2:$B$12</c:f>
              <c:numCache>
                <c:formatCode>0.0%</c:formatCode>
                <c:ptCount val="11"/>
                <c:pt idx="0">
                  <c:v>5.8999999999999997E-2</c:v>
                </c:pt>
                <c:pt idx="1">
                  <c:v>0.1</c:v>
                </c:pt>
                <c:pt idx="3">
                  <c:v>4.2999999999999997E-2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6C-46E3-BA12-B04801402CB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66C-46E3-BA12-B04801402CB3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66C-46E3-BA12-B04801402CB3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66C-46E3-BA12-B04801402CB3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66C-46E3-BA12-B04801402CB3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66C-46E3-BA12-B04801402CB3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66C-46E3-BA12-B04801402CB3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66C-46E3-BA12-B04801402CB3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66C-46E3-BA12-B04801402CB3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66C-46E3-BA12-B04801402CB3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66C-46E3-BA12-B04801402CB3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6C-46E3-BA12-B04801402CB3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66C-46E3-BA12-B04801402CB3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66C-46E3-BA12-B04801402CB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Hoja1!$C$2:$C$12</c:f>
              <c:numCache>
                <c:formatCode>0.0%</c:formatCode>
                <c:ptCount val="11"/>
                <c:pt idx="0">
                  <c:v>0.21099999999999999</c:v>
                </c:pt>
                <c:pt idx="1">
                  <c:v>0.22900000000000001</c:v>
                </c:pt>
                <c:pt idx="2">
                  <c:v>0.17499999999999999</c:v>
                </c:pt>
                <c:pt idx="3">
                  <c:v>0.435</c:v>
                </c:pt>
                <c:pt idx="4">
                  <c:v>8.3000000000000004E-2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66C-46E3-BA12-B04801402CB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666C-46E3-BA12-B04801402CB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666C-46E3-BA12-B04801402CB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666C-46E3-BA12-B04801402CB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666C-46E3-BA12-B04801402CB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666C-46E3-BA12-B04801402CB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666C-46E3-BA12-B04801402CB3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66C-46E3-BA12-B04801402CB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66C-46E3-BA12-B04801402CB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66C-46E3-BA12-B04801402CB3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Hoja1!$A$2:$A$12</c:f>
              <c:strCache>
                <c:ptCount val="11"/>
                <c:pt idx="0">
                  <c:v>Negocios Familia
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Patrón</c:v>
                </c:pt>
                <c:pt idx="4">
                  <c:v>Unidad De Género
Martina Jaqueline L Hoist Tapia</c:v>
                </c:pt>
                <c:pt idx="5">
                  <c:v>Administración Dirección Nss
Aldo Ricardo Zuñiga Olivares</c:v>
                </c:pt>
                <c:pt idx="6">
                  <c:v>Consejos Consultivos
Gloria Escobar Garibay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Hoja1!$D$2:$D$12</c:f>
              <c:numCache>
                <c:formatCode>0.0%</c:formatCode>
                <c:ptCount val="11"/>
                <c:pt idx="0">
                  <c:v>0.73</c:v>
                </c:pt>
                <c:pt idx="1">
                  <c:v>0.67100000000000004</c:v>
                </c:pt>
                <c:pt idx="2">
                  <c:v>0.82499999999999996</c:v>
                </c:pt>
                <c:pt idx="3">
                  <c:v>0.52200000000000002</c:v>
                </c:pt>
                <c:pt idx="4">
                  <c:v>0.91700000000000004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66C-46E3-BA12-B04801402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5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4E-4401-AA75-5C3F4D3F6D1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4E-4401-AA75-5C3F4D3F6D1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4E-4401-AA75-5C3F4D3F6D1B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4E-4401-AA75-5C3F4D3F6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D7-42A1-BEEF-D764A684AADB}"/>
                </c:ext>
              </c:extLst>
            </c:dLbl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 - RBS</c:v>
                </c:pt>
                <c:pt idx="1">
                  <c:v>Upax - Cecilia Laura Fallabrino</c:v>
                </c:pt>
                <c:pt idx="2">
                  <c:v>Total Protect - Moshe Arel</c:v>
                </c:pt>
                <c:pt idx="3">
                  <c:v>Inversiones - Adrián Georges Steckel Pflaum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9.8000000000000004E-2</c:v>
                </c:pt>
                <c:pt idx="1">
                  <c:v>0.10100000000000001</c:v>
                </c:pt>
                <c:pt idx="2">
                  <c:v>6.2E-2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D7-42A1-BEEF-D764A684AAD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D7-42A1-BEEF-D764A684AADB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6D7-42A1-BEEF-D764A684AADB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D7-42A1-BEEF-D764A684AADB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6D7-42A1-BEEF-D764A684AADB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6D7-42A1-BEEF-D764A684AADB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 - RBS</c:v>
                </c:pt>
                <c:pt idx="1">
                  <c:v>Upax - Cecilia Laura Fallabrino</c:v>
                </c:pt>
                <c:pt idx="2">
                  <c:v>Total Protect - Moshe Arel</c:v>
                </c:pt>
                <c:pt idx="3">
                  <c:v>Inversiones - Adrián Georges Steckel Pflaum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0.29899999999999999</c:v>
                </c:pt>
                <c:pt idx="1">
                  <c:v>0.311</c:v>
                </c:pt>
                <c:pt idx="2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6D7-42A1-BEEF-D764A684AAD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86D7-42A1-BEEF-D764A684AAD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86D7-42A1-BEEF-D764A684AAD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6D7-42A1-BEEF-D764A684AAD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86D7-42A1-BEEF-D764A684AAD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86D7-42A1-BEEF-D764A684AAD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86D7-42A1-BEEF-D764A684AAD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86D7-42A1-BEEF-D764A684AAD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86D7-42A1-BEEF-D764A684AAD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86D7-42A1-BEEF-D764A684AAD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20-86D7-42A1-BEEF-D764A684AA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 - RBS</c:v>
                </c:pt>
                <c:pt idx="1">
                  <c:v>Upax - Cecilia Laura Fallabrino</c:v>
                </c:pt>
                <c:pt idx="2">
                  <c:v>Total Protect - Moshe Arel</c:v>
                </c:pt>
                <c:pt idx="3">
                  <c:v>Inversiones - Adrián Georges Steckel Pflaum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0.60199999999999998</c:v>
                </c:pt>
                <c:pt idx="1">
                  <c:v>0.58799999999999997</c:v>
                </c:pt>
                <c:pt idx="2">
                  <c:v>0.81200000000000006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86D7-42A1-BEEF-D764A684AA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7B-44A7-AE66-EB32ED0AA71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7B-44A7-AE66-EB32ED0AA71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7B-44A7-AE66-EB32ED0AA711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7B-44A7-AE66-EB32ED0AA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</c:dLbls>
          <c:cat>
            <c:strRef>
              <c:f>Hoja1!$A$2:$A$6</c:f>
              <c:strCache>
                <c:ptCount val="5"/>
                <c:pt idx="0">
                  <c:v>Soporte Estratégico - 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Fernández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3.3000000000000002E-2</c:v>
                </c:pt>
                <c:pt idx="1">
                  <c:v>3.5999999999999997E-2</c:v>
                </c:pt>
                <c:pt idx="2">
                  <c:v>1.4E-2</c:v>
                </c:pt>
                <c:pt idx="3">
                  <c:v>1.4E-2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B6-4556-9DFF-BD3F37238A8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B6-4556-9DFF-BD3F37238A81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B6-4556-9DFF-BD3F37238A81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B6-4556-9DFF-BD3F37238A81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B6-4556-9DFF-BD3F37238A81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BB6-4556-9DFF-BD3F37238A8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BB6-4556-9DFF-BD3F37238A8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BB6-4556-9DFF-BD3F37238A8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BB6-4556-9DFF-BD3F37238A8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BB6-4556-9DFF-BD3F37238A81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Soporte Estratégico - 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Fernández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0.17199999999999999</c:v>
                </c:pt>
                <c:pt idx="1">
                  <c:v>0.17799999999999999</c:v>
                </c:pt>
                <c:pt idx="2">
                  <c:v>0.14099999999999999</c:v>
                </c:pt>
                <c:pt idx="3">
                  <c:v>0.14099999999999999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BB6-4556-9DFF-BD3F37238A8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3BB6-4556-9DFF-BD3F37238A8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3BB6-4556-9DFF-BD3F37238A8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BB6-4556-9DFF-BD3F37238A81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3BB6-4556-9DFF-BD3F37238A81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3BB6-4556-9DFF-BD3F37238A81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3BB6-4556-9DFF-BD3F37238A81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3BB6-4556-9DFF-BD3F37238A81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D-3BB6-4556-9DFF-BD3F37238A81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3BB6-4556-9DFF-BD3F37238A81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20-3BB6-4556-9DFF-BD3F37238A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Soporte Estratégico - 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Fernández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0.79600000000000004</c:v>
                </c:pt>
                <c:pt idx="1">
                  <c:v>0.78600000000000003</c:v>
                </c:pt>
                <c:pt idx="2">
                  <c:v>0.84499999999999997</c:v>
                </c:pt>
                <c:pt idx="3">
                  <c:v>0.84499999999999997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3BB6-4556-9DFF-BD3F37238A8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D9-4015-9288-E1EE2208B27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D9-4015-9288-E1EE2208B27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D9-4015-9288-E1EE2208B274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D9-4015-9288-E1EE2208B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FCB8-4DE8-9A75-5459B776628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B8-4DE8-9A75-5459B7766285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B8-4DE8-9A75-5459B7766285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B8-4DE8-9A75-5459B7766285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CB8-4DE8-9A75-5459B7766285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B8-4DE8-9A75-5459B776628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B8-4DE8-9A75-5459B776628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B8-4DE8-9A75-5459B776628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B8-4DE8-9A75-5459B776628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B8-4DE8-9A75-5459B7766285}"/>
                </c:ext>
              </c:extLst>
            </c:dLbl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Hoja1!$C$2:$C$4</c:f>
              <c:numCache>
                <c:formatCode>0.0%</c:formatCode>
                <c:ptCount val="3"/>
                <c:pt idx="0">
                  <c:v>0.26700000000000002</c:v>
                </c:pt>
                <c:pt idx="1">
                  <c:v>0.23100000000000001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B8-4DE8-9A75-5459B7766285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FCB8-4DE8-9A75-5459B77662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CB8-4DE8-9A75-5459B776628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FCB8-4DE8-9A75-5459B7766285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0-FCB8-4DE8-9A75-5459B7766285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FCB8-4DE8-9A75-5459B7766285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FCB8-4DE8-9A75-5459B7766285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FCB8-4DE8-9A75-5459B7766285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FCB8-4DE8-9A75-5459B7766285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FCB8-4DE8-9A75-5459B7766285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FCB8-4DE8-9A75-5459B776628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Hoja1!$D$2:$D$4</c:f>
              <c:numCache>
                <c:formatCode>0.0%</c:formatCode>
                <c:ptCount val="3"/>
                <c:pt idx="0">
                  <c:v>0.73299999999999998</c:v>
                </c:pt>
                <c:pt idx="1">
                  <c:v>0.76900000000000002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FCB8-4DE8-9A75-5459B776628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45-4FAF-8C91-3DBD468CC94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45-4FAF-8C91-3DBD468CC943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45-4FAF-8C91-3DBD468CC943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0.621</c:v>
                </c:pt>
                <c:pt idx="1">
                  <c:v>0.247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45-4FAF-8C91-3DBD468CC9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828210706953085"/>
          <c:y val="0"/>
          <c:w val="0.57171789293046915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C44A-46B6-8848-7D1448282A8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4A-46B6-8848-7D1448282A8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4A-46B6-8848-7D1448282A8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4A-46B6-8848-7D1448282A8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4A-46B6-8848-7D1448282A8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4A-46B6-8848-7D1448282A8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44A-46B6-8848-7D1448282A8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44A-46B6-8848-7D1448282A8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44A-46B6-8848-7D1448282A8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44A-46B6-8848-7D1448282A8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44A-46B6-8848-7D1448282A8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44A-46B6-8848-7D1448282A8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F-C44A-46B6-8848-7D1448282A8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44A-46B6-8848-7D1448282A8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44A-46B6-8848-7D1448282A8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44A-46B6-8848-7D1448282A8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44A-46B6-8848-7D1448282A8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44A-46B6-8848-7D1448282A8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44A-46B6-8848-7D1448282A8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44A-46B6-8848-7D1448282A8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44A-46B6-8848-7D1448282A8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44A-46B6-8848-7D1448282A8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44A-46B6-8848-7D1448282A8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44A-46B6-8848-7D1448282A8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44A-46B6-8848-7D1448282A8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44A-46B6-8848-7D1448282A8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1E-C44A-46B6-8848-7D1448282A8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C44A-46B6-8848-7D1448282A8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C44A-46B6-8848-7D1448282A8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C44A-46B6-8848-7D1448282A8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C44A-46B6-8848-7D1448282A8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C44A-46B6-8848-7D1448282A8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C44A-46B6-8848-7D1448282A8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44A-46B6-8848-7D1448282A8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44A-46B6-8848-7D1448282A8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44A-46B6-8848-7D1448282A8F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Oficina de la presidencia </c:v>
                </c:pt>
                <c:pt idx="1">
                  <c:v>Administración
Bernardo Pérez Suárez</c:v>
                </c:pt>
                <c:pt idx="2">
                  <c:v>Operación Oficina
Julio Antonio Saldana Torres</c:v>
                </c:pt>
                <c:pt idx="3">
                  <c:v>Servicios De Biblioteca Rbs
José Miguel Gutiérrez Martínez</c:v>
                </c:pt>
                <c:pt idx="4">
                  <c:v>Taxi Aereo
Alan Giovanni Zavala Acosta</c:v>
                </c:pt>
                <c:pt idx="5">
                  <c:v>Proyecto CGH
Bernardo Pérez Suárez</c:v>
                </c:pt>
                <c:pt idx="6">
                  <c:v>Recepción
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Hoja1!$D$2:$D$9</c:f>
              <c:numCache>
                <c:formatCode>0.0%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C44A-46B6-8848-7D1448282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4E656220-5FBF-478C-A13F-8E5A0BA082DE}">
      <dgm:prSet phldrT="[Texto]" custT="1"/>
      <dgm:spPr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dirty="0"/>
        </a:p>
      </dgm:t>
    </dgm:pt>
    <dgm:pt modelId="{E70EC9AC-A02E-4457-B0DB-413D2CE845C6}" type="parTrans" cxnId="{2D4B637E-A6B3-4302-B18D-DED810FE2DB5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0AB6B31D-6631-4D77-A3DC-0A5D5F6DC2EB}" type="sibTrans" cxnId="{2D4B637E-A6B3-4302-B18D-DED810FE2DB5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61272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5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5" custScaleY="46385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5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5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5" custScaleY="46244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5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5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5" custScaleY="46244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5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5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5" custScaleY="46244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5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D0F955B5-562C-45E2-9A84-0296CCB27E3D}" type="pres">
      <dgm:prSet presAssocID="{E70EC9AC-A02E-4457-B0DB-413D2CE845C6}" presName="Name35" presStyleLbl="parChTrans1D2" presStyleIdx="4" presStyleCnt="5"/>
      <dgm:spPr/>
    </dgm:pt>
    <dgm:pt modelId="{6A7C236C-448D-4AB8-BC75-961995F6BFD9}" type="pres">
      <dgm:prSet presAssocID="{4E656220-5FBF-478C-A13F-8E5A0BA082DE}" presName="hierRoot2" presStyleCnt="0">
        <dgm:presLayoutVars>
          <dgm:hierBranch val="init"/>
        </dgm:presLayoutVars>
      </dgm:prSet>
      <dgm:spPr/>
    </dgm:pt>
    <dgm:pt modelId="{D32C02F4-CFB0-4C2C-B9B8-EC154776415E}" type="pres">
      <dgm:prSet presAssocID="{4E656220-5FBF-478C-A13F-8E5A0BA082DE}" presName="rootComposite" presStyleCnt="0"/>
      <dgm:spPr/>
    </dgm:pt>
    <dgm:pt modelId="{F633C52D-8D2D-43B0-A4E1-FE647530426F}" type="pres">
      <dgm:prSet presAssocID="{4E656220-5FBF-478C-A13F-8E5A0BA082DE}" presName="rootText" presStyleLbl="node2" presStyleIdx="4" presStyleCnt="5" custScaleY="46244">
        <dgm:presLayoutVars>
          <dgm:chPref val="3"/>
        </dgm:presLayoutVars>
      </dgm:prSet>
      <dgm:spPr/>
    </dgm:pt>
    <dgm:pt modelId="{376DA408-2CDD-4CB8-8FEE-521C7F68A88D}" type="pres">
      <dgm:prSet presAssocID="{4E656220-5FBF-478C-A13F-8E5A0BA082DE}" presName="rootConnector" presStyleLbl="node2" presStyleIdx="4" presStyleCnt="5"/>
      <dgm:spPr/>
    </dgm:pt>
    <dgm:pt modelId="{7ECDABD5-2B44-4513-83C3-4C0BD73EFC8B}" type="pres">
      <dgm:prSet presAssocID="{4E656220-5FBF-478C-A13F-8E5A0BA082DE}" presName="hierChild4" presStyleCnt="0"/>
      <dgm:spPr/>
    </dgm:pt>
    <dgm:pt modelId="{38EC8FC5-F2F0-40EA-8E75-3C13C3D3AA93}" type="pres">
      <dgm:prSet presAssocID="{4E656220-5FBF-478C-A13F-8E5A0BA082DE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5F57E43D-B60A-4DDA-B78D-9669620CF037}" type="presOf" srcId="{4E656220-5FBF-478C-A13F-8E5A0BA082DE}" destId="{F633C52D-8D2D-43B0-A4E1-FE647530426F}" srcOrd="0" destOrd="0" presId="urn:microsoft.com/office/officeart/2005/8/layout/orgChart1"/>
    <dgm:cxn modelId="{EE27F15C-8190-4819-9C75-E6B2642AA59C}" type="presOf" srcId="{E70EC9AC-A02E-4457-B0DB-413D2CE845C6}" destId="{D0F955B5-562C-45E2-9A84-0296CCB27E3D}" srcOrd="0" destOrd="0" presId="urn:microsoft.com/office/officeart/2005/8/layout/orgChart1"/>
    <dgm:cxn modelId="{BDB15D48-C332-45D7-8762-59B6D8F54EDF}" type="presOf" srcId="{4E656220-5FBF-478C-A13F-8E5A0BA082DE}" destId="{376DA408-2CDD-4CB8-8FEE-521C7F68A88D}" srcOrd="1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2D4B637E-A6B3-4302-B18D-DED810FE2DB5}" srcId="{DD948D88-A8C6-4D72-9479-5EAB36D48AB9}" destId="{4E656220-5FBF-478C-A13F-8E5A0BA082DE}" srcOrd="4" destOrd="0" parTransId="{E70EC9AC-A02E-4457-B0DB-413D2CE845C6}" sibTransId="{0AB6B31D-6631-4D77-A3DC-0A5D5F6DC2EB}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170C9CDB-A294-4163-8121-673169A4F42E}" type="presParOf" srcId="{C21BCCC3-F8DA-4E98-B8CD-2F898E37A9EF}" destId="{D0F955B5-562C-45E2-9A84-0296CCB27E3D}" srcOrd="8" destOrd="0" presId="urn:microsoft.com/office/officeart/2005/8/layout/orgChart1"/>
    <dgm:cxn modelId="{D4D2ED0D-D0CB-48CB-9132-79EC8B382315}" type="presParOf" srcId="{C21BCCC3-F8DA-4E98-B8CD-2F898E37A9EF}" destId="{6A7C236C-448D-4AB8-BC75-961995F6BFD9}" srcOrd="9" destOrd="0" presId="urn:microsoft.com/office/officeart/2005/8/layout/orgChart1"/>
    <dgm:cxn modelId="{F18FC571-0F37-45C4-933F-21A8C4869A36}" type="presParOf" srcId="{6A7C236C-448D-4AB8-BC75-961995F6BFD9}" destId="{D32C02F4-CFB0-4C2C-B9B8-EC154776415E}" srcOrd="0" destOrd="0" presId="urn:microsoft.com/office/officeart/2005/8/layout/orgChart1"/>
    <dgm:cxn modelId="{4A2EB24C-186E-4317-AB53-4E7B6FE409E5}" type="presParOf" srcId="{D32C02F4-CFB0-4C2C-B9B8-EC154776415E}" destId="{F633C52D-8D2D-43B0-A4E1-FE647530426F}" srcOrd="0" destOrd="0" presId="urn:microsoft.com/office/officeart/2005/8/layout/orgChart1"/>
    <dgm:cxn modelId="{8D4C4E29-7C5D-4D7C-B8F1-DB6ED66F8A2A}" type="presParOf" srcId="{D32C02F4-CFB0-4C2C-B9B8-EC154776415E}" destId="{376DA408-2CDD-4CB8-8FEE-521C7F68A88D}" srcOrd="1" destOrd="0" presId="urn:microsoft.com/office/officeart/2005/8/layout/orgChart1"/>
    <dgm:cxn modelId="{7E93E5B5-9A23-4682-94ED-D50E690B88A1}" type="presParOf" srcId="{6A7C236C-448D-4AB8-BC75-961995F6BFD9}" destId="{7ECDABD5-2B44-4513-83C3-4C0BD73EFC8B}" srcOrd="1" destOrd="0" presId="urn:microsoft.com/office/officeart/2005/8/layout/orgChart1"/>
    <dgm:cxn modelId="{D11D2B2D-186D-46DD-890B-4D2D26226F52}" type="presParOf" srcId="{6A7C236C-448D-4AB8-BC75-961995F6BFD9}" destId="{38EC8FC5-F2F0-40EA-8E75-3C13C3D3AA93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58621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4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4" custScaleY="42880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4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4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4" custScaleY="42880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4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4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4" custScaleY="42880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4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4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4" custScaleY="42880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4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955B5-562C-45E2-9A84-0296CCB27E3D}">
      <dsp:nvSpPr>
        <dsp:cNvPr id="0" name=""/>
        <dsp:cNvSpPr/>
      </dsp:nvSpPr>
      <dsp:spPr>
        <a:xfrm>
          <a:off x="6502397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5388051" y="233779"/>
              </a:lnTo>
              <a:lnTo>
                <a:pt x="5388051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40371-F1B6-4788-B3DA-4E6FEE999B85}">
      <dsp:nvSpPr>
        <dsp:cNvPr id="0" name=""/>
        <dsp:cNvSpPr/>
      </dsp:nvSpPr>
      <dsp:spPr>
        <a:xfrm>
          <a:off x="6502397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2694025" y="233779"/>
              </a:lnTo>
              <a:lnTo>
                <a:pt x="2694025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456676" y="713084"/>
          <a:ext cx="91440" cy="4675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3808371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2694025" y="0"/>
              </a:moveTo>
              <a:lnTo>
                <a:pt x="2694025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1114345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5388051" y="0"/>
              </a:moveTo>
              <a:lnTo>
                <a:pt x="5388051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922707" y="30983"/>
          <a:ext cx="3159379" cy="6821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922707" y="30983"/>
        <a:ext cx="3159379" cy="682100"/>
      </dsp:txXfrm>
    </dsp:sp>
    <dsp:sp modelId="{69890B47-3E0B-4069-A0E1-60474B21C9D6}">
      <dsp:nvSpPr>
        <dsp:cNvPr id="0" name=""/>
        <dsp:cNvSpPr/>
      </dsp:nvSpPr>
      <dsp:spPr>
        <a:xfrm>
          <a:off x="1111" y="1180642"/>
          <a:ext cx="2226467" cy="516373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1111" y="1180642"/>
        <a:ext cx="2226467" cy="516373"/>
      </dsp:txXfrm>
    </dsp:sp>
    <dsp:sp modelId="{9D219876-469B-4ED5-B356-AB9250F9C3A7}">
      <dsp:nvSpPr>
        <dsp:cNvPr id="0" name=""/>
        <dsp:cNvSpPr/>
      </dsp:nvSpPr>
      <dsp:spPr>
        <a:xfrm>
          <a:off x="2695137" y="1180642"/>
          <a:ext cx="2226467" cy="514803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2695137" y="1180642"/>
        <a:ext cx="2226467" cy="514803"/>
      </dsp:txXfrm>
    </dsp:sp>
    <dsp:sp modelId="{F3DF066B-E467-4A70-98D0-3055D08D3957}">
      <dsp:nvSpPr>
        <dsp:cNvPr id="0" name=""/>
        <dsp:cNvSpPr/>
      </dsp:nvSpPr>
      <dsp:spPr>
        <a:xfrm>
          <a:off x="5389163" y="1180642"/>
          <a:ext cx="2226467" cy="514803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5389163" y="1180642"/>
        <a:ext cx="2226467" cy="514803"/>
      </dsp:txXfrm>
    </dsp:sp>
    <dsp:sp modelId="{D48EF3A3-AC21-4A0B-9B51-8DBA5D324329}">
      <dsp:nvSpPr>
        <dsp:cNvPr id="0" name=""/>
        <dsp:cNvSpPr/>
      </dsp:nvSpPr>
      <dsp:spPr>
        <a:xfrm>
          <a:off x="8083189" y="1180642"/>
          <a:ext cx="2226467" cy="514803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kern="1200" dirty="0"/>
        </a:p>
      </dsp:txBody>
      <dsp:txXfrm>
        <a:off x="8083189" y="1180642"/>
        <a:ext cx="2226467" cy="514803"/>
      </dsp:txXfrm>
    </dsp:sp>
    <dsp:sp modelId="{F633C52D-8D2D-43B0-A4E1-FE647530426F}">
      <dsp:nvSpPr>
        <dsp:cNvPr id="0" name=""/>
        <dsp:cNvSpPr/>
      </dsp:nvSpPr>
      <dsp:spPr>
        <a:xfrm>
          <a:off x="10777215" y="1180642"/>
          <a:ext cx="2226467" cy="514803"/>
        </a:xfrm>
        <a:prstGeom prst="rect">
          <a:avLst/>
        </a:prstGeom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kern="1200" dirty="0"/>
        </a:p>
      </dsp:txBody>
      <dsp:txXfrm>
        <a:off x="10777215" y="1180642"/>
        <a:ext cx="2226467" cy="514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40371-F1B6-4788-B3DA-4E6FEE999B85}">
      <dsp:nvSpPr>
        <dsp:cNvPr id="0" name=""/>
        <dsp:cNvSpPr/>
      </dsp:nvSpPr>
      <dsp:spPr>
        <a:xfrm>
          <a:off x="6502397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4365186" y="252531"/>
              </a:lnTo>
              <a:lnTo>
                <a:pt x="4365186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502397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1455062" y="252531"/>
              </a:lnTo>
              <a:lnTo>
                <a:pt x="1455062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5047334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1455062" y="0"/>
              </a:moveTo>
              <a:lnTo>
                <a:pt x="1455062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2137210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4365186" y="0"/>
              </a:moveTo>
              <a:lnTo>
                <a:pt x="4365186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795993" y="1178"/>
          <a:ext cx="3412806" cy="7049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795993" y="1178"/>
        <a:ext cx="3412806" cy="704935"/>
      </dsp:txXfrm>
    </dsp:sp>
    <dsp:sp modelId="{69890B47-3E0B-4069-A0E1-60474B21C9D6}">
      <dsp:nvSpPr>
        <dsp:cNvPr id="0" name=""/>
        <dsp:cNvSpPr/>
      </dsp:nvSpPr>
      <dsp:spPr>
        <a:xfrm>
          <a:off x="934679" y="1211176"/>
          <a:ext cx="2405061" cy="515645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934679" y="1211176"/>
        <a:ext cx="2405061" cy="515645"/>
      </dsp:txXfrm>
    </dsp:sp>
    <dsp:sp modelId="{9D219876-469B-4ED5-B356-AB9250F9C3A7}">
      <dsp:nvSpPr>
        <dsp:cNvPr id="0" name=""/>
        <dsp:cNvSpPr/>
      </dsp:nvSpPr>
      <dsp:spPr>
        <a:xfrm>
          <a:off x="3844804" y="1211176"/>
          <a:ext cx="2405061" cy="515645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3844804" y="1211176"/>
        <a:ext cx="2405061" cy="515645"/>
      </dsp:txXfrm>
    </dsp:sp>
    <dsp:sp modelId="{F3DF066B-E467-4A70-98D0-3055D08D3957}">
      <dsp:nvSpPr>
        <dsp:cNvPr id="0" name=""/>
        <dsp:cNvSpPr/>
      </dsp:nvSpPr>
      <dsp:spPr>
        <a:xfrm>
          <a:off x="6754928" y="1211176"/>
          <a:ext cx="2405061" cy="515645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6754928" y="1211176"/>
        <a:ext cx="2405061" cy="515645"/>
      </dsp:txXfrm>
    </dsp:sp>
    <dsp:sp modelId="{D48EF3A3-AC21-4A0B-9B51-8DBA5D324329}">
      <dsp:nvSpPr>
        <dsp:cNvPr id="0" name=""/>
        <dsp:cNvSpPr/>
      </dsp:nvSpPr>
      <dsp:spPr>
        <a:xfrm>
          <a:off x="9665052" y="1211176"/>
          <a:ext cx="2405061" cy="515645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kern="1200" dirty="0"/>
        </a:p>
      </dsp:txBody>
      <dsp:txXfrm>
        <a:off x="9665052" y="1211176"/>
        <a:ext cx="2405061" cy="515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FA1C3F9-63E1-2168-61AD-CC0A49642C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F34C61-0E78-65B4-EBBE-66A778F95D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0A73FD6-185E-46B7-9444-8C76AF3C9B95}" type="datetimeFigureOut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7B1D5081-E730-9E3F-C860-4872C47A4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MX" noProof="0" dirty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41ED6725-8EFA-2ADD-2CD8-D5771BC5F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MX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39B9B8-7338-F38C-A3E8-64479D1EEB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D5A2C8-28EF-05D2-5223-88E4BCF94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9CD79F-9808-4CE9-9ECF-4994E45ED5C7}" type="slidenum">
              <a:rPr lang="es-MX" altLang="es-MX"/>
              <a:pPr>
                <a:defRPr/>
              </a:pPr>
              <a:t>‹Nº›</a:t>
            </a:fld>
            <a:endParaRPr lang="es-MX" alt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13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00549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0875-F53A-40A3-5EAA-4DA8CD1A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AEF36CB4-5273-E5CE-E934-EBC9FA32A8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61B3591E-6615-871B-38AD-851ED858F7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A0C62C-8393-CE3A-6091-777DA4349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56084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180F-B4FA-6361-BDD2-04DC75E1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64B89F1-5EE0-BBF9-EE1D-B08206DF7B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79817D26-191F-31EF-0A91-5FFC10DD93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4FBEE7A-43A7-738A-0E4B-2D0EB30B3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382127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FA49-E004-BC35-52A2-DE587C8C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9768950F-27BF-FFB3-EB13-A2CE131E9C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EE2A5F97-D547-8F30-8304-3A8D35644D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6BFA809-1789-CA70-D5AF-E9934893E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17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246903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74A8-21D8-22DC-EF29-BB9531C6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847259B1-DE99-88B6-4815-26E9404D28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8C45E2E5-29E7-8FFC-DFA2-47BC569F5A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20FF272-0437-9E5D-4EFC-5A2FE63B9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18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8092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2AD1-7B3F-3466-2D78-24736303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250D5299-F840-3E4E-2D50-1584EB5046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30B075A-6080-9CB1-1F1B-8C3BF069DC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CE6E0C-E282-166F-3780-2FFB7D66D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19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108995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BAAA-E270-B86F-2826-85964F6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C95EE1E-716D-0549-A577-A333DF138E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A6F2181-68C6-E2FB-55BD-9F7A4BD4F3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14A51C11-7678-D028-DB40-3CA74FBE0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20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13756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2A79-0C69-60AE-4B9C-C0D9D229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17CC7357-A698-6ACC-153D-A64FDFE93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DE16F247-E120-8950-EC83-FE616DD035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241CD3E2-F5EA-0B7E-AEAC-B80A319F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21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932181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F65A-4946-78A0-F68F-58D39C72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C3E9C73C-B699-23E2-A84E-44B3B94363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27C959C-EFB7-E554-390F-1BFF72C5A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3CB06E7-EAD8-332A-E737-865A3313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22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14516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A44F-3C2E-ED18-AE26-FE1D78B2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390EE2F-608A-A718-780D-1B6B17CF5A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F837F2A-0DCF-63BE-C8DD-B454B6E83F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96EB5EDC-CE70-640B-E67E-A16B4486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23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13059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9FBD-CF68-E523-66EC-520E86DF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94F55A-633F-FE6A-C75B-9A35FDDD25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030F367-8257-4E80-47DE-BEF9CFDFD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6D8019A6-E13B-368B-CB44-8477E486B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9278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BAAD-24B8-F746-E116-80B0B94A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F22B521-3BA3-73C4-C05F-98A19999B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A2AADF74-B1AE-1760-46E8-761CAA7F9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CA419AB-0952-C611-A601-66D81E28A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08783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58A6-982B-A139-6657-0C1F470C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292303-0FA0-BEAE-D870-712A8860D5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F7C2AC50-1C3D-DED4-BDB5-70D80A146B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A7EC802C-8462-599D-66F3-71270B12B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99998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27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Marcador de imagen de diapositiva 1">
            <a:extLst>
              <a:ext uri="{FF2B5EF4-FFF2-40B4-BE49-F238E27FC236}">
                <a16:creationId xmlns:a16="http://schemas.microsoft.com/office/drawing/2014/main" id="{A2CE3713-A875-469B-57B9-AA21DDD62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Marcador de notas 2">
            <a:extLst>
              <a:ext uri="{FF2B5EF4-FFF2-40B4-BE49-F238E27FC236}">
                <a16:creationId xmlns:a16="http://schemas.microsoft.com/office/drawing/2014/main" id="{6779C426-F62B-CEE4-B4CD-5EB6DC9178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1924" name="Marcador de número de diapositiva 3">
            <a:extLst>
              <a:ext uri="{FF2B5EF4-FFF2-40B4-BE49-F238E27FC236}">
                <a16:creationId xmlns:a16="http://schemas.microsoft.com/office/drawing/2014/main" id="{D17DC57D-A658-5870-3CF2-0B059AC37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332526-BA39-4B6A-A349-7305929D3A9D}" type="slidenum">
              <a:rPr lang="es-ES_tradnl" altLang="es-MX" smtClean="0">
                <a:latin typeface="Calibri" panose="020F0502020204030204" pitchFamily="34" charset="0"/>
              </a:rPr>
              <a:pPr/>
              <a:t>29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7FE-2689-C7CC-0547-65A8A2D7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DE1978E-4833-E847-1218-4439C670D0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11F63C61-0085-4C40-9F97-06D3FC0436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DF63A6FA-A466-251B-E113-1A7DC6705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30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60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31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33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34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96486A-2A9A-A30F-E32A-91DADF0DC7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2C9288-BF41-6184-07FF-C266B7A3EE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5236" y="475926"/>
            <a:ext cx="497683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9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0D9EA11-2401-E79B-B149-F7F91C7AF1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2229" y="7692775"/>
            <a:ext cx="2971800" cy="4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2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85516804-DF59-95E7-EF53-E90835424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20379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ic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7" y="7834544"/>
            <a:ext cx="1741891" cy="252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43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52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C9E19A1-F5CA-C453-A93F-CDC0F3868C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F6B327F-537C-8C28-A751-AEB443C8F100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279AB5C-D3BA-5F9D-E89B-F793F16202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754A5B8-155B-447F-D87A-22BF43B7D9D4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015FCE-0F6D-EB95-EB49-F8D76F8FA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846E52C-6A2C-4252-AE6F-4AB64D9977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3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A9026C6-7518-DEEB-A659-A2B3CC07A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16510C6-7B87-4375-F5DB-A01C9E24E3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88907" y="1721009"/>
            <a:ext cx="3345447" cy="1981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7A679B4-B7FC-A4FC-4A4D-529D28E1DD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" y="-1"/>
            <a:ext cx="7479690" cy="8136000"/>
          </a:xfrm>
          <a:prstGeom prst="rect">
            <a:avLst/>
          </a:prstGeom>
        </p:spPr>
      </p:pic>
      <p:pic>
        <p:nvPicPr>
          <p:cNvPr id="12" name="Imagen 4">
            <a:extLst>
              <a:ext uri="{FF2B5EF4-FFF2-40B4-BE49-F238E27FC236}">
                <a16:creationId xmlns:a16="http://schemas.microsoft.com/office/drawing/2014/main" id="{63C4BD49-F4A2-829C-4B71-210CF5824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97626F9-F9D7-6962-02D4-B55119B78FE6}"/>
              </a:ext>
            </a:extLst>
          </p:cNvPr>
          <p:cNvSpPr/>
          <p:nvPr userDrawn="1"/>
        </p:nvSpPr>
        <p:spPr>
          <a:xfrm>
            <a:off x="11084560" y="7366000"/>
            <a:ext cx="2880562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70661B-CD21-ED69-5474-7DEE88066A3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33164"/>
            <a:ext cx="12420184" cy="15725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94435"/>
            <a:ext cx="6091965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971877"/>
            <a:ext cx="6091965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94435"/>
            <a:ext cx="6121966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971877"/>
            <a:ext cx="6121966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A8A5AC-6139-4D62-B5A1-85E84D575501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E03C3-6C3C-4D3C-AC4B-23F4B70D0D0D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69095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739A70-1F26-4B78-A89F-C36636659A49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8B1281-937C-413A-8170-78FEF3AFF22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13918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926597-1331-4D98-8211-1B7B7C16AC97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0CB68C-749F-4A68-AFF1-599AE5BB1EF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09816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71425"/>
            <a:ext cx="7290108" cy="578178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1D89C1-0185-4229-A1A0-AD5C80B726A5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44DC-482F-4644-A497-2BEACB466690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599831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71425"/>
            <a:ext cx="7290108" cy="578178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C2FB35-D6BB-46F8-A608-312AAC5D7D85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8DB55B-74BB-48F3-AE0E-DBAAF6034F3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232258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BBF1E1-4249-464E-B0F3-B8BDA30E01F1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05349-24CD-4AED-B975-19784134A7F8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56539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33164"/>
            <a:ext cx="3105046" cy="68948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33164"/>
            <a:ext cx="9135135" cy="68948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6137D5-24EF-4907-8477-EDDEC69C65F5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DAF7CD-EA8E-4286-8F56-E84D09A25CB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835191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589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4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33164"/>
            <a:ext cx="12420184" cy="1572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65817"/>
            <a:ext cx="12420184" cy="51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C202B9-5A11-4489-86BA-5F0A73450BA3}" type="datetimeFigureOut">
              <a:rPr lang="es-MX" smtClean="0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540810"/>
            <a:ext cx="4860072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EEDF7F-DE2D-4AC2-8318-2614C81E9EBB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65400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9" r:id="rId3"/>
    <p:sldLayoutId id="2147483711" r:id="rId4"/>
    <p:sldLayoutId id="2147483710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oleObject" Target="../embeddings/oleObject1.bin"/><Relationship Id="rId7" Type="http://schemas.openxmlformats.org/officeDocument/2006/relationships/image" Target="../media/image17.png"/><Relationship Id="rId12" Type="http://schemas.microsoft.com/office/2007/relationships/diagramDrawing" Target="../diagrams/drawing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11" Type="http://schemas.openxmlformats.org/officeDocument/2006/relationships/diagramColors" Target="../diagrams/colors2.xml"/><Relationship Id="rId5" Type="http://schemas.openxmlformats.org/officeDocument/2006/relationships/image" Target="../media/image7.png"/><Relationship Id="rId10" Type="http://schemas.openxmlformats.org/officeDocument/2006/relationships/diagramQuickStyle" Target="../diagrams/quickStyle2.xml"/><Relationship Id="rId4" Type="http://schemas.openxmlformats.org/officeDocument/2006/relationships/image" Target="../media/image13.emf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slide" Target="slide6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5" Type="http://schemas.openxmlformats.org/officeDocument/2006/relationships/slide" Target="slide5.xml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slide" Target="slide5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5" Type="http://schemas.openxmlformats.org/officeDocument/2006/relationships/slide" Target="slide5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19.png"/><Relationship Id="rId5" Type="http://schemas.openxmlformats.org/officeDocument/2006/relationships/slide" Target="slide5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chart" Target="../charts/chart5.xml"/><Relationship Id="rId7" Type="http://schemas.openxmlformats.org/officeDocument/2006/relationships/chart" Target="../charts/chart9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8.xml"/><Relationship Id="rId11" Type="http://schemas.openxmlformats.org/officeDocument/2006/relationships/image" Target="../media/image19.png"/><Relationship Id="rId5" Type="http://schemas.openxmlformats.org/officeDocument/2006/relationships/chart" Target="../charts/chart7.xml"/><Relationship Id="rId10" Type="http://schemas.openxmlformats.org/officeDocument/2006/relationships/slide" Target="slide5.xml"/><Relationship Id="rId4" Type="http://schemas.openxmlformats.org/officeDocument/2006/relationships/chart" Target="../charts/chart6.xml"/><Relationship Id="rId9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slide" Target="slide14.xml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5" Type="http://schemas.openxmlformats.org/officeDocument/2006/relationships/slide" Target="slide26.xml"/><Relationship Id="rId4" Type="http://schemas.openxmlformats.org/officeDocument/2006/relationships/image" Target="../media/image23.jpeg"/><Relationship Id="rId9" Type="http://schemas.openxmlformats.org/officeDocument/2006/relationships/chart" Target="../charts/char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slide" Target="slide13.xml"/><Relationship Id="rId7" Type="http://schemas.openxmlformats.org/officeDocument/2006/relationships/slide" Target="slide2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5" Type="http://schemas.openxmlformats.org/officeDocument/2006/relationships/slide" Target="slide15.xml"/><Relationship Id="rId4" Type="http://schemas.openxmlformats.org/officeDocument/2006/relationships/image" Target="../media/image24.emf"/><Relationship Id="rId9" Type="http://schemas.openxmlformats.org/officeDocument/2006/relationships/chart" Target="../charts/char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slide" Target="slide16.xml"/><Relationship Id="rId7" Type="http://schemas.openxmlformats.org/officeDocument/2006/relationships/slide" Target="slide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slide" Target="slide19.xml"/><Relationship Id="rId10" Type="http://schemas.openxmlformats.org/officeDocument/2006/relationships/chart" Target="../charts/chart17.xml"/><Relationship Id="rId4" Type="http://schemas.openxmlformats.org/officeDocument/2006/relationships/image" Target="../media/image23.jpeg"/><Relationship Id="rId9" Type="http://schemas.openxmlformats.org/officeDocument/2006/relationships/chart" Target="../charts/char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slide" Target="slide17.xml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emf"/><Relationship Id="rId5" Type="http://schemas.openxmlformats.org/officeDocument/2006/relationships/slide" Target="slide13.xml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5.xml"/><Relationship Id="rId5" Type="http://schemas.openxmlformats.org/officeDocument/2006/relationships/chart" Target="../charts/chart24.xml"/><Relationship Id="rId4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6.xml"/><Relationship Id="rId3" Type="http://schemas.openxmlformats.org/officeDocument/2006/relationships/slide" Target="slide21.xml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3.xml"/><Relationship Id="rId5" Type="http://schemas.openxmlformats.org/officeDocument/2006/relationships/slide" Target="slide25.xml"/><Relationship Id="rId4" Type="http://schemas.openxmlformats.org/officeDocument/2006/relationships/image" Target="../media/image23.jpeg"/><Relationship Id="rId9" Type="http://schemas.openxmlformats.org/officeDocument/2006/relationships/chart" Target="../charts/chart2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slide" Target="slide24.xml"/><Relationship Id="rId7" Type="http://schemas.openxmlformats.org/officeDocument/2006/relationships/slide" Target="slide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10" Type="http://schemas.openxmlformats.org/officeDocument/2006/relationships/chart" Target="../charts/chart29.xml"/><Relationship Id="rId4" Type="http://schemas.openxmlformats.org/officeDocument/2006/relationships/image" Target="../media/image23.jpeg"/><Relationship Id="rId9" Type="http://schemas.openxmlformats.org/officeDocument/2006/relationships/chart" Target="../charts/char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1.xml"/><Relationship Id="rId5" Type="http://schemas.openxmlformats.org/officeDocument/2006/relationships/chart" Target="../charts/chart30.x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3.xml"/><Relationship Id="rId5" Type="http://schemas.openxmlformats.org/officeDocument/2006/relationships/chart" Target="../charts/chart32.xml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9.xml"/><Relationship Id="rId5" Type="http://schemas.openxmlformats.org/officeDocument/2006/relationships/chart" Target="../charts/chart38.x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1.xml"/><Relationship Id="rId5" Type="http://schemas.openxmlformats.org/officeDocument/2006/relationships/chart" Target="../charts/chart40.x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3.xml"/><Relationship Id="rId4" Type="http://schemas.openxmlformats.org/officeDocument/2006/relationships/chart" Target="../charts/char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5.xml"/><Relationship Id="rId5" Type="http://schemas.openxmlformats.org/officeDocument/2006/relationships/chart" Target="../charts/chart44.xml"/><Relationship Id="rId4" Type="http://schemas.openxmlformats.org/officeDocument/2006/relationships/image" Target="../media/image2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7.xml"/><Relationship Id="rId5" Type="http://schemas.openxmlformats.org/officeDocument/2006/relationships/chart" Target="../charts/chart46.xml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9.xml"/><Relationship Id="rId5" Type="http://schemas.openxmlformats.org/officeDocument/2006/relationships/chart" Target="../charts/chart48.xml"/><Relationship Id="rId4" Type="http://schemas.openxmlformats.org/officeDocument/2006/relationships/image" Target="../media/image2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1.xml"/><Relationship Id="rId5" Type="http://schemas.openxmlformats.org/officeDocument/2006/relationships/chart" Target="../charts/chart50.x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3.xml"/><Relationship Id="rId5" Type="http://schemas.openxmlformats.org/officeDocument/2006/relationships/chart" Target="../charts/chart52.xml"/><Relationship Id="rId4" Type="http://schemas.openxmlformats.org/officeDocument/2006/relationships/image" Target="../media/image2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5.xml"/><Relationship Id="rId5" Type="http://schemas.openxmlformats.org/officeDocument/2006/relationships/chart" Target="../charts/chart54.xml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C46CF0-2E3B-E04A-95FF-066BA193F68D}"/>
              </a:ext>
            </a:extLst>
          </p:cNvPr>
          <p:cNvSpPr txBox="1"/>
          <p:nvPr/>
        </p:nvSpPr>
        <p:spPr>
          <a:xfrm>
            <a:off x="726540" y="3353295"/>
            <a:ext cx="554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Montserrat ExtraBold" pitchFamily="2" charset="77"/>
              </a:rPr>
              <a:t>IPN 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F65870-DB54-867A-D023-B07C2AFAD4E8}"/>
              </a:ext>
            </a:extLst>
          </p:cNvPr>
          <p:cNvSpPr txBox="1"/>
          <p:nvPr/>
        </p:nvSpPr>
        <p:spPr>
          <a:xfrm>
            <a:off x="726540" y="4075371"/>
            <a:ext cx="55421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GRUPO SALINAS</a:t>
            </a:r>
            <a:b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</a:br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1Q 2026</a:t>
            </a:r>
          </a:p>
        </p:txBody>
      </p:sp>
    </p:spTree>
    <p:extLst>
      <p:ext uri="{BB962C8B-B14F-4D97-AF65-F5344CB8AC3E}">
        <p14:creationId xmlns:p14="http://schemas.microsoft.com/office/powerpoint/2010/main" val="153078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3">
            <a:extLst>
              <a:ext uri="{FF2B5EF4-FFF2-40B4-BE49-F238E27FC236}">
                <a16:creationId xmlns:a16="http://schemas.microsoft.com/office/drawing/2014/main" id="{2F0E7D3A-48E7-43D9-6C8C-FABFC724B82F}"/>
              </a:ext>
            </a:extLst>
          </p:cNvPr>
          <p:cNvSpPr txBox="1">
            <a:spLocks/>
          </p:cNvSpPr>
          <p:nvPr/>
        </p:nvSpPr>
        <p:spPr>
          <a:xfrm>
            <a:off x="732750" y="486570"/>
            <a:ext cx="6399570" cy="69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1" tIns="25401" rIns="25401" bIns="25401" anchor="ctr">
            <a:noAutofit/>
          </a:bodyPr>
          <a:lstStyle>
            <a:defPPr>
              <a:defRPr lang="es-MX"/>
            </a:defPPr>
            <a:lvl1pPr marR="0" indent="0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Helvetica Neue Medium"/>
                <a:ea typeface="Helvetica Neue Medium"/>
                <a:cs typeface="Helvetica "/>
              </a:defRPr>
            </a:lvl1pPr>
            <a:lvl2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2pPr>
            <a:lvl3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3pPr>
            <a:lvl4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4pPr>
            <a:lvl5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5pPr>
            <a:lvl6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6pPr>
            <a:lvl7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7pPr>
            <a:lvl8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8pPr>
            <a:lvl9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9pPr>
          </a:lstStyle>
          <a:p>
            <a:r>
              <a:rPr lang="es-MX" sz="48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rPr>
              <a:t>Metodología</a:t>
            </a:r>
          </a:p>
        </p:txBody>
      </p:sp>
      <p:pic>
        <p:nvPicPr>
          <p:cNvPr id="15" name="Imagen 21">
            <a:extLst>
              <a:ext uri="{FF2B5EF4-FFF2-40B4-BE49-F238E27FC236}">
                <a16:creationId xmlns:a16="http://schemas.microsoft.com/office/drawing/2014/main" id="{6AC57A5C-BFC7-96F5-F021-519B3EE3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n 21">
            <a:extLst>
              <a:ext uri="{FF2B5EF4-FFF2-40B4-BE49-F238E27FC236}">
                <a16:creationId xmlns:a16="http://schemas.microsoft.com/office/drawing/2014/main" id="{3F1A12F0-3E3E-D650-CC80-E60CF0826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F9F6DC5-A928-5EBD-4737-ABB2B4789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35402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Grupo Salinas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76,679 respondieron la encuesta (89.9%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45E2F98-0177-A2B1-4C2D-8C22A2AC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771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2300061C-F8EB-DFBD-1FEB-C78C909C8BC6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2" name="CuadroTexto 20">
              <a:extLst>
                <a:ext uri="{FF2B5EF4-FFF2-40B4-BE49-F238E27FC236}">
                  <a16:creationId xmlns:a16="http://schemas.microsoft.com/office/drawing/2014/main" id="{9103CF10-0D8D-0780-C2AB-426EB966D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3" name="Rectángulo 6">
              <a:extLst>
                <a:ext uri="{FF2B5EF4-FFF2-40B4-BE49-F238E27FC236}">
                  <a16:creationId xmlns:a16="http://schemas.microsoft.com/office/drawing/2014/main" id="{BE4AA6EB-C8C8-E36D-1486-D88F1B35E1A9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4" name="Object 16">
              <a:extLst>
                <a:ext uri="{FF2B5EF4-FFF2-40B4-BE49-F238E27FC236}">
                  <a16:creationId xmlns:a16="http://schemas.microsoft.com/office/drawing/2014/main" id="{DA9F1B50-C01B-FC03-5D1A-1C4147C9739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86346168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94412" imgH="701101" progId="">
                    <p:embed/>
                  </p:oleObj>
                </mc:Choice>
                <mc:Fallback>
                  <p:oleObj r:id="rId6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uadroTexto 20">
              <a:extLst>
                <a:ext uri="{FF2B5EF4-FFF2-40B4-BE49-F238E27FC236}">
                  <a16:creationId xmlns:a16="http://schemas.microsoft.com/office/drawing/2014/main" id="{04A834EF-D63B-B000-6D94-BF88AC3C4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D6616391-1032-53AA-0B2F-27F2CB85B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E98303A-3753-6431-38B0-26ACAD26B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97868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8" name="CuadroTexto 28">
            <a:extLst>
              <a:ext uri="{FF2B5EF4-FFF2-40B4-BE49-F238E27FC236}">
                <a16:creationId xmlns:a16="http://schemas.microsoft.com/office/drawing/2014/main" id="{233135E6-4E68-194F-4B13-32ECA94E3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7619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_pct_00">
            <a:extLst>
              <a:ext uri="{FF2B5EF4-FFF2-40B4-BE49-F238E27FC236}">
                <a16:creationId xmlns:a16="http://schemas.microsoft.com/office/drawing/2014/main" id="{9791025D-54BD-A1C5-9476-59EF50D8F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92227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IPN – </a:t>
                      </a:r>
                      <a:r>
                        <a:rPr lang="es-MX" sz="1400" b="0" kern="1200" dirty="0" err="1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r>
                        <a:rPr lang="es-MX" sz="1400" b="0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– </a:t>
                      </a:r>
                      <a:r>
                        <a:rPr lang="es-MX" sz="1400" b="0" kern="1200" dirty="0" err="1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17" name="Tabla_pct_05">
            <a:extLst>
              <a:ext uri="{FF2B5EF4-FFF2-40B4-BE49-F238E27FC236}">
                <a16:creationId xmlns:a16="http://schemas.microsoft.com/office/drawing/2014/main" id="{2D7471B9-9697-1CD5-5022-003CB56B9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48782"/>
              </p:ext>
            </p:extLst>
          </p:nvPr>
        </p:nvGraphicFramePr>
        <p:xfrm>
          <a:off x="1257939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2" name="Tabla_pct_04">
            <a:extLst>
              <a:ext uri="{FF2B5EF4-FFF2-40B4-BE49-F238E27FC236}">
                <a16:creationId xmlns:a16="http://schemas.microsoft.com/office/drawing/2014/main" id="{61D991FC-F9F8-A795-FCF3-FC1553967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48376"/>
              </p:ext>
            </p:extLst>
          </p:nvPr>
        </p:nvGraphicFramePr>
        <p:xfrm>
          <a:off x="9839274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1" name="Tabla_pct_03">
            <a:extLst>
              <a:ext uri="{FF2B5EF4-FFF2-40B4-BE49-F238E27FC236}">
                <a16:creationId xmlns:a16="http://schemas.microsoft.com/office/drawing/2014/main" id="{6AFE7B5F-8250-D4F3-A245-5E1C7536E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69898"/>
              </p:ext>
            </p:extLst>
          </p:nvPr>
        </p:nvGraphicFramePr>
        <p:xfrm>
          <a:off x="7185857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0" name="Tabla_pct_02">
            <a:extLst>
              <a:ext uri="{FF2B5EF4-FFF2-40B4-BE49-F238E27FC236}">
                <a16:creationId xmlns:a16="http://schemas.microsoft.com/office/drawing/2014/main" id="{B2DAE397-0799-8DF2-CD47-3571BA1F2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43327"/>
              </p:ext>
            </p:extLst>
          </p:nvPr>
        </p:nvGraphicFramePr>
        <p:xfrm>
          <a:off x="444974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1">
            <a:extLst>
              <a:ext uri="{FF2B5EF4-FFF2-40B4-BE49-F238E27FC236}">
                <a16:creationId xmlns:a16="http://schemas.microsoft.com/office/drawing/2014/main" id="{5D3FC8DD-7EEE-7B74-95C5-DA02815AF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31230"/>
              </p:ext>
            </p:extLst>
          </p:nvPr>
        </p:nvGraphicFramePr>
        <p:xfrm>
          <a:off x="1760183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42" name="Tabla_05">
            <a:extLst>
              <a:ext uri="{FF2B5EF4-FFF2-40B4-BE49-F238E27FC236}">
                <a16:creationId xmlns:a16="http://schemas.microsoft.com/office/drawing/2014/main" id="{DDA74D21-5B46-A527-02E1-EC92D455E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67528"/>
              </p:ext>
            </p:extLst>
          </p:nvPr>
        </p:nvGraphicFramePr>
        <p:xfrm>
          <a:off x="11481578" y="4070318"/>
          <a:ext cx="2220926" cy="1090285"/>
        </p:xfrm>
        <a:graphic>
          <a:graphicData uri="http://schemas.openxmlformats.org/drawingml/2006/table">
            <a:tbl>
              <a:tblPr/>
              <a:tblGrid>
                <a:gridCol w="136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6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Tv Azteca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11615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Typhoon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408157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Gaming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198338"/>
                  </a:ext>
                </a:extLst>
              </a:tr>
            </a:tbl>
          </a:graphicData>
        </a:graphic>
      </p:graphicFrame>
      <p:graphicFrame>
        <p:nvGraphicFramePr>
          <p:cNvPr id="37" name="Tabla_04">
            <a:extLst>
              <a:ext uri="{FF2B5EF4-FFF2-40B4-BE49-F238E27FC236}">
                <a16:creationId xmlns:a16="http://schemas.microsoft.com/office/drawing/2014/main" id="{5F936677-03F7-D01F-809A-2CA8BC6C3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17535"/>
              </p:ext>
            </p:extLst>
          </p:nvPr>
        </p:nvGraphicFramePr>
        <p:xfrm>
          <a:off x="8793353" y="4070318"/>
          <a:ext cx="2194107" cy="1092630"/>
        </p:xfrm>
        <a:graphic>
          <a:graphicData uri="http://schemas.openxmlformats.org/drawingml/2006/table">
            <a:tbl>
              <a:tblPr/>
              <a:tblGrid>
                <a:gridCol w="14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Upax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Protec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9062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marL="0" algn="l" defTabSz="918058" rtl="0" eaLnBrk="1" fontAlgn="b" latinLnBrk="0" hangingPunct="1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Inversiones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294510"/>
                  </a:ext>
                </a:extLst>
              </a:tr>
            </a:tbl>
          </a:graphicData>
        </a:graphic>
      </p:graphicFrame>
      <p:graphicFrame>
        <p:nvGraphicFramePr>
          <p:cNvPr id="62" name="Tabla_03">
            <a:extLst>
              <a:ext uri="{FF2B5EF4-FFF2-40B4-BE49-F238E27FC236}">
                <a16:creationId xmlns:a16="http://schemas.microsoft.com/office/drawing/2014/main" id="{DA9556D9-EF71-2D87-4C0F-0B792C5D4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48171"/>
              </p:ext>
            </p:extLst>
          </p:nvPr>
        </p:nvGraphicFramePr>
        <p:xfrm>
          <a:off x="6090356" y="4070318"/>
          <a:ext cx="2211398" cy="3835661"/>
        </p:xfrm>
        <a:graphic>
          <a:graphicData uri="http://schemas.openxmlformats.org/drawingml/2006/table">
            <a:tbl>
              <a:tblPr/>
              <a:tblGrid>
                <a:gridCol w="1436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Residencial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Operaciones Red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865526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Empresarial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59095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Red Central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Totalplay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Sector Gobierno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Administracion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Y Finanzas Totalplay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Sistemas Totalplay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3912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Totalplay Go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Capital Humano Total Play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Seguridad De La Informacion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Medios Y Nuevos Negocios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Producto </a:t>
                      </a: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Iptv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Mercadotecnia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Jurídico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Tabla_02">
            <a:extLst>
              <a:ext uri="{FF2B5EF4-FFF2-40B4-BE49-F238E27FC236}">
                <a16:creationId xmlns:a16="http://schemas.microsoft.com/office/drawing/2014/main" id="{811EC3A1-7886-E57F-91D8-AC2E41278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63441"/>
              </p:ext>
            </p:extLst>
          </p:nvPr>
        </p:nvGraphicFramePr>
        <p:xfrm>
          <a:off x="3412753" y="4070318"/>
          <a:ext cx="2198784" cy="1543185"/>
        </p:xfrm>
        <a:graphic>
          <a:graphicData uri="http://schemas.openxmlformats.org/drawingml/2006/table">
            <a:tbl>
              <a:tblPr/>
              <a:tblGrid>
                <a:gridCol w="140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Sistemas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Administración, Finanzas Y Control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Capital Humano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Auditoría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Bienestar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621522"/>
                  </a:ext>
                </a:extLst>
              </a:tr>
            </a:tbl>
          </a:graphicData>
        </a:graphic>
      </p:graphicFrame>
      <p:graphicFrame>
        <p:nvGraphicFramePr>
          <p:cNvPr id="44" name="Tabla_01">
            <a:extLst>
              <a:ext uri="{FF2B5EF4-FFF2-40B4-BE49-F238E27FC236}">
                <a16:creationId xmlns:a16="http://schemas.microsoft.com/office/drawing/2014/main" id="{5CCCC44A-6E42-9F40-6FCC-56B1369A0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83199"/>
              </p:ext>
            </p:extLst>
          </p:nvPr>
        </p:nvGraphicFramePr>
        <p:xfrm>
          <a:off x="697708" y="4070318"/>
          <a:ext cx="2220925" cy="832411"/>
        </p:xfrm>
        <a:graphic>
          <a:graphicData uri="http://schemas.openxmlformats.org/drawingml/2006/table">
            <a:tbl>
              <a:tblPr/>
              <a:tblGrid>
                <a:gridCol w="143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México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Comité Supervisión Países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489351"/>
                  </a:ext>
                </a:extLst>
              </a:tr>
            </a:tbl>
          </a:graphicData>
        </a:graphic>
      </p:graphicFrame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76190E8E-6B50-06A7-7982-D420C8BC5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106828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2578621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98E0928-5A5E-9F7F-D152-CC2D89736BF0}"/>
              </a:ext>
            </a:extLst>
          </p:cNvPr>
          <p:cNvCxnSpPr>
            <a:cxnSpLocks/>
          </p:cNvCxnSpPr>
          <p:nvPr/>
        </p:nvCxnSpPr>
        <p:spPr>
          <a:xfrm>
            <a:off x="4512920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550B9F93-A57A-CD87-F798-6F57483F048E}"/>
              </a:ext>
            </a:extLst>
          </p:cNvPr>
          <p:cNvCxnSpPr>
            <a:cxnSpLocks/>
          </p:cNvCxnSpPr>
          <p:nvPr/>
        </p:nvCxnSpPr>
        <p:spPr>
          <a:xfrm>
            <a:off x="1810952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52" name="Rectángulo 2">
            <a:extLst>
              <a:ext uri="{FF2B5EF4-FFF2-40B4-BE49-F238E27FC236}">
                <a16:creationId xmlns:a16="http://schemas.microsoft.com/office/drawing/2014/main" id="{D7091A73-36BE-FDB7-247C-86CB13EEB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9" y="252523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1453" name="Rectángulo 32">
            <a:extLst>
              <a:ext uri="{FF2B5EF4-FFF2-40B4-BE49-F238E27FC236}">
                <a16:creationId xmlns:a16="http://schemas.microsoft.com/office/drawing/2014/main" id="{166C2A57-0131-D251-C3CC-AF9CA93C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55" y="3781672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51E6879-4FA9-D6EF-FC20-FFAE73A211AE}"/>
              </a:ext>
            </a:extLst>
          </p:cNvPr>
          <p:cNvCxnSpPr>
            <a:cxnSpLocks/>
          </p:cNvCxnSpPr>
          <p:nvPr/>
        </p:nvCxnSpPr>
        <p:spPr>
          <a:xfrm>
            <a:off x="7200106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22C8C42-DDB5-948B-74CF-819F25299CEE}"/>
              </a:ext>
            </a:extLst>
          </p:cNvPr>
          <p:cNvCxnSpPr>
            <a:cxnSpLocks/>
          </p:cNvCxnSpPr>
          <p:nvPr/>
        </p:nvCxnSpPr>
        <p:spPr>
          <a:xfrm>
            <a:off x="9893627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11FC28C-CAB1-BC6D-EF0F-8271BE857B52}"/>
              </a:ext>
            </a:extLst>
          </p:cNvPr>
          <p:cNvCxnSpPr>
            <a:cxnSpLocks/>
          </p:cNvCxnSpPr>
          <p:nvPr/>
        </p:nvCxnSpPr>
        <p:spPr>
          <a:xfrm>
            <a:off x="12584751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D7C1ADC5-8024-129F-49D7-63BB3A73148C}"/>
              </a:ext>
            </a:extLst>
          </p:cNvPr>
          <p:cNvSpPr/>
          <p:nvPr/>
        </p:nvSpPr>
        <p:spPr>
          <a:xfrm>
            <a:off x="8795872" y="4326731"/>
            <a:ext cx="2191587" cy="2762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E4C1F2F-4754-F814-5098-B28E9776FE51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122" name="Rectángulo 31">
              <a:extLst>
                <a:ext uri="{FF2B5EF4-FFF2-40B4-BE49-F238E27FC236}">
                  <a16:creationId xmlns:a16="http://schemas.microsoft.com/office/drawing/2014/main" id="{8D772D0D-BB2D-CB0C-0835-C06FEFB6AE8F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C5AF9A9-1403-8531-CC27-C369155D06B5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13" name="Imagen 45">
                <a:extLst>
                  <a:ext uri="{FF2B5EF4-FFF2-40B4-BE49-F238E27FC236}">
                    <a16:creationId xmlns:a16="http://schemas.microsoft.com/office/drawing/2014/main" id="{0222E9D1-9F9D-9527-7399-945C48765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Imagen 2">
                <a:extLst>
                  <a:ext uri="{FF2B5EF4-FFF2-40B4-BE49-F238E27FC236}">
                    <a16:creationId xmlns:a16="http://schemas.microsoft.com/office/drawing/2014/main" id="{4701743A-6DB2-6926-99A8-6ADDE7ECB9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Título 2">
              <a:extLst>
                <a:ext uri="{FF2B5EF4-FFF2-40B4-BE49-F238E27FC236}">
                  <a16:creationId xmlns:a16="http://schemas.microsoft.com/office/drawing/2014/main" id="{F20F5044-5256-50FA-97A6-21BA549FDFAC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CC26B3A1-5ACF-4195-5031-6FA1A0B370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4686" y="2013842"/>
            <a:ext cx="71048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3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F0C8-0F35-837E-C1FF-445AD92C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a_pct_10">
            <a:extLst>
              <a:ext uri="{FF2B5EF4-FFF2-40B4-BE49-F238E27FC236}">
                <a16:creationId xmlns:a16="http://schemas.microsoft.com/office/drawing/2014/main" id="{4A689EEE-4CDF-21EA-0685-0F6FBBF8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570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IPN – </a:t>
                      </a:r>
                      <a:r>
                        <a:rPr lang="es-MX" sz="1400" b="0" kern="1200" dirty="0" err="1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r>
                        <a:rPr lang="es-MX" sz="1400" b="0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– </a:t>
                      </a:r>
                      <a:r>
                        <a:rPr lang="es-MX" sz="1400" b="0" kern="1200" dirty="0" err="1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8" name="Tabla_pct_09">
            <a:extLst>
              <a:ext uri="{FF2B5EF4-FFF2-40B4-BE49-F238E27FC236}">
                <a16:creationId xmlns:a16="http://schemas.microsoft.com/office/drawing/2014/main" id="{DEB72A8B-C46F-8ABA-D29D-712EDE8BE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27398"/>
              </p:ext>
            </p:extLst>
          </p:nvPr>
        </p:nvGraphicFramePr>
        <p:xfrm>
          <a:off x="11672336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8">
            <a:extLst>
              <a:ext uri="{FF2B5EF4-FFF2-40B4-BE49-F238E27FC236}">
                <a16:creationId xmlns:a16="http://schemas.microsoft.com/office/drawing/2014/main" id="{49B410A1-41FC-65CA-E3FF-00B37B4A8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59000"/>
              </p:ext>
            </p:extLst>
          </p:nvPr>
        </p:nvGraphicFramePr>
        <p:xfrm>
          <a:off x="8711611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5" name="Tabla_pct_07">
            <a:extLst>
              <a:ext uri="{FF2B5EF4-FFF2-40B4-BE49-F238E27FC236}">
                <a16:creationId xmlns:a16="http://schemas.microsoft.com/office/drawing/2014/main" id="{EE588C86-D92A-D91C-AE15-1955E6E62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75500"/>
              </p:ext>
            </p:extLst>
          </p:nvPr>
        </p:nvGraphicFramePr>
        <p:xfrm>
          <a:off x="5818025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3" name="Tabla_pct_06">
            <a:extLst>
              <a:ext uri="{FF2B5EF4-FFF2-40B4-BE49-F238E27FC236}">
                <a16:creationId xmlns:a16="http://schemas.microsoft.com/office/drawing/2014/main" id="{2FF6BC18-1548-CC8F-71F1-39E06A243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26392"/>
              </p:ext>
            </p:extLst>
          </p:nvPr>
        </p:nvGraphicFramePr>
        <p:xfrm>
          <a:off x="2917114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lang="es-MX" sz="874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874" b="1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xxx</a:t>
                      </a:r>
                      <a:endParaRPr lang="es-MX" sz="874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6" name="Tabla_09">
            <a:extLst>
              <a:ext uri="{FF2B5EF4-FFF2-40B4-BE49-F238E27FC236}">
                <a16:creationId xmlns:a16="http://schemas.microsoft.com/office/drawing/2014/main" id="{597C889C-9FE7-9043-61D0-D69B5088B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86230"/>
              </p:ext>
            </p:extLst>
          </p:nvPr>
        </p:nvGraphicFramePr>
        <p:xfrm>
          <a:off x="10365690" y="4084884"/>
          <a:ext cx="2395740" cy="1614984"/>
        </p:xfrm>
        <a:graphic>
          <a:graphicData uri="http://schemas.openxmlformats.org/drawingml/2006/table">
            <a:tbl>
              <a:tblPr/>
              <a:tblGrid>
                <a:gridCol w="155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Administración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Operación Oficina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92793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Servicios De Biblioteca </a:t>
                      </a: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Rbs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00724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Taxi </a:t>
                      </a: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Aereo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082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Proyecto </a:t>
                      </a: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Cgh</a:t>
                      </a: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0394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Recepción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04275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97247"/>
                  </a:ext>
                </a:extLst>
              </a:tr>
            </a:tbl>
          </a:graphicData>
        </a:graphic>
      </p:graphicFrame>
      <p:graphicFrame>
        <p:nvGraphicFramePr>
          <p:cNvPr id="62" name="Tabla_08">
            <a:extLst>
              <a:ext uri="{FF2B5EF4-FFF2-40B4-BE49-F238E27FC236}">
                <a16:creationId xmlns:a16="http://schemas.microsoft.com/office/drawing/2014/main" id="{45AE16C7-01FB-57B2-E48E-459C03506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30001"/>
              </p:ext>
            </p:extLst>
          </p:nvPr>
        </p:nvGraphicFramePr>
        <p:xfrm>
          <a:off x="7456912" y="4084884"/>
          <a:ext cx="2393573" cy="721020"/>
        </p:xfrm>
        <a:graphic>
          <a:graphicData uri="http://schemas.openxmlformats.org/drawingml/2006/table">
            <a:tbl>
              <a:tblPr/>
              <a:tblGrid>
                <a:gridCol w="155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Universidad De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776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Caminos A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a_07">
            <a:extLst>
              <a:ext uri="{FF2B5EF4-FFF2-40B4-BE49-F238E27FC236}">
                <a16:creationId xmlns:a16="http://schemas.microsoft.com/office/drawing/2014/main" id="{C5B66852-B817-BDD9-2706-D4B597A42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88794"/>
              </p:ext>
            </p:extLst>
          </p:nvPr>
        </p:nvGraphicFramePr>
        <p:xfrm>
          <a:off x="4549039" y="4084884"/>
          <a:ext cx="2392668" cy="1376398"/>
        </p:xfrm>
        <a:graphic>
          <a:graphicData uri="http://schemas.openxmlformats.org/drawingml/2006/table">
            <a:tbl>
              <a:tblPr/>
              <a:tblGrid>
                <a:gridCol w="152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Grupo Salinas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Estrategias E Iniciativas Financieras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Información Y Asuntos Públicos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Relación Con Inversionistas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</a:tbl>
          </a:graphicData>
        </a:graphic>
      </p:graphicFrame>
      <p:graphicFrame>
        <p:nvGraphicFramePr>
          <p:cNvPr id="44" name="Tabla_06">
            <a:extLst>
              <a:ext uri="{FF2B5EF4-FFF2-40B4-BE49-F238E27FC236}">
                <a16:creationId xmlns:a16="http://schemas.microsoft.com/office/drawing/2014/main" id="{B88971E1-FB50-DC2D-628B-9671C593C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674635"/>
              </p:ext>
            </p:extLst>
          </p:nvPr>
        </p:nvGraphicFramePr>
        <p:xfrm>
          <a:off x="1641164" y="4084884"/>
          <a:ext cx="2392670" cy="550693"/>
        </p:xfrm>
        <a:graphic>
          <a:graphicData uri="http://schemas.openxmlformats.org/drawingml/2006/table">
            <a:tbl>
              <a:tblPr/>
              <a:tblGrid>
                <a:gridCol w="1545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Grupo </a:t>
                      </a:r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Nss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xxx</a:t>
                      </a:r>
                      <a:endParaRPr lang="es-MX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3A19018-4D1D-F9C8-548E-6794DB60C2E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2486614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A19018-4D1D-F9C8-548E-6794DB60C2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9A16EB87-BAEF-6181-E4EB-838FE75B3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B439777E-67EA-9ED3-CE39-8CBA95E32B12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24" name="Rectángulo 31">
              <a:extLst>
                <a:ext uri="{FF2B5EF4-FFF2-40B4-BE49-F238E27FC236}">
                  <a16:creationId xmlns:a16="http://schemas.microsoft.com/office/drawing/2014/main" id="{0B8AF54D-2E92-BD58-5D0A-1C8B0994BA2C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658B344-EDBE-92C4-8DE0-393316D0CA10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27" name="Imagen 45">
                <a:extLst>
                  <a:ext uri="{FF2B5EF4-FFF2-40B4-BE49-F238E27FC236}">
                    <a16:creationId xmlns:a16="http://schemas.microsoft.com/office/drawing/2014/main" id="{D6EAD711-4CE3-D317-5A81-385725324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Imagen 2">
                <a:extLst>
                  <a:ext uri="{FF2B5EF4-FFF2-40B4-BE49-F238E27FC236}">
                    <a16:creationId xmlns:a16="http://schemas.microsoft.com/office/drawing/2014/main" id="{8334AAE7-9AD7-0EC0-E90C-306D6760CA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ítulo 2">
              <a:extLst>
                <a:ext uri="{FF2B5EF4-FFF2-40B4-BE49-F238E27FC236}">
                  <a16:creationId xmlns:a16="http://schemas.microsoft.com/office/drawing/2014/main" id="{F434EC74-FE00-3150-8FC1-432063671A45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graphicFrame>
        <p:nvGraphicFramePr>
          <p:cNvPr id="30" name="Diagrama 29">
            <a:extLst>
              <a:ext uri="{FF2B5EF4-FFF2-40B4-BE49-F238E27FC236}">
                <a16:creationId xmlns:a16="http://schemas.microsoft.com/office/drawing/2014/main" id="{76FBF3D4-95C2-A897-8D52-F7DECE517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977076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816E4E4-5039-7D09-1AF6-23938092412F}"/>
              </a:ext>
            </a:extLst>
          </p:cNvPr>
          <p:cNvCxnSpPr>
            <a:cxnSpLocks/>
          </p:cNvCxnSpPr>
          <p:nvPr/>
        </p:nvCxnSpPr>
        <p:spPr>
          <a:xfrm>
            <a:off x="573917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941C40C-D9A6-BAB0-DED3-277D8790475C}"/>
              </a:ext>
            </a:extLst>
          </p:cNvPr>
          <p:cNvCxnSpPr>
            <a:cxnSpLocks/>
          </p:cNvCxnSpPr>
          <p:nvPr/>
        </p:nvCxnSpPr>
        <p:spPr>
          <a:xfrm>
            <a:off x="28334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 2">
            <a:extLst>
              <a:ext uri="{FF2B5EF4-FFF2-40B4-BE49-F238E27FC236}">
                <a16:creationId xmlns:a16="http://schemas.microsoft.com/office/drawing/2014/main" id="{B7D03934-3962-C4CF-276F-44ABC0AF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255571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Rectángulo 32">
            <a:extLst>
              <a:ext uri="{FF2B5EF4-FFF2-40B4-BE49-F238E27FC236}">
                <a16:creationId xmlns:a16="http://schemas.microsoft.com/office/drawing/2014/main" id="{764191A6-DB48-0049-8F77-C8A655C8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3809273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4EA927C-A77B-B860-D76D-0784A19A8E6B}"/>
              </a:ext>
            </a:extLst>
          </p:cNvPr>
          <p:cNvCxnSpPr>
            <a:cxnSpLocks/>
          </p:cNvCxnSpPr>
          <p:nvPr/>
        </p:nvCxnSpPr>
        <p:spPr>
          <a:xfrm>
            <a:off x="865509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0D883D2-F658-66F5-A657-85E5ADCB6C0F}"/>
              </a:ext>
            </a:extLst>
          </p:cNvPr>
          <p:cNvCxnSpPr>
            <a:cxnSpLocks/>
          </p:cNvCxnSpPr>
          <p:nvPr/>
        </p:nvCxnSpPr>
        <p:spPr>
          <a:xfrm>
            <a:off x="115710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51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9">
            <a:extLst>
              <a:ext uri="{FF2B5EF4-FFF2-40B4-BE49-F238E27FC236}">
                <a16:creationId xmlns:a16="http://schemas.microsoft.com/office/drawing/2014/main" id="{D5FB6CA8-6A0D-4D1F-07D2-6082C5E0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562" y="5579269"/>
            <a:ext cx="4398963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altLang="es-MX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GRUPO SALINAS</a:t>
            </a:r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E51B3705-4377-C3B2-F53C-64F351804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  <p:extLst>
      <p:ext uri="{BB962C8B-B14F-4D97-AF65-F5344CB8AC3E}">
        <p14:creationId xmlns:p14="http://schemas.microsoft.com/office/powerpoint/2010/main" val="78636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_IPN_GS">
            <a:extLst>
              <a:ext uri="{FF2B5EF4-FFF2-40B4-BE49-F238E27FC236}">
                <a16:creationId xmlns:a16="http://schemas.microsoft.com/office/drawing/2014/main" id="{6FCD5EC3-AFB8-4BED-E9C7-DE613AD20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4431"/>
              </p:ext>
            </p:extLst>
          </p:nvPr>
        </p:nvGraphicFramePr>
        <p:xfrm>
          <a:off x="1545047" y="3637709"/>
          <a:ext cx="1980000" cy="1138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10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endParaRPr lang="es-MX" sz="971" b="0" kern="1200" dirty="0">
                        <a:solidFill>
                          <a:srgbClr val="7F7F7F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13203"/>
                  </a:ext>
                </a:extLst>
              </a:tr>
            </a:tbl>
          </a:graphicData>
        </a:graphic>
      </p:graphicFrame>
      <p:sp>
        <p:nvSpPr>
          <p:cNvPr id="46" name="25 CuadroTexto">
            <a:extLst>
              <a:ext uri="{FF2B5EF4-FFF2-40B4-BE49-F238E27FC236}">
                <a16:creationId xmlns:a16="http://schemas.microsoft.com/office/drawing/2014/main" id="{2B14A65E-CE1E-A44D-E3DB-E171A1A26F1B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4" name="89 CuadroTexto">
            <a:extLst>
              <a:ext uri="{FF2B5EF4-FFF2-40B4-BE49-F238E27FC236}">
                <a16:creationId xmlns:a16="http://schemas.microsoft.com/office/drawing/2014/main" id="{C02B5980-D4C2-BAE4-F286-5A65025CF4D7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13" name="Agrupar 49">
            <a:extLst>
              <a:ext uri="{FF2B5EF4-FFF2-40B4-BE49-F238E27FC236}">
                <a16:creationId xmlns:a16="http://schemas.microsoft.com/office/drawing/2014/main" id="{4386B2B6-9364-AF09-CC99-E8F9552FB23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A933A88B-BAF5-0B50-0FC0-02F661DBC98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1FE08087-1136-0C96-59B3-15F887B848F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7DDA13E2-6A40-4C04-A087-AD532A4DF5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DE732950-E854-372D-9261-68D96D18A1C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1BAC56B9-250E-04BF-2E65-3DDAAB7DEEE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834EA867-A6BA-DE3D-D7DB-9688E9B9667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aphicFrame>
        <p:nvGraphicFramePr>
          <p:cNvPr id="11" name="Tabla_ANTERIO_GS">
            <a:extLst>
              <a:ext uri="{FF2B5EF4-FFF2-40B4-BE49-F238E27FC236}">
                <a16:creationId xmlns:a16="http://schemas.microsoft.com/office/drawing/2014/main" id="{D12B14AA-0BB5-86C4-402F-383611CD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4780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D9E00CE3-C0E5-6824-D42A-ABFB2350D8BE}"/>
              </a:ext>
            </a:extLst>
          </p:cNvPr>
          <p:cNvCxnSpPr>
            <a:cxnSpLocks/>
            <a:stCxn id="6" idx="3"/>
            <a:endCxn id="43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BD4D2650-E578-1EBE-04CA-7356AD084B56}"/>
              </a:ext>
            </a:extLst>
          </p:cNvPr>
          <p:cNvCxnSpPr>
            <a:cxnSpLocks/>
            <a:stCxn id="6" idx="1"/>
            <a:endCxn id="42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DF0FB31D-A878-4F90-78D2-C6583C16CF02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DET_GS">
            <a:extLst>
              <a:ext uri="{FF2B5EF4-FFF2-40B4-BE49-F238E27FC236}">
                <a16:creationId xmlns:a16="http://schemas.microsoft.com/office/drawing/2014/main" id="{0754887D-411F-3B0F-7E1E-DAB217433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3103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S">
            <a:extLst>
              <a:ext uri="{FF2B5EF4-FFF2-40B4-BE49-F238E27FC236}">
                <a16:creationId xmlns:a16="http://schemas.microsoft.com/office/drawing/2014/main" id="{A184CD50-8ACB-CEFE-5E51-2F6C15668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29863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S">
            <a:extLst>
              <a:ext uri="{FF2B5EF4-FFF2-40B4-BE49-F238E27FC236}">
                <a16:creationId xmlns:a16="http://schemas.microsoft.com/office/drawing/2014/main" id="{4DC7B4E6-47DE-6E12-882C-A8F3B187E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897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S">
            <a:extLst>
              <a:ext uri="{FF2B5EF4-FFF2-40B4-BE49-F238E27FC236}">
                <a16:creationId xmlns:a16="http://schemas.microsoft.com/office/drawing/2014/main" id="{7C15326E-9816-87EA-7446-D001EA780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07470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Grafico_bar_GS">
            <a:extLst>
              <a:ext uri="{FF2B5EF4-FFF2-40B4-BE49-F238E27FC236}">
                <a16:creationId xmlns:a16="http://schemas.microsoft.com/office/drawing/2014/main" id="{D640A3CC-C87B-4238-B3E3-6F2EE48072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8552033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8" name="Tabla_DIF_GS">
            <a:extLst>
              <a:ext uri="{FF2B5EF4-FFF2-40B4-BE49-F238E27FC236}">
                <a16:creationId xmlns:a16="http://schemas.microsoft.com/office/drawing/2014/main" id="{60332AE7-8ABC-F8D2-095F-B19336C2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09569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49" name="Conector recto 29">
            <a:extLst>
              <a:ext uri="{FF2B5EF4-FFF2-40B4-BE49-F238E27FC236}">
                <a16:creationId xmlns:a16="http://schemas.microsoft.com/office/drawing/2014/main" id="{0899D0F4-ED77-DC88-0A9B-A87C4F965560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235EF76F-7A97-1998-85EB-65EEF1954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5375309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ítulo 50">
            <a:extLst>
              <a:ext uri="{FF2B5EF4-FFF2-40B4-BE49-F238E27FC236}">
                <a16:creationId xmlns:a16="http://schemas.microsoft.com/office/drawing/2014/main" id="{236E9ADF-8C15-F100-51E4-C584314B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Salinas 1Q 2026</a:t>
            </a:r>
          </a:p>
        </p:txBody>
      </p:sp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FC4D-A5D5-0D08-F0B8-88E7259B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28">
            <a:extLst>
              <a:ext uri="{FF2B5EF4-FFF2-40B4-BE49-F238E27FC236}">
                <a16:creationId xmlns:a16="http://schemas.microsoft.com/office/drawing/2014/main" id="{975A2D15-17FE-B4F7-B7DE-B1F99B26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71D772C-30A5-4BA2-5CC3-F001F13CE5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20545C8-E92A-97A5-264E-36BC5E67CA1C}"/>
              </a:ext>
            </a:extLst>
          </p:cNvPr>
          <p:cNvCxnSpPr>
            <a:cxnSpLocks/>
          </p:cNvCxnSpPr>
          <p:nvPr/>
        </p:nvCxnSpPr>
        <p:spPr>
          <a:xfrm>
            <a:off x="360106" y="5937045"/>
            <a:ext cx="13680000" cy="79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_casos_historicos">
            <a:extLst>
              <a:ext uri="{FF2B5EF4-FFF2-40B4-BE49-F238E27FC236}">
                <a16:creationId xmlns:a16="http://schemas.microsoft.com/office/drawing/2014/main" id="{9F7934A0-7388-BBAC-F3EE-7ED9AB8D6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40031"/>
              </p:ext>
            </p:extLst>
          </p:nvPr>
        </p:nvGraphicFramePr>
        <p:xfrm>
          <a:off x="1341120" y="6739188"/>
          <a:ext cx="12888813" cy="822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7696952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21676868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228629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83875787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1266124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234564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0122399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589464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3923541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42900584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52,196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54,213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53,889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55,419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61,460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68,528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73,132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64,606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63,529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56,701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55,206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58,153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55,642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54,318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56,618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60,998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5,897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59,191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59,047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59,874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58,669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13,236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11,534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10,494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9,619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9,725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12,553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12,412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10,287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10,502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12,302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11,937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11,466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11,227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10,783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11,307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12,146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12,846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12,651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13,255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13,458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7,180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11,158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5,561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8,184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4,844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8,424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5,916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7,323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5,313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4,811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4,400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4,685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5,393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5,545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4,808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a_pct_historicos">
            <a:extLst>
              <a:ext uri="{FF2B5EF4-FFF2-40B4-BE49-F238E27FC236}">
                <a16:creationId xmlns:a16="http://schemas.microsoft.com/office/drawing/2014/main" id="{BA538538-17D9-03DE-A960-8CA8DFA27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37494"/>
              </p:ext>
            </p:extLst>
          </p:nvPr>
        </p:nvGraphicFramePr>
        <p:xfrm>
          <a:off x="1341120" y="6115300"/>
          <a:ext cx="12888813" cy="465138"/>
        </p:xfrm>
        <a:graphic>
          <a:graphicData uri="http://schemas.openxmlformats.org/drawingml/2006/table">
            <a:tbl>
              <a:tblPr/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86220195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72521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645317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357785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5692562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3471669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7288397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0619013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493500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915429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72,612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75.2%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76,905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87.8%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69,944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73,222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85.3%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76,029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71.9%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89,505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72.0%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91,460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87.5%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82,216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88.4%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</a:rPr>
                        <a:t>79,344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Avenir Black"/>
                        <a:cs typeface="Avenir Black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88.8%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73,814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71,862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74,194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83.8%</a:t>
                      </a:r>
                      <a:br>
                        <a:rPr lang="es-MX" altLang="es-MX" sz="1000" dirty="0"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71,269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82.2%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69,680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72,610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89.3%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77,863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88.9%</a:t>
                      </a:r>
                      <a:br>
                        <a:rPr lang="es-MX" sz="1000" b="0" i="0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77,209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77,589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77,847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90.1%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79,048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89.8%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76,679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17" name="CuadroTexto 32">
            <a:extLst>
              <a:ext uri="{FF2B5EF4-FFF2-40B4-BE49-F238E27FC236}">
                <a16:creationId xmlns:a16="http://schemas.microsoft.com/office/drawing/2014/main" id="{D910D23D-D112-A23C-A4CF-DF6E0C46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6710613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00B05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Promotores</a:t>
            </a:r>
          </a:p>
        </p:txBody>
      </p:sp>
      <p:sp>
        <p:nvSpPr>
          <p:cNvPr id="11318" name="CuadroTexto 33">
            <a:extLst>
              <a:ext uri="{FF2B5EF4-FFF2-40B4-BE49-F238E27FC236}">
                <a16:creationId xmlns:a16="http://schemas.microsoft.com/office/drawing/2014/main" id="{BAB68948-43F8-6C1C-5E35-C1BB15DE8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029701"/>
            <a:ext cx="1366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C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Pasivos</a:t>
            </a:r>
          </a:p>
        </p:txBody>
      </p:sp>
      <p:sp>
        <p:nvSpPr>
          <p:cNvPr id="11319" name="CuadroTexto 34">
            <a:extLst>
              <a:ext uri="{FF2B5EF4-FFF2-40B4-BE49-F238E27FC236}">
                <a16:creationId xmlns:a16="http://schemas.microsoft.com/office/drawing/2014/main" id="{E5FA241C-02DD-C703-12C2-8A53CBB4E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323388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0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Detractores</a:t>
            </a:r>
          </a:p>
        </p:txBody>
      </p:sp>
      <p:pic>
        <p:nvPicPr>
          <p:cNvPr id="22" name="Imagen 21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EE053E97-9064-AF6C-91B8-995AC92559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A8B910C-10A3-D870-A18C-0EB4D395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Grupo Salinas</a:t>
            </a:r>
          </a:p>
        </p:txBody>
      </p:sp>
      <p:graphicFrame>
        <p:nvGraphicFramePr>
          <p:cNvPr id="4" name="Grafico_historico_GS">
            <a:extLst>
              <a:ext uri="{FF2B5EF4-FFF2-40B4-BE49-F238E27FC236}">
                <a16:creationId xmlns:a16="http://schemas.microsoft.com/office/drawing/2014/main" id="{EEE49CDB-0285-4F6B-5620-24E106E79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504248"/>
              </p:ext>
            </p:extLst>
          </p:nvPr>
        </p:nvGraphicFramePr>
        <p:xfrm>
          <a:off x="1341120" y="1902560"/>
          <a:ext cx="12888806" cy="391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951BBA1-E570-6694-638C-52BB0F0C83F0}"/>
              </a:ext>
            </a:extLst>
          </p:cNvPr>
          <p:cNvSpPr txBox="1"/>
          <p:nvPr/>
        </p:nvSpPr>
        <p:spPr>
          <a:xfrm>
            <a:off x="795715" y="2844247"/>
            <a:ext cx="644851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7030A0"/>
                </a:solidFill>
                <a:latin typeface="Montserrat" panose="00000500000000000000" pitchFamily="2" charset="0"/>
              </a:rPr>
              <a:t>IPN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4EB0BA-87A7-330B-B796-3DEAC0915822}"/>
              </a:ext>
            </a:extLst>
          </p:cNvPr>
          <p:cNvSpPr txBox="1"/>
          <p:nvPr/>
        </p:nvSpPr>
        <p:spPr>
          <a:xfrm>
            <a:off x="58620" y="2501185"/>
            <a:ext cx="1381946" cy="246221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00B050"/>
                </a:solidFill>
                <a:latin typeface="Montserrat" panose="00000500000000000000" pitchFamily="2" charset="0"/>
              </a:rPr>
              <a:t>Promotores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99E376-B008-4B4C-E676-465AF8A14301}"/>
              </a:ext>
            </a:extLst>
          </p:cNvPr>
          <p:cNvSpPr txBox="1"/>
          <p:nvPr/>
        </p:nvSpPr>
        <p:spPr>
          <a:xfrm>
            <a:off x="58620" y="4667787"/>
            <a:ext cx="1381946" cy="24622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C000"/>
                </a:solidFill>
                <a:latin typeface="Montserrat" panose="00000500000000000000" pitchFamily="2" charset="0"/>
              </a:rPr>
              <a:t>Pasivos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64A8DA-72AE-8C95-877F-A7DAAF59B9A1}"/>
              </a:ext>
            </a:extLst>
          </p:cNvPr>
          <p:cNvSpPr txBox="1"/>
          <p:nvPr/>
        </p:nvSpPr>
        <p:spPr>
          <a:xfrm>
            <a:off x="58620" y="5016478"/>
            <a:ext cx="1381946" cy="2462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Montserrat" panose="00000500000000000000" pitchFamily="2" charset="0"/>
              </a:rPr>
              <a:t>Detractores</a:t>
            </a:r>
          </a:p>
        </p:txBody>
      </p:sp>
      <p:graphicFrame>
        <p:nvGraphicFramePr>
          <p:cNvPr id="10" name="Tabla 1">
            <a:extLst>
              <a:ext uri="{FF2B5EF4-FFF2-40B4-BE49-F238E27FC236}">
                <a16:creationId xmlns:a16="http://schemas.microsoft.com/office/drawing/2014/main" id="{FEE299A2-D6C6-5676-1EE4-247D5938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5263"/>
              </p:ext>
            </p:extLst>
          </p:nvPr>
        </p:nvGraphicFramePr>
        <p:xfrm>
          <a:off x="15716" y="6115300"/>
          <a:ext cx="1366838" cy="465138"/>
        </p:xfrm>
        <a:graphic>
          <a:graphicData uri="http://schemas.openxmlformats.org/drawingml/2006/table">
            <a:tbl>
              <a:tblPr/>
              <a:tblGrid>
                <a:gridCol w="1366838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% Participación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Participantes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27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_Men_Prom">
            <a:extLst>
              <a:ext uri="{FF2B5EF4-FFF2-40B4-BE49-F238E27FC236}">
                <a16:creationId xmlns:a16="http://schemas.microsoft.com/office/drawing/2014/main" id="{61520244-8B3B-32E8-74A3-8DC3C08C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271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D955F7B5-B610-F0AA-05BC-EEC0B66E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2400" dirty="0"/>
              <a:t>Motivos Promotores 1Q 2026</a:t>
            </a:r>
            <a:br>
              <a:rPr lang="es-MX" sz="2400" dirty="0"/>
            </a:br>
            <a:r>
              <a:rPr lang="es-MX" sz="24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547C63D4-FB81-2ACB-FC8E-C67D51187C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7F6F484-523F-0723-A89F-578D1C6680D8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017222" y="1532422"/>
            <a:chExt cx="4365769" cy="936000"/>
          </a:xfrm>
        </p:grpSpPr>
        <p:sp>
          <p:nvSpPr>
            <p:cNvPr id="19" name="Cinta curvada hacia arriba 3">
              <a:extLst>
                <a:ext uri="{FF2B5EF4-FFF2-40B4-BE49-F238E27FC236}">
                  <a16:creationId xmlns:a16="http://schemas.microsoft.com/office/drawing/2014/main" id="{0303C7C1-EA64-6FF0-FA4D-A8B200D7F3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222" y="1532422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20" name="CuadroTexto 5">
              <a:extLst>
                <a:ext uri="{FF2B5EF4-FFF2-40B4-BE49-F238E27FC236}">
                  <a16:creationId xmlns:a16="http://schemas.microsoft.com/office/drawing/2014/main" id="{6222C50D-DA2A-DB95-1B2B-F041214A0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8981" y="1562902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21" name="Imagen 46">
            <a:extLst>
              <a:ext uri="{FF2B5EF4-FFF2-40B4-BE49-F238E27FC236}">
                <a16:creationId xmlns:a16="http://schemas.microsoft.com/office/drawing/2014/main" id="{8E6FE4A0-9497-64FE-1BAB-26DA67C191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3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9A39-37FC-B77A-5DD5-FFA4E6C9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Men_Pas">
            <a:extLst>
              <a:ext uri="{FF2B5EF4-FFF2-40B4-BE49-F238E27FC236}">
                <a16:creationId xmlns:a16="http://schemas.microsoft.com/office/drawing/2014/main" id="{B26DBAE3-92AC-8BD5-E596-8BA57EB3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66869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88223DD-DF42-A50D-A5C8-C1BC2B4F13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613168D9-7056-5A89-DE0B-61732978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44A171C0-DD3B-9E33-D843-BE85141FE8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7" name="Imagen 45">
            <a:extLst>
              <a:ext uri="{FF2B5EF4-FFF2-40B4-BE49-F238E27FC236}">
                <a16:creationId xmlns:a16="http://schemas.microsoft.com/office/drawing/2014/main" id="{52CEF16D-2534-A5A1-6F8C-1E58ED091235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225F32AC-F246-E3C2-DD36-7AC5D147A5E0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7" name="Cinta curvada hacia arriba 3">
              <a:extLst>
                <a:ext uri="{FF2B5EF4-FFF2-40B4-BE49-F238E27FC236}">
                  <a16:creationId xmlns:a16="http://schemas.microsoft.com/office/drawing/2014/main" id="{09BB3148-518A-E116-8A32-96A762943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8" name="CuadroTexto 5">
              <a:extLst>
                <a:ext uri="{FF2B5EF4-FFF2-40B4-BE49-F238E27FC236}">
                  <a16:creationId xmlns:a16="http://schemas.microsoft.com/office/drawing/2014/main" id="{77CFB98A-2744-008E-3058-29E1238CD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04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6593-04BD-EA85-3FD5-FC7F03ED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_Men_Detr">
            <a:extLst>
              <a:ext uri="{FF2B5EF4-FFF2-40B4-BE49-F238E27FC236}">
                <a16:creationId xmlns:a16="http://schemas.microsoft.com/office/drawing/2014/main" id="{E49B277F-BC10-28D9-51B3-1954C431F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11339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21F056-90E5-834E-CFAD-41FF4FC881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88223DD-DF42-A50D-A5C8-C1BC2B4F1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8B688967-F3DC-4CFC-3478-90303092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4" name="Imagen 3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A9DE2976-3D6D-F3AA-0A1E-C5C95425B0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1E01E3-9CEF-92D6-0586-EF6E0CC0DB71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8F101AA4-47A4-34E1-2CD6-54B58A9F1BE7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7" name="Cinta curvada hacia arriba 3">
              <a:extLst>
                <a:ext uri="{FF2B5EF4-FFF2-40B4-BE49-F238E27FC236}">
                  <a16:creationId xmlns:a16="http://schemas.microsoft.com/office/drawing/2014/main" id="{0C2B2834-0D4F-14AB-4E08-39ED9E4060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8" name="CuadroTexto 5">
              <a:extLst>
                <a:ext uri="{FF2B5EF4-FFF2-40B4-BE49-F238E27FC236}">
                  <a16:creationId xmlns:a16="http://schemas.microsoft.com/office/drawing/2014/main" id="{737B10C2-89F4-48B7-D29D-6B6844CFC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58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8">
            <a:extLst>
              <a:ext uri="{FF2B5EF4-FFF2-40B4-BE49-F238E27FC236}">
                <a16:creationId xmlns:a16="http://schemas.microsoft.com/office/drawing/2014/main" id="{5B2A80B9-82E3-B750-F1B9-243F36FC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2704019"/>
            <a:ext cx="5070634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POR GRUPO EMPRESARIAL</a:t>
            </a:r>
          </a:p>
        </p:txBody>
      </p:sp>
    </p:spTree>
    <p:extLst>
      <p:ext uri="{BB962C8B-B14F-4D97-AF65-F5344CB8AC3E}">
        <p14:creationId xmlns:p14="http://schemas.microsoft.com/office/powerpoint/2010/main" val="159642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rafico_Historico_OP">
            <a:extLst>
              <a:ext uri="{FF2B5EF4-FFF2-40B4-BE49-F238E27FC236}">
                <a16:creationId xmlns:a16="http://schemas.microsoft.com/office/drawing/2014/main" id="{087A50D1-6492-E060-655E-B8CD24D8B0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84429"/>
              </p:ext>
            </p:extLst>
          </p:nvPr>
        </p:nvGraphicFramePr>
        <p:xfrm>
          <a:off x="2154578" y="6946256"/>
          <a:ext cx="11530942" cy="723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5" name="Rectángulo_OP">
            <a:extLst>
              <a:ext uri="{FF2B5EF4-FFF2-40B4-BE49-F238E27FC236}">
                <a16:creationId xmlns:a16="http://schemas.microsoft.com/office/drawing/2014/main" id="{E23936F8-FC30-49A8-692D-E7391FA1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3" y="7110130"/>
            <a:ext cx="1944000" cy="39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defTabSz="1217613"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 defTabSz="1217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 defTabSz="1217613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aphicFrame>
        <p:nvGraphicFramePr>
          <p:cNvPr id="104" name="Grafico_Historico_SE">
            <a:extLst>
              <a:ext uri="{FF2B5EF4-FFF2-40B4-BE49-F238E27FC236}">
                <a16:creationId xmlns:a16="http://schemas.microsoft.com/office/drawing/2014/main" id="{F7A5FD91-73BF-D609-BA23-04E3E835F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532887"/>
              </p:ext>
            </p:extLst>
          </p:nvPr>
        </p:nvGraphicFramePr>
        <p:xfrm>
          <a:off x="2154578" y="6220623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Rectángulo_SE">
            <a:extLst>
              <a:ext uri="{FF2B5EF4-FFF2-40B4-BE49-F238E27FC236}">
                <a16:creationId xmlns:a16="http://schemas.microsoft.com/office/drawing/2014/main" id="{0F6462E8-C664-F8CE-4A7D-D053456A1E47}"/>
              </a:ext>
            </a:extLst>
          </p:cNvPr>
          <p:cNvSpPr/>
          <p:nvPr/>
        </p:nvSpPr>
        <p:spPr bwMode="auto">
          <a:xfrm>
            <a:off x="155253" y="6384423"/>
            <a:ext cx="1944000" cy="396000"/>
          </a:xfrm>
          <a:prstGeom prst="rect">
            <a:avLst/>
          </a:prstGeom>
          <a:solidFill>
            <a:srgbClr val="99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SOPORTE ESTRATÉGICO</a:t>
            </a:r>
          </a:p>
        </p:txBody>
      </p:sp>
      <p:graphicFrame>
        <p:nvGraphicFramePr>
          <p:cNvPr id="102" name="Grafico_Historico_NF">
            <a:extLst>
              <a:ext uri="{FF2B5EF4-FFF2-40B4-BE49-F238E27FC236}">
                <a16:creationId xmlns:a16="http://schemas.microsoft.com/office/drawing/2014/main" id="{D197ABEE-093B-4AB4-D7FC-4F4DE67D85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527019"/>
              </p:ext>
            </p:extLst>
          </p:nvPr>
        </p:nvGraphicFramePr>
        <p:xfrm>
          <a:off x="2154578" y="549959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8" name="Rectángulo_NF">
            <a:extLst>
              <a:ext uri="{FF2B5EF4-FFF2-40B4-BE49-F238E27FC236}">
                <a16:creationId xmlns:a16="http://schemas.microsoft.com/office/drawing/2014/main" id="{B0BE4329-46C0-5736-858C-20691CB354A0}"/>
              </a:ext>
            </a:extLst>
          </p:cNvPr>
          <p:cNvSpPr/>
          <p:nvPr/>
        </p:nvSpPr>
        <p:spPr bwMode="auto">
          <a:xfrm>
            <a:off x="155253" y="5663390"/>
            <a:ext cx="1944000" cy="39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NEGOCIOS FAMILIA</a:t>
            </a:r>
          </a:p>
        </p:txBody>
      </p:sp>
      <p:graphicFrame>
        <p:nvGraphicFramePr>
          <p:cNvPr id="109" name="Grafico_Historico_ON">
            <a:extLst>
              <a:ext uri="{FF2B5EF4-FFF2-40B4-BE49-F238E27FC236}">
                <a16:creationId xmlns:a16="http://schemas.microsoft.com/office/drawing/2014/main" id="{7AAAEE70-EBE8-D9B1-D60A-CD4E46D88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519976"/>
              </p:ext>
            </p:extLst>
          </p:nvPr>
        </p:nvGraphicFramePr>
        <p:xfrm>
          <a:off x="2154578" y="478052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8" name="Rectángulo_ON">
            <a:extLst>
              <a:ext uri="{FF2B5EF4-FFF2-40B4-BE49-F238E27FC236}">
                <a16:creationId xmlns:a16="http://schemas.microsoft.com/office/drawing/2014/main" id="{A3893070-55C8-A0B2-611B-6017977ABD61}"/>
              </a:ext>
            </a:extLst>
          </p:cNvPr>
          <p:cNvSpPr/>
          <p:nvPr/>
        </p:nvSpPr>
        <p:spPr>
          <a:xfrm>
            <a:off x="155253" y="4944320"/>
            <a:ext cx="1944000" cy="396000"/>
          </a:xfrm>
          <a:prstGeom prst="rect">
            <a:avLst/>
          </a:prstGeom>
          <a:gradFill>
            <a:gsLst>
              <a:gs pos="1000">
                <a:srgbClr val="2B94F0"/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aphicFrame>
        <p:nvGraphicFramePr>
          <p:cNvPr id="100" name="Grafico_Historico_TA">
            <a:extLst>
              <a:ext uri="{FF2B5EF4-FFF2-40B4-BE49-F238E27FC236}">
                <a16:creationId xmlns:a16="http://schemas.microsoft.com/office/drawing/2014/main" id="{F173303E-4ACE-53F8-417F-8BE11FF55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730151"/>
              </p:ext>
            </p:extLst>
          </p:nvPr>
        </p:nvGraphicFramePr>
        <p:xfrm>
          <a:off x="2154578" y="4056274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Rectángulo_TA">
            <a:extLst>
              <a:ext uri="{FF2B5EF4-FFF2-40B4-BE49-F238E27FC236}">
                <a16:creationId xmlns:a16="http://schemas.microsoft.com/office/drawing/2014/main" id="{E722F4D8-5AE5-D834-B476-D1FB02A37F5F}"/>
              </a:ext>
            </a:extLst>
          </p:cNvPr>
          <p:cNvSpPr/>
          <p:nvPr/>
        </p:nvSpPr>
        <p:spPr bwMode="auto">
          <a:xfrm>
            <a:off x="155253" y="4220074"/>
            <a:ext cx="1944000" cy="396000"/>
          </a:xfrm>
          <a:prstGeom prst="rect">
            <a:avLst/>
          </a:prstGeom>
          <a:gradFill>
            <a:gsLst>
              <a:gs pos="1000">
                <a:srgbClr val="AC2E6B"/>
              </a:gs>
              <a:gs pos="100000">
                <a:srgbClr val="C22EA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TV AZTECA</a:t>
            </a:r>
          </a:p>
        </p:txBody>
      </p:sp>
      <p:graphicFrame>
        <p:nvGraphicFramePr>
          <p:cNvPr id="96" name="Grafico_Historico_GT">
            <a:extLst>
              <a:ext uri="{FF2B5EF4-FFF2-40B4-BE49-F238E27FC236}">
                <a16:creationId xmlns:a16="http://schemas.microsoft.com/office/drawing/2014/main" id="{ABCB6514-37CF-FA24-EAC6-D770FCBD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141992"/>
              </p:ext>
            </p:extLst>
          </p:nvPr>
        </p:nvGraphicFramePr>
        <p:xfrm>
          <a:off x="2154578" y="3350357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5" name="Rectángulo_GT">
            <a:extLst>
              <a:ext uri="{FF2B5EF4-FFF2-40B4-BE49-F238E27FC236}">
                <a16:creationId xmlns:a16="http://schemas.microsoft.com/office/drawing/2014/main" id="{C27E7108-8796-ED29-024E-99B3F5112956}"/>
              </a:ext>
            </a:extLst>
          </p:cNvPr>
          <p:cNvSpPr/>
          <p:nvPr/>
        </p:nvSpPr>
        <p:spPr bwMode="auto">
          <a:xfrm>
            <a:off x="155253" y="3514157"/>
            <a:ext cx="1944000" cy="396000"/>
          </a:xfrm>
          <a:prstGeom prst="rect">
            <a:avLst/>
          </a:prstGeom>
          <a:gradFill>
            <a:gsLst>
              <a:gs pos="1000">
                <a:srgbClr val="9853AC"/>
              </a:gs>
              <a:gs pos="100000">
                <a:srgbClr val="7A449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TOTALPLAY</a:t>
            </a:r>
          </a:p>
        </p:txBody>
      </p:sp>
      <p:graphicFrame>
        <p:nvGraphicFramePr>
          <p:cNvPr id="94" name="Grafico_Historico_DP">
            <a:extLst>
              <a:ext uri="{FF2B5EF4-FFF2-40B4-BE49-F238E27FC236}">
                <a16:creationId xmlns:a16="http://schemas.microsoft.com/office/drawing/2014/main" id="{C1CB0B91-98B2-DBE3-72C4-DBAD20914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566603"/>
              </p:ext>
            </p:extLst>
          </p:nvPr>
        </p:nvGraphicFramePr>
        <p:xfrm>
          <a:off x="2154578" y="2625865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2" name="Rectángulo_DP">
            <a:extLst>
              <a:ext uri="{FF2B5EF4-FFF2-40B4-BE49-F238E27FC236}">
                <a16:creationId xmlns:a16="http://schemas.microsoft.com/office/drawing/2014/main" id="{B460406E-8834-EE25-7AC9-745CCA5E6EFB}"/>
              </a:ext>
            </a:extLst>
          </p:cNvPr>
          <p:cNvSpPr/>
          <p:nvPr/>
        </p:nvSpPr>
        <p:spPr bwMode="auto">
          <a:xfrm>
            <a:off x="155253" y="2789665"/>
            <a:ext cx="1944000" cy="396000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DFB62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DESPACHOS</a:t>
            </a:r>
          </a:p>
        </p:txBody>
      </p:sp>
      <p:graphicFrame>
        <p:nvGraphicFramePr>
          <p:cNvPr id="6" name="Grafico_Historico_GE">
            <a:extLst>
              <a:ext uri="{FF2B5EF4-FFF2-40B4-BE49-F238E27FC236}">
                <a16:creationId xmlns:a16="http://schemas.microsoft.com/office/drawing/2014/main" id="{030F817F-FE74-488F-DE69-5C07F0F5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837852"/>
              </p:ext>
            </p:extLst>
          </p:nvPr>
        </p:nvGraphicFramePr>
        <p:xfrm>
          <a:off x="2154578" y="1904832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9" name="Rectángulo_GE">
            <a:extLst>
              <a:ext uri="{FF2B5EF4-FFF2-40B4-BE49-F238E27FC236}">
                <a16:creationId xmlns:a16="http://schemas.microsoft.com/office/drawing/2014/main" id="{F4391E73-649A-4A00-F2F4-7BBA79816A4F}"/>
              </a:ext>
            </a:extLst>
          </p:cNvPr>
          <p:cNvSpPr/>
          <p:nvPr/>
        </p:nvSpPr>
        <p:spPr bwMode="auto">
          <a:xfrm>
            <a:off x="155253" y="2068632"/>
            <a:ext cx="1944000" cy="396000"/>
          </a:xfrm>
          <a:prstGeom prst="rect">
            <a:avLst/>
          </a:prstGeom>
          <a:gradFill>
            <a:gsLst>
              <a:gs pos="0">
                <a:srgbClr val="E42322"/>
              </a:gs>
              <a:gs pos="100000">
                <a:srgbClr val="C2202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ELEKTRA</a:t>
            </a:r>
          </a:p>
        </p:txBody>
      </p:sp>
      <p:cxnSp>
        <p:nvCxnSpPr>
          <p:cNvPr id="105" name="41 Conector recto">
            <a:extLst>
              <a:ext uri="{FF2B5EF4-FFF2-40B4-BE49-F238E27FC236}">
                <a16:creationId xmlns:a16="http://schemas.microsoft.com/office/drawing/2014/main" id="{F8891E55-0FF2-E8B1-3F1F-FE98DA085A62}"/>
              </a:ext>
            </a:extLst>
          </p:cNvPr>
          <p:cNvCxnSpPr>
            <a:cxnSpLocks/>
          </p:cNvCxnSpPr>
          <p:nvPr/>
        </p:nvCxnSpPr>
        <p:spPr>
          <a:xfrm>
            <a:off x="155253" y="6944883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41 Conector recto">
            <a:extLst>
              <a:ext uri="{FF2B5EF4-FFF2-40B4-BE49-F238E27FC236}">
                <a16:creationId xmlns:a16="http://schemas.microsoft.com/office/drawing/2014/main" id="{D9A08DA7-ECB2-31EC-89C3-2707E8EFA51D}"/>
              </a:ext>
            </a:extLst>
          </p:cNvPr>
          <p:cNvCxnSpPr>
            <a:cxnSpLocks/>
          </p:cNvCxnSpPr>
          <p:nvPr/>
        </p:nvCxnSpPr>
        <p:spPr>
          <a:xfrm>
            <a:off x="155253" y="2629092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41 Conector recto">
            <a:extLst>
              <a:ext uri="{FF2B5EF4-FFF2-40B4-BE49-F238E27FC236}">
                <a16:creationId xmlns:a16="http://schemas.microsoft.com/office/drawing/2014/main" id="{A9DC1716-73D4-32DB-036F-C3C05DF74A91}"/>
              </a:ext>
            </a:extLst>
          </p:cNvPr>
          <p:cNvCxnSpPr>
            <a:cxnSpLocks/>
          </p:cNvCxnSpPr>
          <p:nvPr/>
        </p:nvCxnSpPr>
        <p:spPr>
          <a:xfrm>
            <a:off x="155253" y="3350125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41 Conector recto">
            <a:extLst>
              <a:ext uri="{FF2B5EF4-FFF2-40B4-BE49-F238E27FC236}">
                <a16:creationId xmlns:a16="http://schemas.microsoft.com/office/drawing/2014/main" id="{3D7F64E5-B478-0C86-6CA7-74659C43BA07}"/>
              </a:ext>
            </a:extLst>
          </p:cNvPr>
          <p:cNvCxnSpPr>
            <a:cxnSpLocks/>
          </p:cNvCxnSpPr>
          <p:nvPr/>
        </p:nvCxnSpPr>
        <p:spPr>
          <a:xfrm>
            <a:off x="155253" y="4064457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41 Conector recto">
            <a:extLst>
              <a:ext uri="{FF2B5EF4-FFF2-40B4-BE49-F238E27FC236}">
                <a16:creationId xmlns:a16="http://schemas.microsoft.com/office/drawing/2014/main" id="{45B9FD15-30D3-D1C7-471B-2168AD29DB58}"/>
              </a:ext>
            </a:extLst>
          </p:cNvPr>
          <p:cNvCxnSpPr>
            <a:cxnSpLocks/>
          </p:cNvCxnSpPr>
          <p:nvPr/>
        </p:nvCxnSpPr>
        <p:spPr>
          <a:xfrm>
            <a:off x="155253" y="4785721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41 Conector recto">
            <a:extLst>
              <a:ext uri="{FF2B5EF4-FFF2-40B4-BE49-F238E27FC236}">
                <a16:creationId xmlns:a16="http://schemas.microsoft.com/office/drawing/2014/main" id="{DE1B108B-4E66-F335-71B0-1E0370F71B92}"/>
              </a:ext>
            </a:extLst>
          </p:cNvPr>
          <p:cNvCxnSpPr>
            <a:cxnSpLocks/>
          </p:cNvCxnSpPr>
          <p:nvPr/>
        </p:nvCxnSpPr>
        <p:spPr>
          <a:xfrm>
            <a:off x="155253" y="55097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41 Conector recto">
            <a:extLst>
              <a:ext uri="{FF2B5EF4-FFF2-40B4-BE49-F238E27FC236}">
                <a16:creationId xmlns:a16="http://schemas.microsoft.com/office/drawing/2014/main" id="{CB3C53E4-C162-2038-83E4-29BC82537169}"/>
              </a:ext>
            </a:extLst>
          </p:cNvPr>
          <p:cNvCxnSpPr>
            <a:cxnSpLocks/>
          </p:cNvCxnSpPr>
          <p:nvPr/>
        </p:nvCxnSpPr>
        <p:spPr>
          <a:xfrm>
            <a:off x="155253" y="62238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89 CuadroTexto">
            <a:extLst>
              <a:ext uri="{FF2B5EF4-FFF2-40B4-BE49-F238E27FC236}">
                <a16:creationId xmlns:a16="http://schemas.microsoft.com/office/drawing/2014/main" id="{314F73C7-E5E4-2FF4-0D1C-4E1A52ECA79A}"/>
              </a:ext>
            </a:extLst>
          </p:cNvPr>
          <p:cNvSpPr txBox="1"/>
          <p:nvPr/>
        </p:nvSpPr>
        <p:spPr>
          <a:xfrm>
            <a:off x="5741194" y="1251954"/>
            <a:ext cx="29178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IPN HIST</a:t>
            </a:r>
            <a:r>
              <a:rPr lang="es-ES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ÓRICO</a:t>
            </a:r>
            <a:endParaRPr lang="es-MX" sz="1867" b="1" dirty="0">
              <a:solidFill>
                <a:prstClr val="black">
                  <a:lumMod val="75000"/>
                  <a:lumOff val="25000"/>
                </a:prstClr>
              </a:solidFill>
              <a:latin typeface="Montserrat" panose="00000500000000000000" pitchFamily="2" charset="0"/>
              <a:ea typeface="Verdana" panose="020B0604030504040204" pitchFamily="34" charset="0"/>
              <a:cs typeface="Calibri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C63496-8E86-79B5-811C-0A03065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por Grupo Empresarial</a:t>
            </a:r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AA6E331E-5ACC-0F87-097E-25A74891F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7" name="Imagen 6" descr="Interfaz de usuario gráfica, Aplicación, Chat o mensaje de texto&#10;&#10;Descripción generada automáticamente">
            <a:hlinkClick r:id="rId10" action="ppaction://hlinksldjump"/>
            <a:extLst>
              <a:ext uri="{FF2B5EF4-FFF2-40B4-BE49-F238E27FC236}">
                <a16:creationId xmlns:a16="http://schemas.microsoft.com/office/drawing/2014/main" id="{32A50075-85ED-E982-9D9D-2C5274EB2B3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IPN_GE">
            <a:extLst>
              <a:ext uri="{FF2B5EF4-FFF2-40B4-BE49-F238E27FC236}">
                <a16:creationId xmlns:a16="http://schemas.microsoft.com/office/drawing/2014/main" id="{AA135EE0-ACB2-9570-BE3D-CE7347ABE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83475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71.6%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60,538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40818"/>
                  </a:ext>
                </a:extLst>
              </a:tr>
            </a:tbl>
          </a:graphicData>
        </a:graphic>
      </p:graphicFrame>
      <p:pic>
        <p:nvPicPr>
          <p:cNvPr id="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9E41F60A-6270-B6D4-C1BD-E8629E92F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441217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D2DD0A72-C95F-77A2-A02C-08323318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569669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7D5385-6468-7A9A-23B3-CFB1F45D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9" name="89 CuadroTexto">
            <a:extLst>
              <a:ext uri="{FF2B5EF4-FFF2-40B4-BE49-F238E27FC236}">
                <a16:creationId xmlns:a16="http://schemas.microsoft.com/office/drawing/2014/main" id="{44C017A7-BB48-4B2F-9B97-36F3BC639F33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</a:t>
            </a:r>
          </a:p>
        </p:txBody>
      </p:sp>
      <p:grpSp>
        <p:nvGrpSpPr>
          <p:cNvPr id="22" name="Agrupar 49">
            <a:extLst>
              <a:ext uri="{FF2B5EF4-FFF2-40B4-BE49-F238E27FC236}">
                <a16:creationId xmlns:a16="http://schemas.microsoft.com/office/drawing/2014/main" id="{7BF02EA6-A998-BEDC-0894-A03E86483ED6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3" name="CuadroTexto 33">
              <a:extLst>
                <a:ext uri="{FF2B5EF4-FFF2-40B4-BE49-F238E27FC236}">
                  <a16:creationId xmlns:a16="http://schemas.microsoft.com/office/drawing/2014/main" id="{FECED5F0-B3B1-9097-5805-806E3CA2E33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4" name="CuadroTexto 34">
              <a:extLst>
                <a:ext uri="{FF2B5EF4-FFF2-40B4-BE49-F238E27FC236}">
                  <a16:creationId xmlns:a16="http://schemas.microsoft.com/office/drawing/2014/main" id="{2A73DCB1-BA3B-8AC7-9663-AE8722D60C1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13C77D2E-AD98-CFE8-630A-A9D23134DC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A667EBD2-121B-F9AF-A8DE-27C7F32BE22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4C143425-A6AA-CFB9-DC01-B72B2B2BF73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E452648F-0B43-709B-E261-624063C202D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0983E2D6-201A-93FD-CBAB-9FFE46FC568B}"/>
              </a:ext>
            </a:extLst>
          </p:cNvPr>
          <p:cNvCxnSpPr>
            <a:cxnSpLocks/>
            <a:stCxn id="20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FA94E5A-5C19-30B1-B050-3BDD9D78DF07}"/>
              </a:ext>
            </a:extLst>
          </p:cNvPr>
          <p:cNvCxnSpPr>
            <a:cxnSpLocks/>
            <a:stCxn id="20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492D19F-3BF4-C074-2284-842E46F37D86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DET_GE">
            <a:extLst>
              <a:ext uri="{FF2B5EF4-FFF2-40B4-BE49-F238E27FC236}">
                <a16:creationId xmlns:a16="http://schemas.microsoft.com/office/drawing/2014/main" id="{C56E3C04-0E3C-C50E-74DA-5A81C23D6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84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">
            <a:extLst>
              <a:ext uri="{FF2B5EF4-FFF2-40B4-BE49-F238E27FC236}">
                <a16:creationId xmlns:a16="http://schemas.microsoft.com/office/drawing/2014/main" id="{1A3F6B49-DB9A-6239-1326-89875B87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015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15.9%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">
            <a:extLst>
              <a:ext uri="{FF2B5EF4-FFF2-40B4-BE49-F238E27FC236}">
                <a16:creationId xmlns:a16="http://schemas.microsoft.com/office/drawing/2014/main" id="{21C734E1-F28D-4799-54A4-EE5AB1430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2360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">
            <a:extLst>
              <a:ext uri="{FF2B5EF4-FFF2-40B4-BE49-F238E27FC236}">
                <a16:creationId xmlns:a16="http://schemas.microsoft.com/office/drawing/2014/main" id="{AC88D581-178D-6CE4-D260-1600E2469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7115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6" name="Grafico_bar_GE">
            <a:extLst>
              <a:ext uri="{FF2B5EF4-FFF2-40B4-BE49-F238E27FC236}">
                <a16:creationId xmlns:a16="http://schemas.microsoft.com/office/drawing/2014/main" id="{A03F09C5-D39A-DD31-0965-189E469D8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4341461"/>
              </p:ext>
            </p:extLst>
          </p:nvPr>
        </p:nvGraphicFramePr>
        <p:xfrm>
          <a:off x="5034929" y="2631439"/>
          <a:ext cx="6537600" cy="38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25391"/>
              </p:ext>
            </p:extLst>
          </p:nvPr>
        </p:nvGraphicFramePr>
        <p:xfrm>
          <a:off x="11639138" y="2277643"/>
          <a:ext cx="2695689" cy="4205797"/>
        </p:xfrm>
        <a:graphic>
          <a:graphicData uri="http://schemas.openxmlformats.org/drawingml/2006/table">
            <a:tbl>
              <a:tblPr/>
              <a:tblGrid>
                <a:gridCol w="8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913389153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65056021"/>
                    </a:ext>
                  </a:extLst>
                </a:gridCol>
              </a:tblGrid>
              <a:tr h="364894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2" name="25 CuadroTexto">
            <a:extLst>
              <a:ext uri="{FF2B5EF4-FFF2-40B4-BE49-F238E27FC236}">
                <a16:creationId xmlns:a16="http://schemas.microsoft.com/office/drawing/2014/main" id="{8ECA73F5-A12A-7EDD-A155-7E3496BF4B25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A35269C2-AD19-03EF-62AF-385D2797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370461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D2AEECA1-8EDA-B68F-573E-1E6C05E4C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579211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86D339-46B8-BBBA-8E2C-4B2D6136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8" name="89 CuadroTexto">
            <a:extLst>
              <a:ext uri="{FF2B5EF4-FFF2-40B4-BE49-F238E27FC236}">
                <a16:creationId xmlns:a16="http://schemas.microsoft.com/office/drawing/2014/main" id="{8893F88A-0636-CD83-3BDA-2E8850262601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México</a:t>
            </a:r>
          </a:p>
        </p:txBody>
      </p:sp>
      <p:grpSp>
        <p:nvGrpSpPr>
          <p:cNvPr id="30" name="Agrupar 49">
            <a:extLst>
              <a:ext uri="{FF2B5EF4-FFF2-40B4-BE49-F238E27FC236}">
                <a16:creationId xmlns:a16="http://schemas.microsoft.com/office/drawing/2014/main" id="{FD905CC1-2C10-8A38-B1FA-181ECCB4211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F94953E4-0E51-7003-66C8-188BF9FB627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29B4C8D2-08EE-F9DA-C8C4-9E86E160D3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4396C6C0-324C-E37B-477C-53BDFF70F64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79164E5B-674A-0681-D8B9-7AA497310430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1E692414-782D-2679-2DFB-314AC3F44C8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CBDA99FD-1D66-8120-5AB4-E9EA02D98B96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6C1B1353-B4F6-A98C-BA35-DC7092A8A3D4}"/>
              </a:ext>
            </a:extLst>
          </p:cNvPr>
          <p:cNvCxnSpPr>
            <a:cxnSpLocks/>
            <a:stCxn id="2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7AB8C89-7A31-A07B-C5AB-7B28147CA177}"/>
              </a:ext>
            </a:extLst>
          </p:cNvPr>
          <p:cNvCxnSpPr>
            <a:cxnSpLocks/>
            <a:stCxn id="2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81B8D01-94C4-E1B4-61F1-309225CF988A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9" name="Tabla_IPN_GE_ME">
            <a:extLst>
              <a:ext uri="{FF2B5EF4-FFF2-40B4-BE49-F238E27FC236}">
                <a16:creationId xmlns:a16="http://schemas.microsoft.com/office/drawing/2014/main" id="{DDD6D7A3-8625-B33E-9DA5-FD3D54944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4598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71.6%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60,538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35931"/>
                  </a:ext>
                </a:extLst>
              </a:tr>
            </a:tbl>
          </a:graphicData>
        </a:graphic>
      </p:graphicFrame>
      <p:graphicFrame>
        <p:nvGraphicFramePr>
          <p:cNvPr id="40" name="Tabla_DET_GE_ME">
            <a:extLst>
              <a:ext uri="{FF2B5EF4-FFF2-40B4-BE49-F238E27FC236}">
                <a16:creationId xmlns:a16="http://schemas.microsoft.com/office/drawing/2014/main" id="{6EC8B718-69AB-916E-C7DB-423D8FBF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614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ME">
            <a:extLst>
              <a:ext uri="{FF2B5EF4-FFF2-40B4-BE49-F238E27FC236}">
                <a16:creationId xmlns:a16="http://schemas.microsoft.com/office/drawing/2014/main" id="{5CEF526F-EB6B-6C79-85BA-E5CF9881F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99682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15.9%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ME">
            <a:extLst>
              <a:ext uri="{FF2B5EF4-FFF2-40B4-BE49-F238E27FC236}">
                <a16:creationId xmlns:a16="http://schemas.microsoft.com/office/drawing/2014/main" id="{AA7CF3D5-FEF8-4FF9-8AFA-37C9C40C9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4861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ME">
            <a:extLst>
              <a:ext uri="{FF2B5EF4-FFF2-40B4-BE49-F238E27FC236}">
                <a16:creationId xmlns:a16="http://schemas.microsoft.com/office/drawing/2014/main" id="{51608E7F-6CDC-F111-864F-282C2EA67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8772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Tabla_DIF_GE_M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85491"/>
              </p:ext>
            </p:extLst>
          </p:nvPr>
        </p:nvGraphicFramePr>
        <p:xfrm>
          <a:off x="11630476" y="1909287"/>
          <a:ext cx="2691084" cy="5607684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684186392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257429793"/>
                    </a:ext>
                  </a:extLst>
                </a:gridCol>
              </a:tblGrid>
              <a:tr h="39753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  <p:graphicFrame>
        <p:nvGraphicFramePr>
          <p:cNvPr id="4" name="Grafico_bar_GE_ME">
            <a:extLst>
              <a:ext uri="{FF2B5EF4-FFF2-40B4-BE49-F238E27FC236}">
                <a16:creationId xmlns:a16="http://schemas.microsoft.com/office/drawing/2014/main" id="{14A7C042-DC9B-F347-2F71-386CD2521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7282827"/>
              </p:ext>
            </p:extLst>
          </p:nvPr>
        </p:nvGraphicFramePr>
        <p:xfrm>
          <a:off x="5036978" y="2303624"/>
          <a:ext cx="6537600" cy="5213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FAD7348-71D5-F6BF-A1EB-7C46898F3722}"/>
              </a:ext>
            </a:extLst>
          </p:cNvPr>
          <p:cNvSpPr txBox="1"/>
          <p:nvPr/>
        </p:nvSpPr>
        <p:spPr>
          <a:xfrm>
            <a:off x="11640498" y="7685699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96287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B6FA-F9CF-D4D7-9F34-54FC5FE6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759D9D42-82FF-1833-705A-D320ED8BB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379404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8E7EE1C4-7FFC-E433-8849-022035C60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504660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61913511-E89F-260A-233E-E54D2FBB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629677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9C6E07-5A28-D1EB-325A-0AB18601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28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A68870C1-39C5-E873-182D-C3283B50FC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89 CuadroTexto">
            <a:extLst>
              <a:ext uri="{FF2B5EF4-FFF2-40B4-BE49-F238E27FC236}">
                <a16:creationId xmlns:a16="http://schemas.microsoft.com/office/drawing/2014/main" id="{75C85E92-3790-3335-F49F-D22BFBB077AA}"/>
              </a:ext>
            </a:extLst>
          </p:cNvPr>
          <p:cNvSpPr txBox="1"/>
          <p:nvPr/>
        </p:nvSpPr>
        <p:spPr>
          <a:xfrm>
            <a:off x="459942" y="1554275"/>
            <a:ext cx="4197140" cy="98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3CB04010-736F-78EA-ECE1-07BA76E44F7E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744C96C5-C733-0457-C639-448D8CF71C4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75476FCE-F5FE-6843-6D9E-A2C9733BA68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3668763E-B576-D53A-9145-D23A8C77D56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3949C7D8-C722-DF38-A834-8F239E51141F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3DDFFCDF-8CBA-C242-03B0-D1E5046B877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08C7CD30-EF67-436F-22CD-1DCDA7C150E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3A3CA76-4762-C5AB-3FB4-D0573CE4D4E4}"/>
              </a:ext>
            </a:extLst>
          </p:cNvPr>
          <p:cNvCxnSpPr>
            <a:cxnSpLocks/>
            <a:stCxn id="30" idx="3"/>
            <a:endCxn id="43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82744551-DC05-96B1-3302-9C2AD9CA8F47}"/>
              </a:ext>
            </a:extLst>
          </p:cNvPr>
          <p:cNvCxnSpPr>
            <a:cxnSpLocks/>
            <a:stCxn id="30" idx="1"/>
            <a:endCxn id="42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ED15AF7F-2787-536E-8E28-CD8E471F1E14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0" name="Tabla_IPN_GE_ME_SMM">
            <a:extLst>
              <a:ext uri="{FF2B5EF4-FFF2-40B4-BE49-F238E27FC236}">
                <a16:creationId xmlns:a16="http://schemas.microsoft.com/office/drawing/2014/main" id="{02E02031-70D6-E916-B83A-90E42003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6487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71.6%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60,538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154582"/>
                  </a:ext>
                </a:extLst>
              </a:tr>
            </a:tbl>
          </a:graphicData>
        </a:graphic>
      </p:graphicFrame>
      <p:graphicFrame>
        <p:nvGraphicFramePr>
          <p:cNvPr id="41" name="Tabla_DET_GE_ME_SMM">
            <a:extLst>
              <a:ext uri="{FF2B5EF4-FFF2-40B4-BE49-F238E27FC236}">
                <a16:creationId xmlns:a16="http://schemas.microsoft.com/office/drawing/2014/main" id="{347A8F8E-EE22-5B43-478D-186DEBE72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53651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E_ME_SMM">
            <a:extLst>
              <a:ext uri="{FF2B5EF4-FFF2-40B4-BE49-F238E27FC236}">
                <a16:creationId xmlns:a16="http://schemas.microsoft.com/office/drawing/2014/main" id="{A834CB5B-758A-B970-CD4D-0E2E3576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8604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15.9%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E_ME_SMM">
            <a:extLst>
              <a:ext uri="{FF2B5EF4-FFF2-40B4-BE49-F238E27FC236}">
                <a16:creationId xmlns:a16="http://schemas.microsoft.com/office/drawing/2014/main" id="{0FBFB9BA-03C5-32CA-723A-A30EAD65B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9737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ME_SMM">
            <a:extLst>
              <a:ext uri="{FF2B5EF4-FFF2-40B4-BE49-F238E27FC236}">
                <a16:creationId xmlns:a16="http://schemas.microsoft.com/office/drawing/2014/main" id="{98FFEEF4-E3DC-05CE-A0E8-D8556F797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402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_ME_SMM">
            <a:extLst>
              <a:ext uri="{FF2B5EF4-FFF2-40B4-BE49-F238E27FC236}">
                <a16:creationId xmlns:a16="http://schemas.microsoft.com/office/drawing/2014/main" id="{83D6EACD-FD6B-BA21-4B14-6FC433258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08359"/>
              </p:ext>
            </p:extLst>
          </p:nvPr>
        </p:nvGraphicFramePr>
        <p:xfrm>
          <a:off x="11619995" y="1726407"/>
          <a:ext cx="2692800" cy="536527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191175067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810364471"/>
                    </a:ext>
                  </a:extLst>
                </a:gridCol>
              </a:tblGrid>
              <a:tr h="3635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51299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graphicFrame>
        <p:nvGraphicFramePr>
          <p:cNvPr id="4" name="Grafico_bar_GE_ME_SMM">
            <a:extLst>
              <a:ext uri="{FF2B5EF4-FFF2-40B4-BE49-F238E27FC236}">
                <a16:creationId xmlns:a16="http://schemas.microsoft.com/office/drawing/2014/main" id="{65751E57-AE85-A901-D156-0D1FE34E8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488795"/>
              </p:ext>
            </p:extLst>
          </p:nvPr>
        </p:nvGraphicFramePr>
        <p:xfrm>
          <a:off x="5029509" y="2082801"/>
          <a:ext cx="6537600" cy="500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8A85B64-3CFE-79A5-D7CE-627F1C2F69B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1210975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B87-9C8A-6B91-CE1A-1D6CF3F8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AC7D0B7A-3F5B-BA35-DF8A-7B57DE55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79" y="425353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25 CuadroTexto">
            <a:extLst>
              <a:ext uri="{FF2B5EF4-FFF2-40B4-BE49-F238E27FC236}">
                <a16:creationId xmlns:a16="http://schemas.microsoft.com/office/drawing/2014/main" id="{58CB0E04-33DD-CDE3-8BC7-727075B71EB0}"/>
              </a:ext>
            </a:extLst>
          </p:cNvPr>
          <p:cNvSpPr txBox="1"/>
          <p:nvPr/>
        </p:nvSpPr>
        <p:spPr>
          <a:xfrm>
            <a:off x="11753108" y="7058983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0A097C-AFC8-49B9-F2DD-DC7289B4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5" action="ppaction://hlinksldjump"/>
            <a:extLst>
              <a:ext uri="{FF2B5EF4-FFF2-40B4-BE49-F238E27FC236}">
                <a16:creationId xmlns:a16="http://schemas.microsoft.com/office/drawing/2014/main" id="{06A8C590-408A-3CE6-B87B-A1E1F2E90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89 CuadroTexto">
            <a:extLst>
              <a:ext uri="{FF2B5EF4-FFF2-40B4-BE49-F238E27FC236}">
                <a16:creationId xmlns:a16="http://schemas.microsoft.com/office/drawing/2014/main" id="{E29F70F0-B03E-D29C-3204-BBB7CCC32331}"/>
              </a:ext>
            </a:extLst>
          </p:cNvPr>
          <p:cNvSpPr txBox="1"/>
          <p:nvPr/>
        </p:nvSpPr>
        <p:spPr>
          <a:xfrm>
            <a:off x="459942" y="1554275"/>
            <a:ext cx="4197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A50C278E-7BA0-6A50-C9AB-0A15113B6B6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CD280FC6-E32D-1164-DD96-64C4A901650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6DE482-46F0-7054-F6F8-F1BDE94203C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AC999BEB-2E94-EE1A-DEB0-AE9835EF60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E25156DC-4076-D0C8-513E-C9B100BE3E0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10918EFD-BF74-A21B-08E8-01A9527F3AE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4FBF7C2C-8166-BD23-2116-4A0C62A17F9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31431DAE-C230-3DEB-C9B3-FA272F18499B}"/>
              </a:ext>
            </a:extLst>
          </p:cNvPr>
          <p:cNvCxnSpPr>
            <a:cxnSpLocks/>
            <a:stCxn id="28" idx="3"/>
            <a:endCxn id="41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CE970C23-87D0-774F-2E94-BAD2F3D765CE}"/>
              </a:ext>
            </a:extLst>
          </p:cNvPr>
          <p:cNvCxnSpPr>
            <a:cxnSpLocks/>
            <a:stCxn id="28" idx="1"/>
            <a:endCxn id="40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8D9FD322-D0F1-F3AC-0111-A10F6A50027E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8" name="Tabla_IPN_GE_ME_SMM_CV">
            <a:extLst>
              <a:ext uri="{FF2B5EF4-FFF2-40B4-BE49-F238E27FC236}">
                <a16:creationId xmlns:a16="http://schemas.microsoft.com/office/drawing/2014/main" id="{41684F2B-761D-BB80-5DB6-EB107913F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2677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71.6%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60,538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33529"/>
                  </a:ext>
                </a:extLst>
              </a:tr>
            </a:tbl>
          </a:graphicData>
        </a:graphic>
      </p:graphicFrame>
      <p:graphicFrame>
        <p:nvGraphicFramePr>
          <p:cNvPr id="39" name="Tabla_DET_GE_ME_SMM_CV">
            <a:extLst>
              <a:ext uri="{FF2B5EF4-FFF2-40B4-BE49-F238E27FC236}">
                <a16:creationId xmlns:a16="http://schemas.microsoft.com/office/drawing/2014/main" id="{65BBF71F-4312-261C-0C67-E5DBCECC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51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AS_GE_ME_SMM_CV">
            <a:extLst>
              <a:ext uri="{FF2B5EF4-FFF2-40B4-BE49-F238E27FC236}">
                <a16:creationId xmlns:a16="http://schemas.microsoft.com/office/drawing/2014/main" id="{8065162D-F2F3-640A-FCAF-0C6DD8C94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3608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15.9%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RO_GE_ME_SMM_CV">
            <a:extLst>
              <a:ext uri="{FF2B5EF4-FFF2-40B4-BE49-F238E27FC236}">
                <a16:creationId xmlns:a16="http://schemas.microsoft.com/office/drawing/2014/main" id="{83B32C31-07DE-B23D-517D-901483949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438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Grafico_don_GE_ME_SMM_CV">
            <a:extLst>
              <a:ext uri="{FF2B5EF4-FFF2-40B4-BE49-F238E27FC236}">
                <a16:creationId xmlns:a16="http://schemas.microsoft.com/office/drawing/2014/main" id="{C2AFCF59-E775-174D-E5DA-3C697C77C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92609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Tabla_DIF_GE_ME_SMM_CV">
            <a:extLst>
              <a:ext uri="{FF2B5EF4-FFF2-40B4-BE49-F238E27FC236}">
                <a16:creationId xmlns:a16="http://schemas.microsoft.com/office/drawing/2014/main" id="{8FE2D468-29DF-89F2-C3E3-F92B754B3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32293"/>
              </p:ext>
            </p:extLst>
          </p:nvPr>
        </p:nvGraphicFramePr>
        <p:xfrm>
          <a:off x="11648384" y="1553053"/>
          <a:ext cx="2692800" cy="539638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109897156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950319631"/>
                    </a:ext>
                  </a:extLst>
                </a:gridCol>
              </a:tblGrid>
              <a:tr h="36192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587726"/>
                  </a:ext>
                </a:extLst>
              </a:tr>
            </a:tbl>
          </a:graphicData>
        </a:graphic>
      </p:graphicFrame>
      <p:graphicFrame>
        <p:nvGraphicFramePr>
          <p:cNvPr id="4" name="Grafico_bar_GE_ME_SMM_CV">
            <a:extLst>
              <a:ext uri="{FF2B5EF4-FFF2-40B4-BE49-F238E27FC236}">
                <a16:creationId xmlns:a16="http://schemas.microsoft.com/office/drawing/2014/main" id="{897D9A30-18F6-CEF3-977F-0271AD3D30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97973"/>
              </p:ext>
            </p:extLst>
          </p:nvPr>
        </p:nvGraphicFramePr>
        <p:xfrm>
          <a:off x="5029510" y="1899921"/>
          <a:ext cx="6537600" cy="504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750463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5AC0-18CC-CC81-3ED1-EE3C276E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9D6E-5F65-6123-4ED8-2F8B544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4D1D639-2BA0-6BAF-1733-B0BA277C1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96A364CE-6725-FFD4-A201-B6F2020DD7D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 – Canales Digitales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22A90B9-3EF4-8242-8262-D96BCD5735E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5A2586EC-63A1-701A-2DFE-EFBFAD47B0A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53B4943-34C5-AD9D-074F-72E05A7F51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50DE4A2F-E7DC-1804-87E2-B32DE142986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47FD3DA6-E223-7415-623A-8C94598EB16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CB55E96-DF01-4614-B666-70EBAEDAFF9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EA9E8724-E357-8714-6402-D24D27B208F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A850F90E-E891-C9F3-D400-F2D64E488C0A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872915DA-7570-1EA2-C014-7F3A4013232C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178D5B41-9B2D-F0E9-0BC5-695FC2A52430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CD">
            <a:extLst>
              <a:ext uri="{FF2B5EF4-FFF2-40B4-BE49-F238E27FC236}">
                <a16:creationId xmlns:a16="http://schemas.microsoft.com/office/drawing/2014/main" id="{997F108C-6548-4786-5A46-CF450BA13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0280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71.6%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60,538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73618"/>
                  </a:ext>
                </a:extLst>
              </a:tr>
            </a:tbl>
          </a:graphicData>
        </a:graphic>
      </p:graphicFrame>
      <p:graphicFrame>
        <p:nvGraphicFramePr>
          <p:cNvPr id="37" name="Tabla_DET_GE_CD">
            <a:extLst>
              <a:ext uri="{FF2B5EF4-FFF2-40B4-BE49-F238E27FC236}">
                <a16:creationId xmlns:a16="http://schemas.microsoft.com/office/drawing/2014/main" id="{006E0205-8B62-0ECC-5135-49B6E2DAB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5035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CD">
            <a:extLst>
              <a:ext uri="{FF2B5EF4-FFF2-40B4-BE49-F238E27FC236}">
                <a16:creationId xmlns:a16="http://schemas.microsoft.com/office/drawing/2014/main" id="{89E56466-FD19-DDBF-94C8-B8D5B31E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18447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15.9%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CD">
            <a:extLst>
              <a:ext uri="{FF2B5EF4-FFF2-40B4-BE49-F238E27FC236}">
                <a16:creationId xmlns:a16="http://schemas.microsoft.com/office/drawing/2014/main" id="{B52F8DB3-CFB1-ACAC-B046-112A8E3CE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990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CD">
            <a:extLst>
              <a:ext uri="{FF2B5EF4-FFF2-40B4-BE49-F238E27FC236}">
                <a16:creationId xmlns:a16="http://schemas.microsoft.com/office/drawing/2014/main" id="{DD62F927-A8C6-7035-8421-83CF8FD3C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14278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CD">
            <a:extLst>
              <a:ext uri="{FF2B5EF4-FFF2-40B4-BE49-F238E27FC236}">
                <a16:creationId xmlns:a16="http://schemas.microsoft.com/office/drawing/2014/main" id="{46C15834-5A54-5FE2-E4CC-D9D982058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278471"/>
              </p:ext>
            </p:extLst>
          </p:nvPr>
        </p:nvGraphicFramePr>
        <p:xfrm>
          <a:off x="5034928" y="1899921"/>
          <a:ext cx="6537600" cy="505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CD">
            <a:extLst>
              <a:ext uri="{FF2B5EF4-FFF2-40B4-BE49-F238E27FC236}">
                <a16:creationId xmlns:a16="http://schemas.microsoft.com/office/drawing/2014/main" id="{319CCA58-753E-7B5D-E9C2-34C275CD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78411"/>
              </p:ext>
            </p:extLst>
          </p:nvPr>
        </p:nvGraphicFramePr>
        <p:xfrm>
          <a:off x="11667229" y="1726405"/>
          <a:ext cx="2692800" cy="503688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13820386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440054555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79AEB6F0-F756-7BE2-1B9F-4CE94D09395B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344396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F383-83FD-3877-B74D-FB5E15A9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5 CuadroTexto">
            <a:extLst>
              <a:ext uri="{FF2B5EF4-FFF2-40B4-BE49-F238E27FC236}">
                <a16:creationId xmlns:a16="http://schemas.microsoft.com/office/drawing/2014/main" id="{6795E5F5-DEF4-E73F-2AF2-302E94FAE257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B8A1B-28DD-D311-308C-0C41562F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8124F82-9003-66B7-0139-3CF0E6BF2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1DCAF52E-48D0-8165-8F7C-B0E0185DC35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Empresas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C763171D-375C-B844-47AF-976B528E1C80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C80A9ABD-1176-FD50-A703-6BA91F7DD0F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AB171F3-0166-047A-42F6-CB97D953BA0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7F062BF1-A4CB-2FE0-7F92-CAFE8AB7C45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F7567C3B-F9C9-9DC1-621B-B6E9C398720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D61260DD-D8B1-0CC9-186D-01CE0076835D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18B89FF4-8930-C351-4F71-37620BAFA633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5B85FF1-11B0-19EB-8B36-C127A11A315B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F9DF9D6D-43D0-7654-7D6E-BE8AB16E62C7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8CB1548A-9232-9C74-FEAE-CE5DE1EED5A3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E">
            <a:extLst>
              <a:ext uri="{FF2B5EF4-FFF2-40B4-BE49-F238E27FC236}">
                <a16:creationId xmlns:a16="http://schemas.microsoft.com/office/drawing/2014/main" id="{2A21E191-C899-3DCF-FAA8-0126E77C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0055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48.8%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6,127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4350"/>
                  </a:ext>
                </a:extLst>
              </a:tr>
            </a:tbl>
          </a:graphicData>
        </a:graphic>
      </p:graphicFrame>
      <p:graphicFrame>
        <p:nvGraphicFramePr>
          <p:cNvPr id="37" name="Tabla_DET_GE_E">
            <a:extLst>
              <a:ext uri="{FF2B5EF4-FFF2-40B4-BE49-F238E27FC236}">
                <a16:creationId xmlns:a16="http://schemas.microsoft.com/office/drawing/2014/main" id="{2B0340A4-A5DC-D821-1A27-1890FB472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67991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E">
            <a:extLst>
              <a:ext uri="{FF2B5EF4-FFF2-40B4-BE49-F238E27FC236}">
                <a16:creationId xmlns:a16="http://schemas.microsoft.com/office/drawing/2014/main" id="{00CFD8EB-6566-12BF-B1E8-850D4664F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3047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24.7%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(1,511)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E">
            <a:extLst>
              <a:ext uri="{FF2B5EF4-FFF2-40B4-BE49-F238E27FC236}">
                <a16:creationId xmlns:a16="http://schemas.microsoft.com/office/drawing/2014/main" id="{ABBDEBC3-27DC-838D-50CF-1CD32FA5E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4930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62.1%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(3,804)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E">
            <a:extLst>
              <a:ext uri="{FF2B5EF4-FFF2-40B4-BE49-F238E27FC236}">
                <a16:creationId xmlns:a16="http://schemas.microsoft.com/office/drawing/2014/main" id="{9D13BC61-C331-7908-74CA-EB2459882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467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E">
            <a:extLst>
              <a:ext uri="{FF2B5EF4-FFF2-40B4-BE49-F238E27FC236}">
                <a16:creationId xmlns:a16="http://schemas.microsoft.com/office/drawing/2014/main" id="{C2332C8D-214E-0B8C-B2CD-92B6B4479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57251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E">
            <a:extLst>
              <a:ext uri="{FF2B5EF4-FFF2-40B4-BE49-F238E27FC236}">
                <a16:creationId xmlns:a16="http://schemas.microsoft.com/office/drawing/2014/main" id="{B19DE48B-FD4C-547E-76D8-F2BE02399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74893"/>
              </p:ext>
            </p:extLst>
          </p:nvPr>
        </p:nvGraphicFramePr>
        <p:xfrm>
          <a:off x="11640498" y="1553689"/>
          <a:ext cx="2692800" cy="565848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305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56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6FA9-2692-CA34-D642-9A240FDF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25 CuadroTexto">
            <a:extLst>
              <a:ext uri="{FF2B5EF4-FFF2-40B4-BE49-F238E27FC236}">
                <a16:creationId xmlns:a16="http://schemas.microsoft.com/office/drawing/2014/main" id="{5BF639EA-FA5E-4EDB-4BAC-DC1A30E0208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7372D9-9BDE-3546-BF12-9D90EC7E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09F94FF-5144-127B-08B0-148797D77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720B7B49-7841-2A47-B0DD-39823A623A4F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– Unidades De Negocio</a:t>
            </a:r>
          </a:p>
        </p:txBody>
      </p:sp>
      <p:grpSp>
        <p:nvGrpSpPr>
          <p:cNvPr id="26" name="Agrupar 49">
            <a:extLst>
              <a:ext uri="{FF2B5EF4-FFF2-40B4-BE49-F238E27FC236}">
                <a16:creationId xmlns:a16="http://schemas.microsoft.com/office/drawing/2014/main" id="{18802D81-5A87-1070-23E1-3750A82BC64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7" name="CuadroTexto 33">
              <a:extLst>
                <a:ext uri="{FF2B5EF4-FFF2-40B4-BE49-F238E27FC236}">
                  <a16:creationId xmlns:a16="http://schemas.microsoft.com/office/drawing/2014/main" id="{E957CBE0-57D1-628B-6AEF-055EBE6B903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8" name="CuadroTexto 34">
              <a:extLst>
                <a:ext uri="{FF2B5EF4-FFF2-40B4-BE49-F238E27FC236}">
                  <a16:creationId xmlns:a16="http://schemas.microsoft.com/office/drawing/2014/main" id="{FB1BAEC9-BBA0-87B0-6FA3-D64EA6C64FD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9" name="CuadroTexto 35">
              <a:extLst>
                <a:ext uri="{FF2B5EF4-FFF2-40B4-BE49-F238E27FC236}">
                  <a16:creationId xmlns:a16="http://schemas.microsoft.com/office/drawing/2014/main" id="{63B3C53A-9C2E-CF48-32B2-167CA0FE73D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0" name="83 Rectángulo">
              <a:extLst>
                <a:ext uri="{FF2B5EF4-FFF2-40B4-BE49-F238E27FC236}">
                  <a16:creationId xmlns:a16="http://schemas.microsoft.com/office/drawing/2014/main" id="{C560F33B-37B6-9406-237F-78275BB8A7B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84 Rectángulo">
              <a:extLst>
                <a:ext uri="{FF2B5EF4-FFF2-40B4-BE49-F238E27FC236}">
                  <a16:creationId xmlns:a16="http://schemas.microsoft.com/office/drawing/2014/main" id="{E91E6E34-16E6-EBBB-82D7-6422C735EF6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17 Rectángulo">
              <a:extLst>
                <a:ext uri="{FF2B5EF4-FFF2-40B4-BE49-F238E27FC236}">
                  <a16:creationId xmlns:a16="http://schemas.microsoft.com/office/drawing/2014/main" id="{BE8B9B23-437B-3080-BDC5-CFFB257006A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BD10B5C5-5649-77DF-0863-3E4DABB7CF4F}"/>
              </a:ext>
            </a:extLst>
          </p:cNvPr>
          <p:cNvCxnSpPr>
            <a:cxnSpLocks/>
            <a:stCxn id="3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6BD9D45-1568-2183-6A99-5B8F207BF587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71522BE8-FB6F-6DC8-5886-464C8CF8416F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6" name="Tabla_IPN_GE_UD">
            <a:extLst>
              <a:ext uri="{FF2B5EF4-FFF2-40B4-BE49-F238E27FC236}">
                <a16:creationId xmlns:a16="http://schemas.microsoft.com/office/drawing/2014/main" id="{2E745E71-7358-7824-17FF-96DBA4ED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6331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49005"/>
                  </a:ext>
                </a:extLst>
              </a:tr>
            </a:tbl>
          </a:graphicData>
        </a:graphic>
      </p:graphicFrame>
      <p:graphicFrame>
        <p:nvGraphicFramePr>
          <p:cNvPr id="37" name="Tabla_DET_GE_UD">
            <a:extLst>
              <a:ext uri="{FF2B5EF4-FFF2-40B4-BE49-F238E27FC236}">
                <a16:creationId xmlns:a16="http://schemas.microsoft.com/office/drawing/2014/main" id="{86BB4FE0-F240-4E9E-7AB8-7643C9524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066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UD">
            <a:extLst>
              <a:ext uri="{FF2B5EF4-FFF2-40B4-BE49-F238E27FC236}">
                <a16:creationId xmlns:a16="http://schemas.microsoft.com/office/drawing/2014/main" id="{B206E66A-BB3B-0DA7-2383-4BF02A0CE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8246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UD">
            <a:extLst>
              <a:ext uri="{FF2B5EF4-FFF2-40B4-BE49-F238E27FC236}">
                <a16:creationId xmlns:a16="http://schemas.microsoft.com/office/drawing/2014/main" id="{E69C3762-D1A5-F897-893F-E0D6F48E6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5335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UD">
            <a:extLst>
              <a:ext uri="{FF2B5EF4-FFF2-40B4-BE49-F238E27FC236}">
                <a16:creationId xmlns:a16="http://schemas.microsoft.com/office/drawing/2014/main" id="{F48F1F8B-AAAC-E415-FF3D-3CC97A77D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83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Grafico_bar_GE_UD">
            <a:extLst>
              <a:ext uri="{FF2B5EF4-FFF2-40B4-BE49-F238E27FC236}">
                <a16:creationId xmlns:a16="http://schemas.microsoft.com/office/drawing/2014/main" id="{3F691999-404A-478A-3208-E80B4B9A30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63396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Tabla_DIF_GE_UD">
            <a:extLst>
              <a:ext uri="{FF2B5EF4-FFF2-40B4-BE49-F238E27FC236}">
                <a16:creationId xmlns:a16="http://schemas.microsoft.com/office/drawing/2014/main" id="{8E21C43A-D08E-B135-1021-80170487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01065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0A73-1909-82FB-46A4-66526203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25 CuadroTexto">
            <a:extLst>
              <a:ext uri="{FF2B5EF4-FFF2-40B4-BE49-F238E27FC236}">
                <a16:creationId xmlns:a16="http://schemas.microsoft.com/office/drawing/2014/main" id="{6AB25992-F090-DA71-FB44-5CB59504E27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DE13731C-DACF-4DAD-99CA-8E0562AD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592" y="370353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921D446C-E52E-06EB-E336-9D7F0F4A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42" y="5036920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E7113C-915F-2A52-9D24-A4CDBD67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8A46331D-5729-487D-B69F-7C1EFAEF3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89 CuadroTexto">
            <a:extLst>
              <a:ext uri="{FF2B5EF4-FFF2-40B4-BE49-F238E27FC236}">
                <a16:creationId xmlns:a16="http://schemas.microsoft.com/office/drawing/2014/main" id="{47793596-12CE-3D27-2F4A-B3D00BF47A71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5A8768F6-B8D2-DC2C-9FB5-2763F77BBA0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38FF2FD2-7002-83A7-6ABF-D53DD0DC3AE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D864A0-E2D1-FF8E-D1F9-F2A9C57E65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94889360-6713-EC0B-1D67-EA0B58731D6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28015612-1660-3D78-7A62-72C527A682F9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56D4FDD2-5F19-3ECD-A55D-B09D726EC94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BA423004-174F-9331-994E-95CC07D1DE2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5ADE2491-3056-66B1-6096-A2D8DC1F5E62}"/>
              </a:ext>
            </a:extLst>
          </p:cNvPr>
          <p:cNvCxnSpPr>
            <a:cxnSpLocks/>
            <a:stCxn id="3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269EB367-32D7-5AFF-F945-2B1FAFCB3BF1}"/>
              </a:ext>
            </a:extLst>
          </p:cNvPr>
          <p:cNvCxnSpPr>
            <a:cxnSpLocks/>
            <a:stCxn id="3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ED1E0C3E-5105-9A1E-6BB2-D5DBCA9029D3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IPN_GE_SMC">
            <a:extLst>
              <a:ext uri="{FF2B5EF4-FFF2-40B4-BE49-F238E27FC236}">
                <a16:creationId xmlns:a16="http://schemas.microsoft.com/office/drawing/2014/main" id="{FBE77C61-AA68-664F-81AD-51BC306BD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0674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655031"/>
                  </a:ext>
                </a:extLst>
              </a:tr>
            </a:tbl>
          </a:graphicData>
        </a:graphic>
      </p:graphicFrame>
      <p:graphicFrame>
        <p:nvGraphicFramePr>
          <p:cNvPr id="40" name="Tabla_DET_GE_SMC">
            <a:extLst>
              <a:ext uri="{FF2B5EF4-FFF2-40B4-BE49-F238E27FC236}">
                <a16:creationId xmlns:a16="http://schemas.microsoft.com/office/drawing/2014/main" id="{54F6FF5A-38F0-FC46-398D-8F581F4A8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8093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SMC">
            <a:extLst>
              <a:ext uri="{FF2B5EF4-FFF2-40B4-BE49-F238E27FC236}">
                <a16:creationId xmlns:a16="http://schemas.microsoft.com/office/drawing/2014/main" id="{C3C01F54-019C-DF49-725A-BE9DB46D7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6803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SMC">
            <a:extLst>
              <a:ext uri="{FF2B5EF4-FFF2-40B4-BE49-F238E27FC236}">
                <a16:creationId xmlns:a16="http://schemas.microsoft.com/office/drawing/2014/main" id="{299D8C2F-E6E3-DBD5-A1A2-B9189AC8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03383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SMC">
            <a:extLst>
              <a:ext uri="{FF2B5EF4-FFF2-40B4-BE49-F238E27FC236}">
                <a16:creationId xmlns:a16="http://schemas.microsoft.com/office/drawing/2014/main" id="{E607AE86-22F2-1E7B-A3C3-192843328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1518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Grafico_bar_GE_SMC">
            <a:extLst>
              <a:ext uri="{FF2B5EF4-FFF2-40B4-BE49-F238E27FC236}">
                <a16:creationId xmlns:a16="http://schemas.microsoft.com/office/drawing/2014/main" id="{CE906145-CCC6-3988-F103-034D417BB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6711011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5" name="Tabla_DIF_GE_SMC">
            <a:extLst>
              <a:ext uri="{FF2B5EF4-FFF2-40B4-BE49-F238E27FC236}">
                <a16:creationId xmlns:a16="http://schemas.microsoft.com/office/drawing/2014/main" id="{9E5034ED-2C7F-A100-A761-68121C6B6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19071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76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3BCD-6828-D4CB-8D75-1B12C9F9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85559760-FE87-1D49-5C69-D63DF54C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228" y="2857881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5DFAFFB9-5D5F-F6FC-AB9D-A826B991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028" y="538144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10426BF1-9781-D32A-538E-35800577F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57" y="3426992"/>
            <a:ext cx="275516" cy="27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F064BD-703C-BCA6-E4F1-090C6FBF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6C9E91C1-0A8A-BD75-C9B7-86C319F59B12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9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2C34A6EF-B225-0EED-93F5-C182026A1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89 CuadroTexto">
            <a:extLst>
              <a:ext uri="{FF2B5EF4-FFF2-40B4-BE49-F238E27FC236}">
                <a16:creationId xmlns:a16="http://schemas.microsoft.com/office/drawing/2014/main" id="{0CEFD841-D58F-F7AA-D19E-FA43F5160D5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8D9C0AAE-D2E0-45BD-6A91-F223BBDC28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D487028A-EDA6-D3BA-0A1F-B3BB2632AB4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E25C9B2F-6C70-DBDB-9F36-670BE1EEB12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4F895FC2-5B02-A1D9-E2DC-DCC648F4B2E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E6AC97E2-BCF4-6E2C-4FB1-AE3305E7637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780C4EA0-7BA0-9849-5838-6A7FBD832A2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1E59CDDA-50D6-5293-5CD1-03AB0D518BD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7F1C0212-65CA-5C54-B6F0-65FA5BF513FE}"/>
              </a:ext>
            </a:extLst>
          </p:cNvPr>
          <p:cNvCxnSpPr>
            <a:cxnSpLocks/>
            <a:stCxn id="41" idx="3"/>
            <a:endCxn id="4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6C980571-5C45-141C-5938-BBBF73F8717B}"/>
              </a:ext>
            </a:extLst>
          </p:cNvPr>
          <p:cNvCxnSpPr>
            <a:cxnSpLocks/>
            <a:stCxn id="41" idx="1"/>
            <a:endCxn id="4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9B1397E9-593A-B24B-ED05-5F7A250A23E6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IPN_GE_BIG">
            <a:extLst>
              <a:ext uri="{FF2B5EF4-FFF2-40B4-BE49-F238E27FC236}">
                <a16:creationId xmlns:a16="http://schemas.microsoft.com/office/drawing/2014/main" id="{4F9A4F50-374F-AC4B-6718-21B7B1CC2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1223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231290"/>
                  </a:ext>
                </a:extLst>
              </a:tr>
            </a:tbl>
          </a:graphicData>
        </a:graphic>
      </p:graphicFrame>
      <p:graphicFrame>
        <p:nvGraphicFramePr>
          <p:cNvPr id="42" name="Tabla_DET_GE_BIG">
            <a:extLst>
              <a:ext uri="{FF2B5EF4-FFF2-40B4-BE49-F238E27FC236}">
                <a16:creationId xmlns:a16="http://schemas.microsoft.com/office/drawing/2014/main" id="{5AC4F282-E448-403B-D1F9-6399385AB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58712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AS_GE_BIG">
            <a:extLst>
              <a:ext uri="{FF2B5EF4-FFF2-40B4-BE49-F238E27FC236}">
                <a16:creationId xmlns:a16="http://schemas.microsoft.com/office/drawing/2014/main" id="{5D748D21-E32F-1E69-FE28-6EC5839B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194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Tabla_PRO_GE_BIG">
            <a:extLst>
              <a:ext uri="{FF2B5EF4-FFF2-40B4-BE49-F238E27FC236}">
                <a16:creationId xmlns:a16="http://schemas.microsoft.com/office/drawing/2014/main" id="{AE268DB2-9697-1B15-7412-D5C3A7E86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2020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E_BIG">
            <a:extLst>
              <a:ext uri="{FF2B5EF4-FFF2-40B4-BE49-F238E27FC236}">
                <a16:creationId xmlns:a16="http://schemas.microsoft.com/office/drawing/2014/main" id="{A00357B1-689E-3972-98EA-8783A3B20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2500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6" name="Grafico_bar_GE_BIG">
            <a:extLst>
              <a:ext uri="{FF2B5EF4-FFF2-40B4-BE49-F238E27FC236}">
                <a16:creationId xmlns:a16="http://schemas.microsoft.com/office/drawing/2014/main" id="{5758A2BF-77F1-A206-FC7B-25C100ED2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559459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7" name="Tabla_DIF_GE_BIG">
            <a:extLst>
              <a:ext uri="{FF2B5EF4-FFF2-40B4-BE49-F238E27FC236}">
                <a16:creationId xmlns:a16="http://schemas.microsoft.com/office/drawing/2014/main" id="{3501C62A-D1EA-0F92-9725-7942B0746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571056"/>
              </p:ext>
            </p:extLst>
          </p:nvPr>
        </p:nvGraphicFramePr>
        <p:xfrm>
          <a:off x="11640498" y="1615334"/>
          <a:ext cx="2692800" cy="560026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734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84864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34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EBCC-36A4-C2BC-8CA9-929048D6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2F11D-B1D7-E491-27BE-72C3E27C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1" name="25 CuadroTexto">
            <a:extLst>
              <a:ext uri="{FF2B5EF4-FFF2-40B4-BE49-F238E27FC236}">
                <a16:creationId xmlns:a16="http://schemas.microsoft.com/office/drawing/2014/main" id="{DDC852D1-1522-57DE-85D8-CAF8A3DC229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9D683D7-F393-28FC-6D19-59AB24C26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89 CuadroTexto">
            <a:extLst>
              <a:ext uri="{FF2B5EF4-FFF2-40B4-BE49-F238E27FC236}">
                <a16:creationId xmlns:a16="http://schemas.microsoft.com/office/drawing/2014/main" id="{4B7833A5-8D95-427D-D91A-5B66240B77DC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Canales</a:t>
            </a:r>
          </a:p>
        </p:txBody>
      </p:sp>
      <p:grpSp>
        <p:nvGrpSpPr>
          <p:cNvPr id="24" name="Agrupar 49">
            <a:extLst>
              <a:ext uri="{FF2B5EF4-FFF2-40B4-BE49-F238E27FC236}">
                <a16:creationId xmlns:a16="http://schemas.microsoft.com/office/drawing/2014/main" id="{641AA574-7560-93AC-703B-59BBA469DAB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E6D73593-6E37-2834-1A96-61FB0F01170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90495BC2-C373-BC05-4329-0D92F6AA0AF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BA8953A6-4425-3FB0-3404-C23F9596914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A96917AB-8304-1EBE-8767-186B878D66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2976DB75-94DB-6C85-008E-E106B792A38E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938C16CB-3AD7-4A19-10DC-7331DA95C23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901FC16-1646-71C4-CC4C-21886EE3F507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9339F854-88DA-A837-487E-531C974939EA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B82DEAD-94FE-47FB-5B97-5E818AA35C8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CANAL">
            <a:extLst>
              <a:ext uri="{FF2B5EF4-FFF2-40B4-BE49-F238E27FC236}">
                <a16:creationId xmlns:a16="http://schemas.microsoft.com/office/drawing/2014/main" id="{0C6ADA61-7723-0AD7-9647-848EB138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30751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383535"/>
                  </a:ext>
                </a:extLst>
              </a:tr>
            </a:tbl>
          </a:graphicData>
        </a:graphic>
      </p:graphicFrame>
      <p:graphicFrame>
        <p:nvGraphicFramePr>
          <p:cNvPr id="35" name="Tabla_DET_GE_CANAL">
            <a:extLst>
              <a:ext uri="{FF2B5EF4-FFF2-40B4-BE49-F238E27FC236}">
                <a16:creationId xmlns:a16="http://schemas.microsoft.com/office/drawing/2014/main" id="{3B3AAB86-9CCE-70DC-586A-1383A5621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9759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CANAL">
            <a:extLst>
              <a:ext uri="{FF2B5EF4-FFF2-40B4-BE49-F238E27FC236}">
                <a16:creationId xmlns:a16="http://schemas.microsoft.com/office/drawing/2014/main" id="{A19C8BCD-2BD0-3865-5525-57F9E158B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5977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CANAL">
            <a:extLst>
              <a:ext uri="{FF2B5EF4-FFF2-40B4-BE49-F238E27FC236}">
                <a16:creationId xmlns:a16="http://schemas.microsoft.com/office/drawing/2014/main" id="{6AB38917-DF70-CB84-1469-11D7F9039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6676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CANAL">
            <a:extLst>
              <a:ext uri="{FF2B5EF4-FFF2-40B4-BE49-F238E27FC236}">
                <a16:creationId xmlns:a16="http://schemas.microsoft.com/office/drawing/2014/main" id="{C602A6AB-43FD-0F41-1A73-2FCEB2E09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17706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5" name="Grafico_bar_GE_CANAL">
            <a:extLst>
              <a:ext uri="{FF2B5EF4-FFF2-40B4-BE49-F238E27FC236}">
                <a16:creationId xmlns:a16="http://schemas.microsoft.com/office/drawing/2014/main" id="{67F01C09-6D2C-ACAB-CC78-7FBA3DD34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01861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Tabla_DIF_GE_CANAL">
            <a:extLst>
              <a:ext uri="{FF2B5EF4-FFF2-40B4-BE49-F238E27FC236}">
                <a16:creationId xmlns:a16="http://schemas.microsoft.com/office/drawing/2014/main" id="{AD60A4B5-B557-C49A-5E4F-5B07DFEB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899870"/>
              </p:ext>
            </p:extLst>
          </p:nvPr>
        </p:nvGraphicFramePr>
        <p:xfrm>
          <a:off x="11640498" y="1615334"/>
          <a:ext cx="2692800" cy="5596835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0987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727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D740-196B-5844-F0C3-29BCA119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90B1949-36EA-143D-B2F4-C81EA23C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6" name="25 CuadroTexto">
            <a:extLst>
              <a:ext uri="{FF2B5EF4-FFF2-40B4-BE49-F238E27FC236}">
                <a16:creationId xmlns:a16="http://schemas.microsoft.com/office/drawing/2014/main" id="{643ACA60-1D96-ACB7-476F-0EA3F12F039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3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C32BC786-8DE9-C658-F09E-8F03B56DD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89 CuadroTexto">
            <a:extLst>
              <a:ext uri="{FF2B5EF4-FFF2-40B4-BE49-F238E27FC236}">
                <a16:creationId xmlns:a16="http://schemas.microsoft.com/office/drawing/2014/main" id="{735E4E66-94C9-78D6-F1C6-0CE4C8D6DEE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Segmentos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75DE3C78-DEF1-13D8-BA58-5AAB6495E59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BE9A6425-F891-50CA-DB07-BA7E176C324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EDBC68D7-D31C-7094-51E4-11C189B157D3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48312FBC-0861-7453-7E05-4360DB1BE3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5E03E0AB-2766-E820-AF33-62D37A5FC6A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AFB3FF7F-A5EF-DF02-0E03-460BECBAC1E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9938615E-82AE-FA22-DFA1-27A6C9E1DCF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595B971-BA69-4A5F-0CA8-875B073E84D4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4A31FB2-08C9-9A11-5196-888C4F2A0AF5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3504390B-2C33-BA57-0757-F87090BD1EC3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SEG">
            <a:extLst>
              <a:ext uri="{FF2B5EF4-FFF2-40B4-BE49-F238E27FC236}">
                <a16:creationId xmlns:a16="http://schemas.microsoft.com/office/drawing/2014/main" id="{E749DD24-FA61-C6F2-8036-A216A974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0218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718763"/>
                  </a:ext>
                </a:extLst>
              </a:tr>
            </a:tbl>
          </a:graphicData>
        </a:graphic>
      </p:graphicFrame>
      <p:graphicFrame>
        <p:nvGraphicFramePr>
          <p:cNvPr id="36" name="Tabla_DET_GE_SEG">
            <a:extLst>
              <a:ext uri="{FF2B5EF4-FFF2-40B4-BE49-F238E27FC236}">
                <a16:creationId xmlns:a16="http://schemas.microsoft.com/office/drawing/2014/main" id="{6E8893DF-BBD4-DA63-4DFD-99294494A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09209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SEG">
            <a:extLst>
              <a:ext uri="{FF2B5EF4-FFF2-40B4-BE49-F238E27FC236}">
                <a16:creationId xmlns:a16="http://schemas.microsoft.com/office/drawing/2014/main" id="{2C187FCF-3309-E7D0-6E64-31CC3F4DC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1757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SEG">
            <a:extLst>
              <a:ext uri="{FF2B5EF4-FFF2-40B4-BE49-F238E27FC236}">
                <a16:creationId xmlns:a16="http://schemas.microsoft.com/office/drawing/2014/main" id="{8D289918-877C-8F79-3ED2-1A20BAC91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1144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SEG">
            <a:extLst>
              <a:ext uri="{FF2B5EF4-FFF2-40B4-BE49-F238E27FC236}">
                <a16:creationId xmlns:a16="http://schemas.microsoft.com/office/drawing/2014/main" id="{947A57E0-E8C3-1349-2939-45ED638C5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9611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GE_SEG">
            <a:extLst>
              <a:ext uri="{FF2B5EF4-FFF2-40B4-BE49-F238E27FC236}">
                <a16:creationId xmlns:a16="http://schemas.microsoft.com/office/drawing/2014/main" id="{1CA346F8-15C5-1AA7-52B0-A7EC9A90E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666920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GE_SEG">
            <a:extLst>
              <a:ext uri="{FF2B5EF4-FFF2-40B4-BE49-F238E27FC236}">
                <a16:creationId xmlns:a16="http://schemas.microsoft.com/office/drawing/2014/main" id="{01C8BBC6-ACA4-ADCD-48A4-51ED5A02B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92774"/>
              </p:ext>
            </p:extLst>
          </p:nvPr>
        </p:nvGraphicFramePr>
        <p:xfrm>
          <a:off x="11640498" y="1615333"/>
          <a:ext cx="2692800" cy="55968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9133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836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5E21-4C06-56A9-94D7-B7ECE8A9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C3FC4-BC55-99E8-B85F-A6640BD7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2DEDDEDD-299E-F18A-F75E-4A95F09F67B1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CD26AEB-6A89-DF2D-9306-B8C635E5F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89 CuadroTexto">
            <a:extLst>
              <a:ext uri="{FF2B5EF4-FFF2-40B4-BE49-F238E27FC236}">
                <a16:creationId xmlns:a16="http://schemas.microsoft.com/office/drawing/2014/main" id="{DEA295FB-AFCA-9262-380B-A96614D25BF7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– Unidades De Negocios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61144D9-BB65-23AC-61BF-0E9409FEA23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4769D44D-228F-04B0-1C41-C8EF9242C9D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162326BA-FF65-8BE7-7086-8390DB2F2A94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4AF264B6-8703-F5AB-9093-084C03CB5B0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BB58930C-D90B-B504-FCDE-80B9F3A7DFD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40A748D-FCAD-311E-7B8C-3CA2925147D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DB036369-EBDC-3D75-0F09-85ED77091C0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C2FFFFBD-206D-309B-0A14-00250506C771}"/>
              </a:ext>
            </a:extLst>
          </p:cNvPr>
          <p:cNvCxnSpPr>
            <a:cxnSpLocks/>
            <a:stCxn id="37" idx="3"/>
            <a:endCxn id="40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6470BD99-5490-54D3-CC34-75FC6062D3B1}"/>
              </a:ext>
            </a:extLst>
          </p:cNvPr>
          <p:cNvCxnSpPr>
            <a:cxnSpLocks/>
            <a:stCxn id="37" idx="1"/>
            <a:endCxn id="39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9AB5D99A-E1CE-113A-0352-88362B1BF00B}"/>
              </a:ext>
            </a:extLst>
          </p:cNvPr>
          <p:cNvCxnSpPr>
            <a:cxnSpLocks/>
            <a:stCxn id="38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7" name="Tabla_IPN_GE_UDN">
            <a:extLst>
              <a:ext uri="{FF2B5EF4-FFF2-40B4-BE49-F238E27FC236}">
                <a16:creationId xmlns:a16="http://schemas.microsoft.com/office/drawing/2014/main" id="{8C4D3869-AA1A-C976-639B-8F394180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5961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61332"/>
                  </a:ext>
                </a:extLst>
              </a:tr>
            </a:tbl>
          </a:graphicData>
        </a:graphic>
      </p:graphicFrame>
      <p:graphicFrame>
        <p:nvGraphicFramePr>
          <p:cNvPr id="38" name="Tabla_DET_GE_UDN">
            <a:extLst>
              <a:ext uri="{FF2B5EF4-FFF2-40B4-BE49-F238E27FC236}">
                <a16:creationId xmlns:a16="http://schemas.microsoft.com/office/drawing/2014/main" id="{091F63D8-BB56-2994-3031-1F1E5B0E9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3329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AS_GE_UDN">
            <a:extLst>
              <a:ext uri="{FF2B5EF4-FFF2-40B4-BE49-F238E27FC236}">
                <a16:creationId xmlns:a16="http://schemas.microsoft.com/office/drawing/2014/main" id="{D4EC7776-AC25-0D7E-6F76-E0F7C124C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959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RO_GE_UDN">
            <a:extLst>
              <a:ext uri="{FF2B5EF4-FFF2-40B4-BE49-F238E27FC236}">
                <a16:creationId xmlns:a16="http://schemas.microsoft.com/office/drawing/2014/main" id="{DEAF42E5-F980-E3F6-EA8C-2C9E86967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677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Grafico _don_GE_UDN">
            <a:extLst>
              <a:ext uri="{FF2B5EF4-FFF2-40B4-BE49-F238E27FC236}">
                <a16:creationId xmlns:a16="http://schemas.microsoft.com/office/drawing/2014/main" id="{A405D49C-10FD-502E-D244-40888A6967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7122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2" name="Grafico_bar_GE_UDN">
            <a:extLst>
              <a:ext uri="{FF2B5EF4-FFF2-40B4-BE49-F238E27FC236}">
                <a16:creationId xmlns:a16="http://schemas.microsoft.com/office/drawing/2014/main" id="{08243EC4-5401-A44C-795D-867D745E52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708335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3" name="Tabla_DIF_GE_UDN">
            <a:extLst>
              <a:ext uri="{FF2B5EF4-FFF2-40B4-BE49-F238E27FC236}">
                <a16:creationId xmlns:a16="http://schemas.microsoft.com/office/drawing/2014/main" id="{149DF693-39B0-F51D-4887-5B2EDA202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048414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6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8BAF-74EF-CA98-AD66-7E51B49A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34F57-4DC7-1B80-06BA-2EFA5CCA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03155A9E-4733-1983-54B7-CA1A397F517C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C37AD55-C13B-A6E3-E0DE-8743E756A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9D1DD276-3375-2397-343F-3A69DCC7EF7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Empresas de datos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B4316D11-2743-27A1-738A-9CD666BB8AF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1674F986-6336-6FF0-CDF9-2D89024139D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33CF4949-EE6D-9E21-5689-53980094F70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45C704FB-0B03-806E-1EF6-081999DC95E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0CB10A67-8531-A1A4-441F-1C5941BAA37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762E9BE7-3C8C-D926-CB46-B11BF6BD0D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C8198A21-9323-C38C-6D06-BB0E8FFC68D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DE3CF523-FF74-89F7-01F7-CC4AE2DCBFC7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6AD6AAA-E7C0-A826-EEB0-3ED65F839F49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98763F3-D219-BA20-9E23-547A5DF8E6F0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EDD">
            <a:extLst>
              <a:ext uri="{FF2B5EF4-FFF2-40B4-BE49-F238E27FC236}">
                <a16:creationId xmlns:a16="http://schemas.microsoft.com/office/drawing/2014/main" id="{4A27F028-D107-4E33-812B-27088E68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12215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37754"/>
                  </a:ext>
                </a:extLst>
              </a:tr>
            </a:tbl>
          </a:graphicData>
        </a:graphic>
      </p:graphicFrame>
      <p:graphicFrame>
        <p:nvGraphicFramePr>
          <p:cNvPr id="32" name="Tabla_DET_GE_EDD">
            <a:extLst>
              <a:ext uri="{FF2B5EF4-FFF2-40B4-BE49-F238E27FC236}">
                <a16:creationId xmlns:a16="http://schemas.microsoft.com/office/drawing/2014/main" id="{B7C751CF-49AD-C6FD-7DC8-0BA4081BA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052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EDD">
            <a:extLst>
              <a:ext uri="{FF2B5EF4-FFF2-40B4-BE49-F238E27FC236}">
                <a16:creationId xmlns:a16="http://schemas.microsoft.com/office/drawing/2014/main" id="{63D64916-8918-D436-5B70-EE3C3A45B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22099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EDD">
            <a:extLst>
              <a:ext uri="{FF2B5EF4-FFF2-40B4-BE49-F238E27FC236}">
                <a16:creationId xmlns:a16="http://schemas.microsoft.com/office/drawing/2014/main" id="{373B6452-A413-EFC5-4204-EBE4820D9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981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EDD">
            <a:extLst>
              <a:ext uri="{FF2B5EF4-FFF2-40B4-BE49-F238E27FC236}">
                <a16:creationId xmlns:a16="http://schemas.microsoft.com/office/drawing/2014/main" id="{EEC2A248-7D66-C2EA-07B1-5091C47DF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39251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EDD">
            <a:extLst>
              <a:ext uri="{FF2B5EF4-FFF2-40B4-BE49-F238E27FC236}">
                <a16:creationId xmlns:a16="http://schemas.microsoft.com/office/drawing/2014/main" id="{5333477F-BAE3-E53A-B03D-B48C6185A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46219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EDD">
            <a:extLst>
              <a:ext uri="{FF2B5EF4-FFF2-40B4-BE49-F238E27FC236}">
                <a16:creationId xmlns:a16="http://schemas.microsoft.com/office/drawing/2014/main" id="{2517A2F7-FADA-AAC1-2A37-E8219A5F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24554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11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6799-5876-36A6-7E5E-10F02EEE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79F2-3476-FA94-1444-A786719A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42A03115-CD0A-392F-2D3E-9FDF6BADEC5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E7E29E43-08EB-548D-6B72-196CA1444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67E03695-F26C-478A-3318-BDFDCAB7FDB4}"/>
              </a:ext>
            </a:extLst>
          </p:cNvPr>
          <p:cNvSpPr txBox="1"/>
          <p:nvPr/>
        </p:nvSpPr>
        <p:spPr>
          <a:xfrm>
            <a:off x="375047" y="1554275"/>
            <a:ext cx="43200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Comité Supervisión Países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0EF79EB9-8FCB-05F5-A6C6-6CA229C02B0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2D4629BD-78D8-B913-AD43-DDA20289E7BE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E8AA909E-9D96-C9EB-D24D-F19E445AFC4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EA100AAB-9E4F-63F7-432C-B4257C53729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CDF70AFA-F6F0-FE3D-E199-9355FE83ACE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503A70B1-5DC0-1886-73B9-18E013C7012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AD1D53F3-DC9F-8162-82F6-2BD31589846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03027E48-E71D-A032-620C-80F4F3A67878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BD11D595-DE24-7176-19B4-DEC67530D940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0614763B-0AA0-8658-CF92-0298B52B7A88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COP">
            <a:extLst>
              <a:ext uri="{FF2B5EF4-FFF2-40B4-BE49-F238E27FC236}">
                <a16:creationId xmlns:a16="http://schemas.microsoft.com/office/drawing/2014/main" id="{F7F49360-BCB4-E8CA-86D7-CF92A5725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1976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57853"/>
                  </a:ext>
                </a:extLst>
              </a:tr>
            </a:tbl>
          </a:graphicData>
        </a:graphic>
      </p:graphicFrame>
      <p:graphicFrame>
        <p:nvGraphicFramePr>
          <p:cNvPr id="32" name="Tabla_DET_GE_COP">
            <a:extLst>
              <a:ext uri="{FF2B5EF4-FFF2-40B4-BE49-F238E27FC236}">
                <a16:creationId xmlns:a16="http://schemas.microsoft.com/office/drawing/2014/main" id="{5230D0CC-A5A3-B59E-0162-A6DE16B0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4657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COP">
            <a:extLst>
              <a:ext uri="{FF2B5EF4-FFF2-40B4-BE49-F238E27FC236}">
                <a16:creationId xmlns:a16="http://schemas.microsoft.com/office/drawing/2014/main" id="{1D8A3A4E-B503-1350-A0DF-B77A092F9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80547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COP">
            <a:extLst>
              <a:ext uri="{FF2B5EF4-FFF2-40B4-BE49-F238E27FC236}">
                <a16:creationId xmlns:a16="http://schemas.microsoft.com/office/drawing/2014/main" id="{C75024A6-0A0D-36F5-88F5-1A9982036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2576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COP">
            <a:extLst>
              <a:ext uri="{FF2B5EF4-FFF2-40B4-BE49-F238E27FC236}">
                <a16:creationId xmlns:a16="http://schemas.microsoft.com/office/drawing/2014/main" id="{8E22693E-E6D7-F5A9-4FBB-0A8646ED0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8836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COP">
            <a:extLst>
              <a:ext uri="{FF2B5EF4-FFF2-40B4-BE49-F238E27FC236}">
                <a16:creationId xmlns:a16="http://schemas.microsoft.com/office/drawing/2014/main" id="{9284EED1-EF33-B8EB-9B1E-6170C4CE5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46837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COP">
            <a:extLst>
              <a:ext uri="{FF2B5EF4-FFF2-40B4-BE49-F238E27FC236}">
                <a16:creationId xmlns:a16="http://schemas.microsoft.com/office/drawing/2014/main" id="{59E05977-17BA-6D57-6918-BEAABC4BE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509226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1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76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ítulo 38">
            <a:extLst>
              <a:ext uri="{FF2B5EF4-FFF2-40B4-BE49-F238E27FC236}">
                <a16:creationId xmlns:a16="http://schemas.microsoft.com/office/drawing/2014/main" id="{FEDF8239-6CED-DC84-FF7B-9143ECD9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Despachos 1Q 2026</a:t>
            </a:r>
          </a:p>
        </p:txBody>
      </p:sp>
      <p:sp>
        <p:nvSpPr>
          <p:cNvPr id="3" name="25 CuadroTexto">
            <a:extLst>
              <a:ext uri="{FF2B5EF4-FFF2-40B4-BE49-F238E27FC236}">
                <a16:creationId xmlns:a16="http://schemas.microsoft.com/office/drawing/2014/main" id="{EBDAF6AD-C22A-0726-FB71-241FD8BFABD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6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D45400F-2B74-200D-8F59-CB16084E4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89 CuadroTexto">
            <a:extLst>
              <a:ext uri="{FF2B5EF4-FFF2-40B4-BE49-F238E27FC236}">
                <a16:creationId xmlns:a16="http://schemas.microsoft.com/office/drawing/2014/main" id="{7757460A-1AF7-0947-4FC3-C8815C6273EB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  <p:grpSp>
        <p:nvGrpSpPr>
          <p:cNvPr id="18" name="Agrupar 49">
            <a:extLst>
              <a:ext uri="{FF2B5EF4-FFF2-40B4-BE49-F238E27FC236}">
                <a16:creationId xmlns:a16="http://schemas.microsoft.com/office/drawing/2014/main" id="{414DA2A0-A642-54B7-DED0-23C57734151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9" name="CuadroTexto 33">
              <a:extLst>
                <a:ext uri="{FF2B5EF4-FFF2-40B4-BE49-F238E27FC236}">
                  <a16:creationId xmlns:a16="http://schemas.microsoft.com/office/drawing/2014/main" id="{0B9C2AFA-5D3A-A4D3-A8EF-57973478BCA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0" name="CuadroTexto 34">
              <a:extLst>
                <a:ext uri="{FF2B5EF4-FFF2-40B4-BE49-F238E27FC236}">
                  <a16:creationId xmlns:a16="http://schemas.microsoft.com/office/drawing/2014/main" id="{5C2E5DE8-413F-9522-E94E-DAB9CA21FA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D96446C5-156C-E538-0ED2-CF9A36B8B35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73980566-BF35-CFA3-9754-388F7CE5F98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502303FC-A7D1-5365-267F-9F38F1BC972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DA113A7E-6FD1-684D-B3AA-EA046E0D31D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1378D53-D913-D929-8BFE-C041FE99772E}"/>
              </a:ext>
            </a:extLst>
          </p:cNvPr>
          <p:cNvCxnSpPr>
            <a:cxnSpLocks/>
            <a:stCxn id="32" idx="3"/>
            <a:endCxn id="35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DE562F8-E920-E3B2-30E4-BE2640B7222B}"/>
              </a:ext>
            </a:extLst>
          </p:cNvPr>
          <p:cNvCxnSpPr>
            <a:cxnSpLocks/>
            <a:stCxn id="32" idx="1"/>
            <a:endCxn id="34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84EE3FAA-F4F0-AABF-754D-3E08FA70BBEB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IPN_GE_DP">
            <a:extLst>
              <a:ext uri="{FF2B5EF4-FFF2-40B4-BE49-F238E27FC236}">
                <a16:creationId xmlns:a16="http://schemas.microsoft.com/office/drawing/2014/main" id="{8A3F198A-1D9D-104E-090B-C938D2CD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70973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95198"/>
                  </a:ext>
                </a:extLst>
              </a:tr>
            </a:tbl>
          </a:graphicData>
        </a:graphic>
      </p:graphicFrame>
      <p:graphicFrame>
        <p:nvGraphicFramePr>
          <p:cNvPr id="33" name="Tabla_DET_GE_DP">
            <a:extLst>
              <a:ext uri="{FF2B5EF4-FFF2-40B4-BE49-F238E27FC236}">
                <a16:creationId xmlns:a16="http://schemas.microsoft.com/office/drawing/2014/main" id="{8317EBFE-4784-5EE2-6A2C-59FB6BB3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609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AS_GE_DP">
            <a:extLst>
              <a:ext uri="{FF2B5EF4-FFF2-40B4-BE49-F238E27FC236}">
                <a16:creationId xmlns:a16="http://schemas.microsoft.com/office/drawing/2014/main" id="{550B8E97-89F1-BF56-7AD1-27E74A868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4316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RO_GE_DP">
            <a:extLst>
              <a:ext uri="{FF2B5EF4-FFF2-40B4-BE49-F238E27FC236}">
                <a16:creationId xmlns:a16="http://schemas.microsoft.com/office/drawing/2014/main" id="{6F582F47-8559-FA2F-9BEB-F66F298CB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6106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Grafico _don_GE_DP">
            <a:extLst>
              <a:ext uri="{FF2B5EF4-FFF2-40B4-BE49-F238E27FC236}">
                <a16:creationId xmlns:a16="http://schemas.microsoft.com/office/drawing/2014/main" id="{63C4D576-3616-2A63-611B-07DEFCF4C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611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Grafico_bar_GE_DP">
            <a:extLst>
              <a:ext uri="{FF2B5EF4-FFF2-40B4-BE49-F238E27FC236}">
                <a16:creationId xmlns:a16="http://schemas.microsoft.com/office/drawing/2014/main" id="{FD5D7235-BA91-CD0E-A6B1-E20AD6680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413497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Tabla_DIF_GE_DP">
            <a:extLst>
              <a:ext uri="{FF2B5EF4-FFF2-40B4-BE49-F238E27FC236}">
                <a16:creationId xmlns:a16="http://schemas.microsoft.com/office/drawing/2014/main" id="{8102C700-4BB4-3EC3-4E21-B4B29F5D6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94893"/>
              </p:ext>
            </p:extLst>
          </p:nvPr>
        </p:nvGraphicFramePr>
        <p:xfrm>
          <a:off x="11640498" y="1615334"/>
          <a:ext cx="2692800" cy="56017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586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A33533B-3DF3-2FFE-27DB-66AA8F0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s-MX" dirty="0">
                <a:cs typeface="Arial" panose="020B0604020202020204" pitchFamily="34" charset="0"/>
              </a:rPr>
              <a:t>IPN TV Azteca 1Q 2026</a:t>
            </a:r>
            <a:endParaRPr lang="es-MX" dirty="0"/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5812A179-0278-D14A-00F4-757CEC8C42E8}"/>
              </a:ext>
            </a:extLst>
          </p:cNvPr>
          <p:cNvSpPr txBox="1"/>
          <p:nvPr/>
        </p:nvSpPr>
        <p:spPr>
          <a:xfrm>
            <a:off x="11640498" y="78791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C1DD1012-6DD6-6815-ED8C-6437D06E8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5ECD68-B718-717B-DA0A-5EE060C71721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TV Azteca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A6945BDE-23DD-DC9E-DEDE-510EEDB7D427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B33AF921-3B5B-6E28-9915-D23980907A8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BA9928A8-EAB6-A7DC-3D67-F46E26B2C43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BD1885DB-4C4E-2E21-12FD-06C31B6414A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59C29C22-C16E-347F-F7AE-F59E6C0D0074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84 Rectángulo">
              <a:extLst>
                <a:ext uri="{FF2B5EF4-FFF2-40B4-BE49-F238E27FC236}">
                  <a16:creationId xmlns:a16="http://schemas.microsoft.com/office/drawing/2014/main" id="{F1BF2DE4-C541-8985-89C6-0765D4E6A19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1" name="17 Rectángulo">
              <a:extLst>
                <a:ext uri="{FF2B5EF4-FFF2-40B4-BE49-F238E27FC236}">
                  <a16:creationId xmlns:a16="http://schemas.microsoft.com/office/drawing/2014/main" id="{894B9C2B-706A-7078-3175-7DCF8B6F166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48FB7E53-56BD-7754-011F-D486AE401D2C}"/>
              </a:ext>
            </a:extLst>
          </p:cNvPr>
          <p:cNvCxnSpPr>
            <a:cxnSpLocks/>
            <a:stCxn id="25" idx="3"/>
            <a:endCxn id="2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61E38873-F8C4-6067-0F25-20614D7919FD}"/>
              </a:ext>
            </a:extLst>
          </p:cNvPr>
          <p:cNvCxnSpPr>
            <a:cxnSpLocks/>
            <a:stCxn id="25" idx="1"/>
            <a:endCxn id="2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027394AB-12BB-F6DA-E3A2-BC381DBCCEC7}"/>
              </a:ext>
            </a:extLst>
          </p:cNvPr>
          <p:cNvCxnSpPr>
            <a:cxnSpLocks/>
            <a:stCxn id="2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5" name="Tabla_IPN_GE_TV">
            <a:extLst>
              <a:ext uri="{FF2B5EF4-FFF2-40B4-BE49-F238E27FC236}">
                <a16:creationId xmlns:a16="http://schemas.microsoft.com/office/drawing/2014/main" id="{FDDE54CB-5D5D-2A25-1B5F-1E4A90E0E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57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134001"/>
                  </a:ext>
                </a:extLst>
              </a:tr>
            </a:tbl>
          </a:graphicData>
        </a:graphic>
      </p:graphicFrame>
      <p:graphicFrame>
        <p:nvGraphicFramePr>
          <p:cNvPr id="26" name="Tabla_DET_GE_TV">
            <a:extLst>
              <a:ext uri="{FF2B5EF4-FFF2-40B4-BE49-F238E27FC236}">
                <a16:creationId xmlns:a16="http://schemas.microsoft.com/office/drawing/2014/main" id="{327126EB-10F0-E4AD-87AD-91A896642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16527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AS_GE_TV">
            <a:extLst>
              <a:ext uri="{FF2B5EF4-FFF2-40B4-BE49-F238E27FC236}">
                <a16:creationId xmlns:a16="http://schemas.microsoft.com/office/drawing/2014/main" id="{48ABAA67-3351-9CA2-6EE4-C87E04A26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45028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PRO_GE_TV">
            <a:extLst>
              <a:ext uri="{FF2B5EF4-FFF2-40B4-BE49-F238E27FC236}">
                <a16:creationId xmlns:a16="http://schemas.microsoft.com/office/drawing/2014/main" id="{7511000F-28A3-C6E2-9547-C9F21F479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932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Grafico _don_GE_TV">
            <a:extLst>
              <a:ext uri="{FF2B5EF4-FFF2-40B4-BE49-F238E27FC236}">
                <a16:creationId xmlns:a16="http://schemas.microsoft.com/office/drawing/2014/main" id="{3BBBA267-791D-2C48-D7EB-A2F01CE8A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038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Grafico_bar_TV">
            <a:extLst>
              <a:ext uri="{FF2B5EF4-FFF2-40B4-BE49-F238E27FC236}">
                <a16:creationId xmlns:a16="http://schemas.microsoft.com/office/drawing/2014/main" id="{4E10000E-0383-539C-5D81-52C9FE79D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813137"/>
              </p:ext>
            </p:extLst>
          </p:nvPr>
        </p:nvGraphicFramePr>
        <p:xfrm>
          <a:off x="5045089" y="1376185"/>
          <a:ext cx="6526600" cy="635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Tabla_DIF_TV">
            <a:extLst>
              <a:ext uri="{FF2B5EF4-FFF2-40B4-BE49-F238E27FC236}">
                <a16:creationId xmlns:a16="http://schemas.microsoft.com/office/drawing/2014/main" id="{381419D1-0F3E-03DB-100B-06B4A79C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508343"/>
              </p:ext>
            </p:extLst>
          </p:nvPr>
        </p:nvGraphicFramePr>
        <p:xfrm>
          <a:off x="11623551" y="1037231"/>
          <a:ext cx="2715914" cy="6689561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3788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98918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119409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125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277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96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75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0917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BD242D80-6E52-7670-9842-05F71C76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Totalplay 1Q 2026</a:t>
            </a:r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FC1FDDBF-EB15-A3B3-0F2B-D3DEF81D1DF1}"/>
              </a:ext>
            </a:extLst>
          </p:cNvPr>
          <p:cNvSpPr txBox="1"/>
          <p:nvPr/>
        </p:nvSpPr>
        <p:spPr>
          <a:xfrm>
            <a:off x="11640498" y="7871182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A0376544-ED41-66DB-B4F3-E0526285B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902A59-377F-F3F2-8C4E-D6941EA4D25A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Totalplay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B792FD3B-1E06-458F-E9CB-33E6FCA3A0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E999BE4C-D51F-5514-9066-90DA49FED6C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3509B7EF-531B-A240-35EE-509ECC186AF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DE52F72C-2BCE-5828-AD03-EA9BE8DF28C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041DC418-E5EF-8B75-1EDD-DEA9330A814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9" name="84 Rectángulo">
              <a:extLst>
                <a:ext uri="{FF2B5EF4-FFF2-40B4-BE49-F238E27FC236}">
                  <a16:creationId xmlns:a16="http://schemas.microsoft.com/office/drawing/2014/main" id="{637B7F7F-9C7B-F471-D575-3512525A08F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17 Rectángulo">
              <a:extLst>
                <a:ext uri="{FF2B5EF4-FFF2-40B4-BE49-F238E27FC236}">
                  <a16:creationId xmlns:a16="http://schemas.microsoft.com/office/drawing/2014/main" id="{3EFC4A81-ED8C-2F23-D213-05B6BD494B9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1" name="Conector angular 25">
            <a:extLst>
              <a:ext uri="{FF2B5EF4-FFF2-40B4-BE49-F238E27FC236}">
                <a16:creationId xmlns:a16="http://schemas.microsoft.com/office/drawing/2014/main" id="{783AB001-5C70-6C16-991E-FD4014A2B1DA}"/>
              </a:ext>
            </a:extLst>
          </p:cNvPr>
          <p:cNvCxnSpPr>
            <a:cxnSpLocks/>
            <a:stCxn id="24" idx="3"/>
            <a:endCxn id="2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A2105509-39EF-848C-5C53-E014E040EE75}"/>
              </a:ext>
            </a:extLst>
          </p:cNvPr>
          <p:cNvCxnSpPr>
            <a:cxnSpLocks/>
            <a:stCxn id="24" idx="1"/>
            <a:endCxn id="2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0A4C2556-3BEF-2585-AC4A-AC764D021BE7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4" name="Tabla_IPN_GE_TP">
            <a:extLst>
              <a:ext uri="{FF2B5EF4-FFF2-40B4-BE49-F238E27FC236}">
                <a16:creationId xmlns:a16="http://schemas.microsoft.com/office/drawing/2014/main" id="{B47C1216-481B-38C9-C8AE-D1C72B563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89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43798"/>
                  </a:ext>
                </a:extLst>
              </a:tr>
            </a:tbl>
          </a:graphicData>
        </a:graphic>
      </p:graphicFrame>
      <p:graphicFrame>
        <p:nvGraphicFramePr>
          <p:cNvPr id="25" name="Tabla_DET_GE_TP">
            <a:extLst>
              <a:ext uri="{FF2B5EF4-FFF2-40B4-BE49-F238E27FC236}">
                <a16:creationId xmlns:a16="http://schemas.microsoft.com/office/drawing/2014/main" id="{21E4732B-57D4-B343-8AFB-B95932A73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24198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6" name="Tabla_PAS_GE_TP">
            <a:extLst>
              <a:ext uri="{FF2B5EF4-FFF2-40B4-BE49-F238E27FC236}">
                <a16:creationId xmlns:a16="http://schemas.microsoft.com/office/drawing/2014/main" id="{4C6CDCF5-7841-DE52-F8BF-D83838280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8246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RO_GE_TP">
            <a:extLst>
              <a:ext uri="{FF2B5EF4-FFF2-40B4-BE49-F238E27FC236}">
                <a16:creationId xmlns:a16="http://schemas.microsoft.com/office/drawing/2014/main" id="{0DF5A4EF-9748-DA21-A199-11B45A822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918057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Grafico _don_GE_TP">
            <a:extLst>
              <a:ext uri="{FF2B5EF4-FFF2-40B4-BE49-F238E27FC236}">
                <a16:creationId xmlns:a16="http://schemas.microsoft.com/office/drawing/2014/main" id="{659CADF4-8BEA-5DAB-C595-85A9B8119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72463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Grafico_bar_TP">
            <a:extLst>
              <a:ext uri="{FF2B5EF4-FFF2-40B4-BE49-F238E27FC236}">
                <a16:creationId xmlns:a16="http://schemas.microsoft.com/office/drawing/2014/main" id="{C83897A4-2E31-7D2C-39A5-137A4D7194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154162"/>
              </p:ext>
            </p:extLst>
          </p:nvPr>
        </p:nvGraphicFramePr>
        <p:xfrm>
          <a:off x="5045089" y="1376185"/>
          <a:ext cx="6526600" cy="6350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Tabla_DIF_TP">
            <a:extLst>
              <a:ext uri="{FF2B5EF4-FFF2-40B4-BE49-F238E27FC236}">
                <a16:creationId xmlns:a16="http://schemas.microsoft.com/office/drawing/2014/main" id="{6567A501-CB68-D10E-F373-28B7F5969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54537"/>
              </p:ext>
            </p:extLst>
          </p:nvPr>
        </p:nvGraphicFramePr>
        <p:xfrm>
          <a:off x="11623551" y="1066800"/>
          <a:ext cx="2715914" cy="6660003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2448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0356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87349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0285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712798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7011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20777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9631-E6C1-CF70-1DF7-DFF10216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0E90E15-4BF2-39DB-4DF6-E8CC1A4A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IPN Negócios Família 1Q 2026</a:t>
            </a:r>
            <a:endParaRPr lang="es-MX" dirty="0"/>
          </a:p>
        </p:txBody>
      </p:sp>
      <p:sp>
        <p:nvSpPr>
          <p:cNvPr id="18" name="25 CuadroTexto">
            <a:extLst>
              <a:ext uri="{FF2B5EF4-FFF2-40B4-BE49-F238E27FC236}">
                <a16:creationId xmlns:a16="http://schemas.microsoft.com/office/drawing/2014/main" id="{A93CBAEA-A435-B3CB-9089-2FF8D6AD69DF}"/>
              </a:ext>
            </a:extLst>
          </p:cNvPr>
          <p:cNvSpPr txBox="1"/>
          <p:nvPr/>
        </p:nvSpPr>
        <p:spPr>
          <a:xfrm>
            <a:off x="11640498" y="77267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69E68870-E91F-F777-E665-2F5091917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DF20AC73-F87E-883F-5501-1B2C00AB7129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Negocios Familia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E46681EA-1C9E-BCCE-6442-61487F4A764D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5F3ED8B9-414B-0C08-3760-23CF7486094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54909530-F89E-ADE9-E44A-5A46F6E5611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7631D36F-68FE-1BDB-54E6-96C41ACFBBF0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FC40BF2C-5039-0E41-A662-3691CC1AA3D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390781A0-F673-9E72-EAE4-520DE7A88E7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EB42819D-6D15-F03B-EC62-1092CF873A2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594717C-7ED8-4AE6-6AFE-4D3115A71060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4C5CCF59-64E0-9B4F-62C7-48C6EA64AEAC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26AC4D35-8E39-95E6-10B0-DB012849E997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NG">
            <a:extLst>
              <a:ext uri="{FF2B5EF4-FFF2-40B4-BE49-F238E27FC236}">
                <a16:creationId xmlns:a16="http://schemas.microsoft.com/office/drawing/2014/main" id="{89C5FC8E-696C-5365-BFB7-817BE64E2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4587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315234"/>
                  </a:ext>
                </a:extLst>
              </a:tr>
            </a:tbl>
          </a:graphicData>
        </a:graphic>
      </p:graphicFrame>
      <p:graphicFrame>
        <p:nvGraphicFramePr>
          <p:cNvPr id="36" name="Tabla_DET_GE_NG">
            <a:extLst>
              <a:ext uri="{FF2B5EF4-FFF2-40B4-BE49-F238E27FC236}">
                <a16:creationId xmlns:a16="http://schemas.microsoft.com/office/drawing/2014/main" id="{2682D04A-BF32-6726-0A39-EAFCFA683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2759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NG">
            <a:extLst>
              <a:ext uri="{FF2B5EF4-FFF2-40B4-BE49-F238E27FC236}">
                <a16:creationId xmlns:a16="http://schemas.microsoft.com/office/drawing/2014/main" id="{1C4564FF-E26C-70F0-FBA3-B3A4D420F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3914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NG">
            <a:extLst>
              <a:ext uri="{FF2B5EF4-FFF2-40B4-BE49-F238E27FC236}">
                <a16:creationId xmlns:a16="http://schemas.microsoft.com/office/drawing/2014/main" id="{8F93BDB9-2483-8D91-6ECF-BC44CFC7A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5722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NG">
            <a:extLst>
              <a:ext uri="{FF2B5EF4-FFF2-40B4-BE49-F238E27FC236}">
                <a16:creationId xmlns:a16="http://schemas.microsoft.com/office/drawing/2014/main" id="{928CE8C9-5B66-A416-63CF-C70A37EC3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7584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NG">
            <a:extLst>
              <a:ext uri="{FF2B5EF4-FFF2-40B4-BE49-F238E27FC236}">
                <a16:creationId xmlns:a16="http://schemas.microsoft.com/office/drawing/2014/main" id="{6B4B3711-A592-F205-C817-ED2294AC0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147110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NG">
            <a:extLst>
              <a:ext uri="{FF2B5EF4-FFF2-40B4-BE49-F238E27FC236}">
                <a16:creationId xmlns:a16="http://schemas.microsoft.com/office/drawing/2014/main" id="{9945FAE6-35EA-C2C2-95CB-10FD84097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757002"/>
              </p:ext>
            </p:extLst>
          </p:nvPr>
        </p:nvGraphicFramePr>
        <p:xfrm>
          <a:off x="11623551" y="1460439"/>
          <a:ext cx="2715914" cy="6029425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580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kumimoji="0" 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949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4A81C90-DBA0-4AEA-F96B-26296435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Otros Negocios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D733B985-99EF-E94B-4872-F21FD5191C69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D94060B8-CA3C-2010-DF6F-B33F1A90D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97D5A78E-D4C5-A511-D23F-4D401965509F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469A83CE-39BF-728D-65FC-859F87A37609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483F5B21-894A-7C3F-6628-186F69329AA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6677FB1C-6077-BF56-1BC0-E89A2048F4D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19A0E672-E3D8-1811-A27F-2F8DE4C1FE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72623D5F-E167-6BA3-9DEF-7BE8EF29E3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1ED408AB-D685-D696-BA49-D97D481E7EC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6C018355-5C03-C588-DC59-33D6D1EB438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3CE790FB-00B0-BFBC-6A83-52270DA08F74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254696F2-1E00-E946-1178-CA7C362A100D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A608109A-F48D-FF34-EA61-8E404B0434F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ON">
            <a:extLst>
              <a:ext uri="{FF2B5EF4-FFF2-40B4-BE49-F238E27FC236}">
                <a16:creationId xmlns:a16="http://schemas.microsoft.com/office/drawing/2014/main" id="{BCD0CFF2-88C0-22FA-B68A-20459E7F4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7939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16052"/>
                  </a:ext>
                </a:extLst>
              </a:tr>
            </a:tbl>
          </a:graphicData>
        </a:graphic>
      </p:graphicFrame>
      <p:graphicFrame>
        <p:nvGraphicFramePr>
          <p:cNvPr id="35" name="Tabla_DET_GE_ON">
            <a:extLst>
              <a:ext uri="{FF2B5EF4-FFF2-40B4-BE49-F238E27FC236}">
                <a16:creationId xmlns:a16="http://schemas.microsoft.com/office/drawing/2014/main" id="{3E5FDA7C-7CD2-3584-D023-600D8495E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40706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ON">
            <a:extLst>
              <a:ext uri="{FF2B5EF4-FFF2-40B4-BE49-F238E27FC236}">
                <a16:creationId xmlns:a16="http://schemas.microsoft.com/office/drawing/2014/main" id="{FEBD6972-6FAE-92B0-ED5C-D874C9C2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221486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ON">
            <a:extLst>
              <a:ext uri="{FF2B5EF4-FFF2-40B4-BE49-F238E27FC236}">
                <a16:creationId xmlns:a16="http://schemas.microsoft.com/office/drawing/2014/main" id="{182FC528-439E-F53C-0E1F-81C3A0FC8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7698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Grafico _don_GE_ON">
            <a:extLst>
              <a:ext uri="{FF2B5EF4-FFF2-40B4-BE49-F238E27FC236}">
                <a16:creationId xmlns:a16="http://schemas.microsoft.com/office/drawing/2014/main" id="{51963C4C-A0E9-60C7-6C05-5126DA30F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026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Grafico_bar_GE_ON">
            <a:extLst>
              <a:ext uri="{FF2B5EF4-FFF2-40B4-BE49-F238E27FC236}">
                <a16:creationId xmlns:a16="http://schemas.microsoft.com/office/drawing/2014/main" id="{09D9E871-F3BA-2C1F-62B4-6B7AF141CC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17786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0" name="Tabla_DIF_GE_ON">
            <a:extLst>
              <a:ext uri="{FF2B5EF4-FFF2-40B4-BE49-F238E27FC236}">
                <a16:creationId xmlns:a16="http://schemas.microsoft.com/office/drawing/2014/main" id="{5F5F0E39-0DA1-4B4B-972B-E5FB81AC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510185"/>
              </p:ext>
            </p:extLst>
          </p:nvPr>
        </p:nvGraphicFramePr>
        <p:xfrm>
          <a:off x="11640498" y="1483254"/>
          <a:ext cx="2692800" cy="572891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43476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9DD573B-EF8E-6012-A0D0-C8D2D2EA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Soporte Estratégico 1Q 2026</a:t>
            </a:r>
          </a:p>
        </p:txBody>
      </p:sp>
      <p:sp>
        <p:nvSpPr>
          <p:cNvPr id="9" name="25 CuadroTexto">
            <a:extLst>
              <a:ext uri="{FF2B5EF4-FFF2-40B4-BE49-F238E27FC236}">
                <a16:creationId xmlns:a16="http://schemas.microsoft.com/office/drawing/2014/main" id="{698ED6E0-6268-331B-1ED8-EBE4A9701456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7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28FE22E-BF08-788A-2399-789152AB1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89 CuadroTexto">
            <a:extLst>
              <a:ext uri="{FF2B5EF4-FFF2-40B4-BE49-F238E27FC236}">
                <a16:creationId xmlns:a16="http://schemas.microsoft.com/office/drawing/2014/main" id="{3F3D40F0-B74B-14F6-9B2D-AE03A7FBB5D0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Soporte Estratégico</a:t>
            </a:r>
          </a:p>
        </p:txBody>
      </p:sp>
      <p:grpSp>
        <p:nvGrpSpPr>
          <p:cNvPr id="19" name="Agrupar 49">
            <a:extLst>
              <a:ext uri="{FF2B5EF4-FFF2-40B4-BE49-F238E27FC236}">
                <a16:creationId xmlns:a16="http://schemas.microsoft.com/office/drawing/2014/main" id="{232171C4-F77F-AB9B-A96D-28FD8B7A367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0" name="CuadroTexto 33">
              <a:extLst>
                <a:ext uri="{FF2B5EF4-FFF2-40B4-BE49-F238E27FC236}">
                  <a16:creationId xmlns:a16="http://schemas.microsoft.com/office/drawing/2014/main" id="{96E448F8-9601-5016-5983-37D84352208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3378084C-DA25-2010-23B8-06ED7DD50F2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7E668B03-C2D1-B1A4-A60E-A59485A8707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D171F09D-9F33-B61C-91EE-25151E1B2B1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BA95B00F-BA9D-DC11-8078-5071CF0A9EB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878D0871-8ADC-8CC8-C6BE-FA6E266838F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A4C294A7-15ED-67F1-7091-73F4B201ACA9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092833DA-4E20-28F7-BBC8-9C9F615AC5AD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D3E2DDB-237A-C72A-F1E2-042BEF5F73E2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SP">
            <a:extLst>
              <a:ext uri="{FF2B5EF4-FFF2-40B4-BE49-F238E27FC236}">
                <a16:creationId xmlns:a16="http://schemas.microsoft.com/office/drawing/2014/main" id="{6834DD46-F3F2-3AF1-321B-7E220B1D0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5349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481385"/>
                  </a:ext>
                </a:extLst>
              </a:tr>
            </a:tbl>
          </a:graphicData>
        </a:graphic>
      </p:graphicFrame>
      <p:graphicFrame>
        <p:nvGraphicFramePr>
          <p:cNvPr id="34" name="Tabla_DET_GE_SP">
            <a:extLst>
              <a:ext uri="{FF2B5EF4-FFF2-40B4-BE49-F238E27FC236}">
                <a16:creationId xmlns:a16="http://schemas.microsoft.com/office/drawing/2014/main" id="{D6E80F21-EAAB-D16F-2730-B99925685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45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SP">
            <a:extLst>
              <a:ext uri="{FF2B5EF4-FFF2-40B4-BE49-F238E27FC236}">
                <a16:creationId xmlns:a16="http://schemas.microsoft.com/office/drawing/2014/main" id="{6EE1A9F8-78DE-B605-AEAF-40DD2555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2535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SP">
            <a:extLst>
              <a:ext uri="{FF2B5EF4-FFF2-40B4-BE49-F238E27FC236}">
                <a16:creationId xmlns:a16="http://schemas.microsoft.com/office/drawing/2014/main" id="{14F7365F-DDB3-2B88-74D1-2E853FAE6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8865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SP">
            <a:extLst>
              <a:ext uri="{FF2B5EF4-FFF2-40B4-BE49-F238E27FC236}">
                <a16:creationId xmlns:a16="http://schemas.microsoft.com/office/drawing/2014/main" id="{1D6645E7-0405-7756-B0B2-A0CBD90AA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1071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SP">
            <a:extLst>
              <a:ext uri="{FF2B5EF4-FFF2-40B4-BE49-F238E27FC236}">
                <a16:creationId xmlns:a16="http://schemas.microsoft.com/office/drawing/2014/main" id="{BD26CC92-1D91-2F63-2FE1-5977F8E2E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74292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SP">
            <a:extLst>
              <a:ext uri="{FF2B5EF4-FFF2-40B4-BE49-F238E27FC236}">
                <a16:creationId xmlns:a16="http://schemas.microsoft.com/office/drawing/2014/main" id="{45D22B2F-E87F-1629-7404-330A1B9E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092865"/>
              </p:ext>
            </p:extLst>
          </p:nvPr>
        </p:nvGraphicFramePr>
        <p:xfrm>
          <a:off x="11640498" y="1554374"/>
          <a:ext cx="2692800" cy="565779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487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B45516C-2917-B91B-54FE-4E68473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Educación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C779AD7C-DDC7-1F40-D456-E858E7E5B84F}"/>
              </a:ext>
            </a:extLst>
          </p:cNvPr>
          <p:cNvSpPr txBox="1"/>
          <p:nvPr/>
        </p:nvSpPr>
        <p:spPr>
          <a:xfrm>
            <a:off x="11640498" y="744848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5576E014-8B36-8819-45B5-8A77581F0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4FA5E740-CB77-D515-08AC-0684F9C9CE15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Educación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D8891775-88DE-DF0A-4D79-AC6D97E1F60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60E5C23C-09F1-AD74-C833-F13E0473010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4932BE78-D08A-9D52-1B74-9D1A57A6EB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3CE5C495-5C8B-4B13-333B-D124B7C31D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C90B1258-17D3-D163-1F37-B9BFB18EE2CB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7E04639A-9FED-7074-A1EC-782D1498CB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9B5F52E5-021F-02BC-197D-F438B5F4D75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A070B9D-3A2F-003F-3D39-0C2FD3A207CC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2BA0A88-27B4-9A9C-88F2-B22A302791BF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BADFC17A-7FF1-CF59-9841-CDF4F3DB1ADD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ED">
            <a:extLst>
              <a:ext uri="{FF2B5EF4-FFF2-40B4-BE49-F238E27FC236}">
                <a16:creationId xmlns:a16="http://schemas.microsoft.com/office/drawing/2014/main" id="{0A996DF5-3105-8CA2-2275-3AA8A570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1873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50755"/>
                  </a:ext>
                </a:extLst>
              </a:tr>
            </a:tbl>
          </a:graphicData>
        </a:graphic>
      </p:graphicFrame>
      <p:graphicFrame>
        <p:nvGraphicFramePr>
          <p:cNvPr id="34" name="Tabla_DET_GE_ED">
            <a:extLst>
              <a:ext uri="{FF2B5EF4-FFF2-40B4-BE49-F238E27FC236}">
                <a16:creationId xmlns:a16="http://schemas.microsoft.com/office/drawing/2014/main" id="{EF14034E-7C93-4886-85A7-6F956ED71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1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ED">
            <a:extLst>
              <a:ext uri="{FF2B5EF4-FFF2-40B4-BE49-F238E27FC236}">
                <a16:creationId xmlns:a16="http://schemas.microsoft.com/office/drawing/2014/main" id="{0AFD1F1E-29BF-F2CA-C81C-EF91E0EAB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4260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ED">
            <a:extLst>
              <a:ext uri="{FF2B5EF4-FFF2-40B4-BE49-F238E27FC236}">
                <a16:creationId xmlns:a16="http://schemas.microsoft.com/office/drawing/2014/main" id="{17386931-3537-7E3D-8C58-80E202C49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3885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ED">
            <a:extLst>
              <a:ext uri="{FF2B5EF4-FFF2-40B4-BE49-F238E27FC236}">
                <a16:creationId xmlns:a16="http://schemas.microsoft.com/office/drawing/2014/main" id="{DC728469-A457-3A26-898D-7A5A40B55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47733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ED">
            <a:extLst>
              <a:ext uri="{FF2B5EF4-FFF2-40B4-BE49-F238E27FC236}">
                <a16:creationId xmlns:a16="http://schemas.microsoft.com/office/drawing/2014/main" id="{ABECA658-F53E-D4F0-F5DE-E0567331B0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03139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ED">
            <a:extLst>
              <a:ext uri="{FF2B5EF4-FFF2-40B4-BE49-F238E27FC236}">
                <a16:creationId xmlns:a16="http://schemas.microsoft.com/office/drawing/2014/main" id="{FD533CAB-C394-A5FD-4A1E-ACDDC5277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680472"/>
              </p:ext>
            </p:extLst>
          </p:nvPr>
        </p:nvGraphicFramePr>
        <p:xfrm>
          <a:off x="11640498" y="1554373"/>
          <a:ext cx="2692800" cy="565779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921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33B6DB7-B22E-802D-0E53-3675D902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Oficina de la presidencia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F9209A78-43FB-E9A7-38D0-6F29562876A1}"/>
              </a:ext>
            </a:extLst>
          </p:cNvPr>
          <p:cNvSpPr txBox="1"/>
          <p:nvPr/>
        </p:nvSpPr>
        <p:spPr>
          <a:xfrm>
            <a:off x="11640498" y="773695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6ADAA22-416A-19A1-2104-FBD16E026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08DB4886-8EB5-E7DC-ECA2-A799656AEA77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pSp>
        <p:nvGrpSpPr>
          <p:cNvPr id="23" name="Agrupar 49">
            <a:extLst>
              <a:ext uri="{FF2B5EF4-FFF2-40B4-BE49-F238E27FC236}">
                <a16:creationId xmlns:a16="http://schemas.microsoft.com/office/drawing/2014/main" id="{04224307-94A7-BFA7-DAFC-F7D9BA0724D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2F60F5AD-560D-8D77-E158-23EA03C24B7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85AC9C50-DEE3-3762-8369-4936C98DFF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9BBDBEF9-783A-22D8-8AA3-4CF0992D2B4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3D8E2D15-FBCE-D5E9-602C-2D1D44A312E5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5BCDA360-D757-CDA4-A88F-1454B6F1C56B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F9150EF1-8F0A-7220-0ED1-A4C220510672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48F2FE8D-67A7-B8FF-1F81-BA98CA3097EF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5579B03-DA25-897D-5E3E-41AFE6A3ABDA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775E8E0-2BE9-5E7F-C395-DC12A869A576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OP">
            <a:extLst>
              <a:ext uri="{FF2B5EF4-FFF2-40B4-BE49-F238E27FC236}">
                <a16:creationId xmlns:a16="http://schemas.microsoft.com/office/drawing/2014/main" id="{46A576A1-C006-683D-4596-95DC966A3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424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72.2%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13,317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508697"/>
                  </a:ext>
                </a:extLst>
              </a:tr>
            </a:tbl>
          </a:graphicData>
        </a:graphic>
      </p:graphicFrame>
      <p:graphicFrame>
        <p:nvGraphicFramePr>
          <p:cNvPr id="34" name="Tabla_DET_GE_OP">
            <a:extLst>
              <a:ext uri="{FF2B5EF4-FFF2-40B4-BE49-F238E27FC236}">
                <a16:creationId xmlns:a16="http://schemas.microsoft.com/office/drawing/2014/main" id="{EBAB8403-95C7-E591-8F33-2BDE30B19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3140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6.8%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OP">
            <a:extLst>
              <a:ext uri="{FF2B5EF4-FFF2-40B4-BE49-F238E27FC236}">
                <a16:creationId xmlns:a16="http://schemas.microsoft.com/office/drawing/2014/main" id="{DFBB18D3-10D2-A15F-6D58-44469CD99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9132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14.3%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OP">
            <a:extLst>
              <a:ext uri="{FF2B5EF4-FFF2-40B4-BE49-F238E27FC236}">
                <a16:creationId xmlns:a16="http://schemas.microsoft.com/office/drawing/2014/main" id="{F89DB8A7-B7DD-DC7C-6D6B-33487D7A3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685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79.0%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OP">
            <a:extLst>
              <a:ext uri="{FF2B5EF4-FFF2-40B4-BE49-F238E27FC236}">
                <a16:creationId xmlns:a16="http://schemas.microsoft.com/office/drawing/2014/main" id="{A9F6D79C-5FD0-EA74-2BB2-D2CCFE356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9996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OP">
            <a:extLst>
              <a:ext uri="{FF2B5EF4-FFF2-40B4-BE49-F238E27FC236}">
                <a16:creationId xmlns:a16="http://schemas.microsoft.com/office/drawing/2014/main" id="{EE8D43BD-8039-6098-F3BF-0EAC671BC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003238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OP">
            <a:extLst>
              <a:ext uri="{FF2B5EF4-FFF2-40B4-BE49-F238E27FC236}">
                <a16:creationId xmlns:a16="http://schemas.microsoft.com/office/drawing/2014/main" id="{404719D0-7991-B18B-C080-C8D7071A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03936"/>
              </p:ext>
            </p:extLst>
          </p:nvPr>
        </p:nvGraphicFramePr>
        <p:xfrm>
          <a:off x="11623551" y="1460439"/>
          <a:ext cx="2715914" cy="6029424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6211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6114</TotalTime>
  <Words>2162</Words>
  <Application>Microsoft Office PowerPoint</Application>
  <PresentationFormat>Personalizado</PresentationFormat>
  <Paragraphs>1092</Paragraphs>
  <Slides>34</Slides>
  <Notes>22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Century Gothic</vt:lpstr>
      <vt:lpstr>Kanit</vt:lpstr>
      <vt:lpstr>Montserrat</vt:lpstr>
      <vt:lpstr>Montserrat ExtraBold</vt:lpstr>
      <vt:lpstr>Office 2013 - Tema de 2022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IPN Grupo Salinas 1Q 2026</vt:lpstr>
      <vt:lpstr>IPN Histórico Grupo Salinas</vt:lpstr>
      <vt:lpstr>Motivos Promotores 1Q 2026 Grupo Salinas</vt:lpstr>
      <vt:lpstr>Motivos Promotores 1Q 2026 Grupo Salinas</vt:lpstr>
      <vt:lpstr>Motivos Promotores 1Q 2026 Grupo Salinas</vt:lpstr>
      <vt:lpstr>Presentación de PowerPoint</vt:lpstr>
      <vt:lpstr>IPN Histórico por Grupo Empresarial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Despachos 1Q 2026</vt:lpstr>
      <vt:lpstr>IPN TV Azteca 1Q 2026</vt:lpstr>
      <vt:lpstr>IPN Totalplay 1Q 2026</vt:lpstr>
      <vt:lpstr>IPN Negócios Família 1Q 2026</vt:lpstr>
      <vt:lpstr>IPN Otros Negocios 1Q 2026</vt:lpstr>
      <vt:lpstr>IPN Soporte Estratégico 1Q 2026</vt:lpstr>
      <vt:lpstr>IPN Educación 1Q 2026</vt:lpstr>
      <vt:lpstr>IPN Oficina de la presidencia 1Q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Alejandro Elizarraras Moreno</dc:creator>
  <cp:lastModifiedBy>Jesus Noel De Jesus Guerrero</cp:lastModifiedBy>
  <cp:revision>181</cp:revision>
  <dcterms:created xsi:type="dcterms:W3CDTF">2022-08-30T14:57:49Z</dcterms:created>
  <dcterms:modified xsi:type="dcterms:W3CDTF">2026-10-05T22:30:19Z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2023-02-28T16:58:16Z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cd950f7b-6da7-4cff-85ed-220078e8d2ad</vt:lpwstr>
  </property>
  <property fmtid="{D5CDD505-2E9C-101B-9397-08002B2CF9AE}" pid="8" name="MSIP_Label_8ae3a633-3d5f-462b-ba19-31157bb9a57b_ContentBits">
    <vt:lpwstr>0</vt:lpwstr>
  </property>
</Properties>
</file>