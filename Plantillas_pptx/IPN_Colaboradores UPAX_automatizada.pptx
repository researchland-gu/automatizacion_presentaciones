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  <p:sldMasterId id="2147483692" r:id="rId3"/>
    <p:sldMasterId id="2147483707" r:id="rId4"/>
  </p:sldMasterIdLst>
  <p:notesMasterIdLst>
    <p:notesMasterId r:id="rId16"/>
  </p:notesMasterIdLst>
  <p:sldIdLst>
    <p:sldId id="837" r:id="rId5"/>
    <p:sldId id="839" r:id="rId6"/>
    <p:sldId id="847" r:id="rId7"/>
    <p:sldId id="863" r:id="rId8"/>
    <p:sldId id="842" r:id="rId9"/>
    <p:sldId id="858" r:id="rId10"/>
    <p:sldId id="850" r:id="rId11"/>
    <p:sldId id="844" r:id="rId12"/>
    <p:sldId id="285" r:id="rId13"/>
    <p:sldId id="845" r:id="rId14"/>
    <p:sldId id="846" r:id="rId15"/>
  </p:sldIdLst>
  <p:sldSz cx="14400213" cy="8135938"/>
  <p:notesSz cx="6858000" cy="9144000"/>
  <p:defaultTextStyle>
    <a:defPPr>
      <a:defRPr lang="es-MX"/>
    </a:defPPr>
    <a:lvl1pPr marL="0" algn="l" defTabSz="1112614" rtl="0" eaLnBrk="1" latinLnBrk="0" hangingPunct="1">
      <a:defRPr sz="2215" kern="1200">
        <a:solidFill>
          <a:schemeClr val="tx1"/>
        </a:solidFill>
        <a:latin typeface="+mn-lt"/>
        <a:ea typeface="+mn-ea"/>
        <a:cs typeface="+mn-cs"/>
      </a:defRPr>
    </a:lvl1pPr>
    <a:lvl2pPr marL="556307" algn="l" defTabSz="1112614" rtl="0" eaLnBrk="1" latinLnBrk="0" hangingPunct="1">
      <a:defRPr sz="2215" kern="1200">
        <a:solidFill>
          <a:schemeClr val="tx1"/>
        </a:solidFill>
        <a:latin typeface="+mn-lt"/>
        <a:ea typeface="+mn-ea"/>
        <a:cs typeface="+mn-cs"/>
      </a:defRPr>
    </a:lvl2pPr>
    <a:lvl3pPr marL="1112614" algn="l" defTabSz="1112614" rtl="0" eaLnBrk="1" latinLnBrk="0" hangingPunct="1">
      <a:defRPr sz="2215" kern="1200">
        <a:solidFill>
          <a:schemeClr val="tx1"/>
        </a:solidFill>
        <a:latin typeface="+mn-lt"/>
        <a:ea typeface="+mn-ea"/>
        <a:cs typeface="+mn-cs"/>
      </a:defRPr>
    </a:lvl3pPr>
    <a:lvl4pPr marL="1668921" algn="l" defTabSz="1112614" rtl="0" eaLnBrk="1" latinLnBrk="0" hangingPunct="1">
      <a:defRPr sz="2215" kern="1200">
        <a:solidFill>
          <a:schemeClr val="tx1"/>
        </a:solidFill>
        <a:latin typeface="+mn-lt"/>
        <a:ea typeface="+mn-ea"/>
        <a:cs typeface="+mn-cs"/>
      </a:defRPr>
    </a:lvl4pPr>
    <a:lvl5pPr marL="2225228" algn="l" defTabSz="1112614" rtl="0" eaLnBrk="1" latinLnBrk="0" hangingPunct="1">
      <a:defRPr sz="2215" kern="1200">
        <a:solidFill>
          <a:schemeClr val="tx1"/>
        </a:solidFill>
        <a:latin typeface="+mn-lt"/>
        <a:ea typeface="+mn-ea"/>
        <a:cs typeface="+mn-cs"/>
      </a:defRPr>
    </a:lvl5pPr>
    <a:lvl6pPr marL="2781535" algn="l" defTabSz="1112614" rtl="0" eaLnBrk="1" latinLnBrk="0" hangingPunct="1">
      <a:defRPr sz="2215" kern="1200">
        <a:solidFill>
          <a:schemeClr val="tx1"/>
        </a:solidFill>
        <a:latin typeface="+mn-lt"/>
        <a:ea typeface="+mn-ea"/>
        <a:cs typeface="+mn-cs"/>
      </a:defRPr>
    </a:lvl6pPr>
    <a:lvl7pPr marL="3337842" algn="l" defTabSz="1112614" rtl="0" eaLnBrk="1" latinLnBrk="0" hangingPunct="1">
      <a:defRPr sz="2215" kern="1200">
        <a:solidFill>
          <a:schemeClr val="tx1"/>
        </a:solidFill>
        <a:latin typeface="+mn-lt"/>
        <a:ea typeface="+mn-ea"/>
        <a:cs typeface="+mn-cs"/>
      </a:defRPr>
    </a:lvl7pPr>
    <a:lvl8pPr marL="3894151" algn="l" defTabSz="1112614" rtl="0" eaLnBrk="1" latinLnBrk="0" hangingPunct="1">
      <a:defRPr sz="2215" kern="1200">
        <a:solidFill>
          <a:schemeClr val="tx1"/>
        </a:solidFill>
        <a:latin typeface="+mn-lt"/>
        <a:ea typeface="+mn-ea"/>
        <a:cs typeface="+mn-cs"/>
      </a:defRPr>
    </a:lvl8pPr>
    <a:lvl9pPr marL="4450458" algn="l" defTabSz="1112614" rtl="0" eaLnBrk="1" latinLnBrk="0" hangingPunct="1">
      <a:defRPr sz="221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63" userDrawn="1">
          <p15:clr>
            <a:srgbClr val="A4A3A4"/>
          </p15:clr>
        </p15:guide>
        <p15:guide id="2" pos="4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4F58"/>
    <a:srgbClr val="360086"/>
    <a:srgbClr val="3D0096"/>
    <a:srgbClr val="5800DA"/>
    <a:srgbClr val="E6E6E6"/>
    <a:srgbClr val="00642D"/>
    <a:srgbClr val="C89800"/>
    <a:srgbClr val="F0FA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24" autoAdjust="0"/>
    <p:restoredTop sz="94660"/>
  </p:normalViewPr>
  <p:slideViewPr>
    <p:cSldViewPr snapToGrid="0">
      <p:cViewPr varScale="1">
        <p:scale>
          <a:sx n="91" d="100"/>
          <a:sy n="91" d="100"/>
        </p:scale>
        <p:origin x="870" y="78"/>
      </p:cViewPr>
      <p:guideLst>
        <p:guide orient="horz" pos="2563"/>
        <p:guide pos="45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66F6-42EA-9CC5-C2DD6645DB07}"/>
              </c:ext>
            </c:extLst>
          </c:dPt>
          <c:dLbls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6F6-42EA-9CC5-C2DD6645DB07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6F6-42EA-9CC5-C2DD6645DB07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66F6-42EA-9CC5-C2DD6645DB07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Hoja1!$B$2:$B$11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66F6-42EA-9CC5-C2DD6645DB07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Serie 2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66F6-42EA-9CC5-C2DD6645DB07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Hoja1!$C$2:$C$11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66F6-42EA-9CC5-C2DD6645DB07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Serie 3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6F8D-4463-B583-7A471FDBDA68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0-66F6-42EA-9CC5-C2DD6645DB07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2-66F6-42EA-9CC5-C2DD6645DB07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4-66F6-42EA-9CC5-C2DD6645DB07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6-66F6-42EA-9CC5-C2DD6645DB07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8-66F6-42EA-9CC5-C2DD6645DB07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F8D-4463-B583-7A471FDBDA6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66F6-42EA-9CC5-C2DD6645DB07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66F6-42EA-9CC5-C2DD6645DB07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66F6-42EA-9CC5-C2DD6645DB07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66F6-42EA-9CC5-C2DD6645DB07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66F6-42EA-9CC5-C2DD6645DB07}"/>
                </c:ext>
              </c:extLst>
            </c:dLbl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9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Hoja1!$A$2:$A$11</c:f>
              <c:strCache>
                <c:ptCount val="10"/>
                <c:pt idx="0">
                  <c:v>Grupo Salinas</c:v>
                </c:pt>
                <c:pt idx="1">
                  <c:v>Grupo Elektra
Ricardo Benjamín Salinas Pliego</c:v>
                </c:pt>
                <c:pt idx="2">
                  <c:v>Despachos
Ricardo Benjamín Salinas Pliego</c:v>
                </c:pt>
                <c:pt idx="3">
                  <c:v>Grupo Totalplay
Eduardo Kuri Romo</c:v>
                </c:pt>
                <c:pt idx="4">
                  <c:v>Grupo Tv Azteca
Benjamín Francisco Salinas Sada</c:v>
                </c:pt>
                <c:pt idx="5">
                  <c:v>Soporte Estratégico
Ricardo Benjamín Salinas Pliego</c:v>
                </c:pt>
                <c:pt idx="6">
                  <c:v>Otros Negocios
Ricardo Benjamín Salinas Pliego</c:v>
                </c:pt>
                <c:pt idx="7">
                  <c:v>Negocios Familia
Ricardo Benjamín Salinas Pliego</c:v>
                </c:pt>
                <c:pt idx="8">
                  <c:v>Educación
Fernando Jorge Espinosa De Los Reyes Aguirre</c:v>
                </c:pt>
                <c:pt idx="9">
                  <c:v>Oficina De La Presidencia
Jorge Nikaido Bernal</c:v>
                </c:pt>
              </c:strCache>
            </c:strRef>
          </c:cat>
          <c:val>
            <c:numRef>
              <c:f>Hoja1!$D$2:$D$11</c:f>
              <c:numCache>
                <c:formatCode>0.0%</c:formatCode>
                <c:ptCount val="10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9-66F6-42EA-9CC5-C2DD6645DB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1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FCF-4A4A-BAEC-EACA0FBFE329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FCF-4A4A-BAEC-EACA0FBFE329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FCF-4A4A-BAEC-EACA0FBFE329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FCF-4A4A-BAEC-EACA0FBFE3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65B-47E3-842E-DA16EFBF9E52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65B-47E3-842E-DA16EFBF9E52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65B-47E3-842E-DA16EFBF9E52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65B-47E3-842E-DA16EFBF9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1693034614456775"/>
          <c:y val="0"/>
          <c:w val="0.5830696538554323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 det 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10AD-44FB-90B4-DECCA02B5C02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0AD-44FB-90B4-DECCA02B5C02}"/>
              </c:ext>
            </c:extLst>
          </c:dPt>
          <c:dLbls>
            <c:dLbl>
              <c:idx val="0"/>
              <c:spPr>
                <a:noFill/>
                <a:ln w="24691">
                  <a:noFill/>
                </a:ln>
              </c:spPr>
              <c:txPr>
                <a:bodyPr/>
                <a:lstStyle/>
                <a:p>
                  <a:pPr algn="r">
                    <a:defRPr sz="900"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10AD-44FB-90B4-DECCA02B5C02}"/>
                </c:ext>
              </c:extLst>
            </c:dLbl>
            <c:dLbl>
              <c:idx val="1"/>
              <c:spPr>
                <a:noFill/>
                <a:ln w="24691">
                  <a:noFill/>
                </a:ln>
              </c:spPr>
              <c:txPr>
                <a:bodyPr/>
                <a:lstStyle/>
                <a:p>
                  <a:pPr algn="r">
                    <a:defRPr sz="900"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10AD-44FB-90B4-DECCA02B5C02}"/>
                </c:ext>
              </c:extLst>
            </c:dLbl>
            <c:spPr>
              <a:noFill/>
              <a:ln w="24691">
                <a:noFill/>
              </a:ln>
            </c:spPr>
            <c:txPr>
              <a:bodyPr/>
              <a:lstStyle/>
              <a:p>
                <a:pPr>
                  <a:defRPr sz="900"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Hoja1!$A$2:$A$17</c:f>
              <c:strCache>
                <c:ptCount val="16"/>
                <c:pt idx="0">
                  <c:v>Upax - Cecilia Laura Fallabrino</c:v>
                </c:pt>
                <c:pt idx="1">
                  <c:v>Neracode - Gerardo Pizarro Ducuing</c:v>
                </c:pt>
                <c:pt idx="2">
                  <c:v>Mexa Creativa - Jorge Eduardo Ibarra Martínez</c:v>
                </c:pt>
                <c:pt idx="3">
                  <c:v>Experiencia de Usuario - Miguel Angel Flores Reyes</c:v>
                </c:pt>
                <c:pt idx="4">
                  <c:v>Research Land - Pablo Federico Levy Covarrubias</c:v>
                </c:pt>
                <c:pt idx="5">
                  <c:v>Promoespacio - Sergio Jorge Larrañaga Mendiola</c:v>
                </c:pt>
                <c:pt idx="6">
                  <c:v>Despachos - Cecilia Laura Fallabrino</c:v>
                </c:pt>
                <c:pt idx="7">
                  <c:v>Marketing Experience - Jaime Ávalos Peña</c:v>
                </c:pt>
                <c:pt idx="8">
                  <c:v>House Of Films - Luis Fermín Acosta Alonso</c:v>
                </c:pt>
                <c:pt idx="9">
                  <c:v>Trade Marketing - Carlos Alberto Ongay Valle</c:v>
                </c:pt>
                <c:pt idx="10">
                  <c:v>Software Factory - Gerardo Pizarro Ducuing</c:v>
                </c:pt>
                <c:pt idx="11">
                  <c:v>Mas Salud - Cecilia Laura Fallabrino</c:v>
                </c:pt>
                <c:pt idx="12">
                  <c:v>Zeus - Sin Responsable</c:v>
                </c:pt>
                <c:pt idx="13">
                  <c:v>Marketing Upax Corporativo - Franco Vadir Cruzat Albiña</c:v>
                </c:pt>
                <c:pt idx="14">
                  <c:v>Sin Etiqueta</c:v>
                </c:pt>
                <c:pt idx="15">
                  <c:v>Staff Upax - José Manuel Muñoz De Cote Boelsterly</c:v>
                </c:pt>
              </c:strCache>
            </c:strRef>
          </c:cat>
          <c:val>
            <c:numRef>
              <c:f>Hoja1!$B$2:$B$17</c:f>
              <c:numCache>
                <c:formatCode>0.0%</c:formatCode>
                <c:ptCount val="16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  <c:pt idx="10">
                  <c:v>0.33329999999999999</c:v>
                </c:pt>
                <c:pt idx="11">
                  <c:v>0.33329999999999999</c:v>
                </c:pt>
                <c:pt idx="12">
                  <c:v>0.33329999999999999</c:v>
                </c:pt>
                <c:pt idx="13">
                  <c:v>0.33329999999999999</c:v>
                </c:pt>
                <c:pt idx="14">
                  <c:v>0.33329999999999999</c:v>
                </c:pt>
                <c:pt idx="15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0AD-44FB-90B4-DECCA02B5C02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 pas 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4"/>
              <c:spPr>
                <a:noFill/>
                <a:ln w="24691">
                  <a:noFill/>
                </a:ln>
              </c:spPr>
              <c:txPr>
                <a:bodyPr/>
                <a:lstStyle/>
                <a:p>
                  <a:pPr algn="r">
                    <a:defRPr sz="900" b="1"/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10AD-44FB-90B4-DECCA02B5C02}"/>
                </c:ext>
              </c:extLst>
            </c:dLbl>
            <c:spPr>
              <a:noFill/>
              <a:ln w="24691">
                <a:noFill/>
              </a:ln>
            </c:spPr>
            <c:txPr>
              <a:bodyPr/>
              <a:lstStyle/>
              <a:p>
                <a:pPr>
                  <a:defRPr sz="900" b="1"/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Hoja1!$A$2:$A$17</c:f>
              <c:strCache>
                <c:ptCount val="16"/>
                <c:pt idx="0">
                  <c:v>Upax - Cecilia Laura Fallabrino</c:v>
                </c:pt>
                <c:pt idx="1">
                  <c:v>Neracode - Gerardo Pizarro Ducuing</c:v>
                </c:pt>
                <c:pt idx="2">
                  <c:v>Mexa Creativa - Jorge Eduardo Ibarra Martínez</c:v>
                </c:pt>
                <c:pt idx="3">
                  <c:v>Experiencia de Usuario - Miguel Angel Flores Reyes</c:v>
                </c:pt>
                <c:pt idx="4">
                  <c:v>Research Land - Pablo Federico Levy Covarrubias</c:v>
                </c:pt>
                <c:pt idx="5">
                  <c:v>Promoespacio - Sergio Jorge Larrañaga Mendiola</c:v>
                </c:pt>
                <c:pt idx="6">
                  <c:v>Despachos - Cecilia Laura Fallabrino</c:v>
                </c:pt>
                <c:pt idx="7">
                  <c:v>Marketing Experience - Jaime Ávalos Peña</c:v>
                </c:pt>
                <c:pt idx="8">
                  <c:v>House Of Films - Luis Fermín Acosta Alonso</c:v>
                </c:pt>
                <c:pt idx="9">
                  <c:v>Trade Marketing - Carlos Alberto Ongay Valle</c:v>
                </c:pt>
                <c:pt idx="10">
                  <c:v>Software Factory - Gerardo Pizarro Ducuing</c:v>
                </c:pt>
                <c:pt idx="11">
                  <c:v>Mas Salud - Cecilia Laura Fallabrino</c:v>
                </c:pt>
                <c:pt idx="12">
                  <c:v>Zeus - Sin Responsable</c:v>
                </c:pt>
                <c:pt idx="13">
                  <c:v>Marketing Upax Corporativo - Franco Vadir Cruzat Albiña</c:v>
                </c:pt>
                <c:pt idx="14">
                  <c:v>Sin Etiqueta</c:v>
                </c:pt>
                <c:pt idx="15">
                  <c:v>Staff Upax - José Manuel Muñoz De Cote Boelsterly</c:v>
                </c:pt>
              </c:strCache>
            </c:strRef>
          </c:cat>
          <c:val>
            <c:numRef>
              <c:f>Hoja1!$C$2:$C$17</c:f>
              <c:numCache>
                <c:formatCode>0.0%</c:formatCode>
                <c:ptCount val="16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  <c:pt idx="10">
                  <c:v>0.33329999999999999</c:v>
                </c:pt>
                <c:pt idx="11">
                  <c:v>0.33329999999999999</c:v>
                </c:pt>
                <c:pt idx="12">
                  <c:v>0.33329999999999999</c:v>
                </c:pt>
                <c:pt idx="13">
                  <c:v>0.33329999999999999</c:v>
                </c:pt>
                <c:pt idx="14">
                  <c:v>0.33329999999999999</c:v>
                </c:pt>
                <c:pt idx="15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0AD-44FB-90B4-DECCA02B5C02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 pro 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10AD-44FB-90B4-DECCA02B5C02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0AD-44FB-90B4-DECCA02B5C02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10AD-44FB-90B4-DECCA02B5C02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0AD-44FB-90B4-DECCA02B5C02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10AD-44FB-90B4-DECCA02B5C02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10AD-44FB-90B4-DECCA02B5C0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10AD-44FB-90B4-DECCA02B5C02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10AD-44FB-90B4-DECCA02B5C0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>
                    <a:solidFill>
                      <a:schemeClr val="bg1"/>
                    </a:solidFill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Hoja1!$A$2:$A$17</c:f>
              <c:strCache>
                <c:ptCount val="16"/>
                <c:pt idx="0">
                  <c:v>Upax - Cecilia Laura Fallabrino</c:v>
                </c:pt>
                <c:pt idx="1">
                  <c:v>Neracode - Gerardo Pizarro Ducuing</c:v>
                </c:pt>
                <c:pt idx="2">
                  <c:v>Mexa Creativa - Jorge Eduardo Ibarra Martínez</c:v>
                </c:pt>
                <c:pt idx="3">
                  <c:v>Experiencia de Usuario - Miguel Angel Flores Reyes</c:v>
                </c:pt>
                <c:pt idx="4">
                  <c:v>Research Land - Pablo Federico Levy Covarrubias</c:v>
                </c:pt>
                <c:pt idx="5">
                  <c:v>Promoespacio - Sergio Jorge Larrañaga Mendiola</c:v>
                </c:pt>
                <c:pt idx="6">
                  <c:v>Despachos - Cecilia Laura Fallabrino</c:v>
                </c:pt>
                <c:pt idx="7">
                  <c:v>Marketing Experience - Jaime Ávalos Peña</c:v>
                </c:pt>
                <c:pt idx="8">
                  <c:v>House Of Films - Luis Fermín Acosta Alonso</c:v>
                </c:pt>
                <c:pt idx="9">
                  <c:v>Trade Marketing - Carlos Alberto Ongay Valle</c:v>
                </c:pt>
                <c:pt idx="10">
                  <c:v>Software Factory - Gerardo Pizarro Ducuing</c:v>
                </c:pt>
                <c:pt idx="11">
                  <c:v>Mas Salud - Cecilia Laura Fallabrino</c:v>
                </c:pt>
                <c:pt idx="12">
                  <c:v>Zeus - Sin Responsable</c:v>
                </c:pt>
                <c:pt idx="13">
                  <c:v>Marketing Upax Corporativo - Franco Vadir Cruzat Albiña</c:v>
                </c:pt>
                <c:pt idx="14">
                  <c:v>Sin Etiqueta</c:v>
                </c:pt>
                <c:pt idx="15">
                  <c:v>Staff Upax - José Manuel Muñoz De Cote Boelsterly</c:v>
                </c:pt>
              </c:strCache>
            </c:strRef>
          </c:cat>
          <c:val>
            <c:numRef>
              <c:f>Hoja1!$D$2:$D$17</c:f>
              <c:numCache>
                <c:formatCode>0.0%</c:formatCode>
                <c:ptCount val="16"/>
                <c:pt idx="0">
                  <c:v>0.33329999999999999</c:v>
                </c:pt>
                <c:pt idx="1">
                  <c:v>0.33329999999999999</c:v>
                </c:pt>
                <c:pt idx="2">
                  <c:v>0.33329999999999999</c:v>
                </c:pt>
                <c:pt idx="3">
                  <c:v>0.33329999999999999</c:v>
                </c:pt>
                <c:pt idx="4">
                  <c:v>0.33329999999999999</c:v>
                </c:pt>
                <c:pt idx="5">
                  <c:v>0.33329999999999999</c:v>
                </c:pt>
                <c:pt idx="6">
                  <c:v>0.33329999999999999</c:v>
                </c:pt>
                <c:pt idx="7">
                  <c:v>0.33329999999999999</c:v>
                </c:pt>
                <c:pt idx="8">
                  <c:v>0.33329999999999999</c:v>
                </c:pt>
                <c:pt idx="9">
                  <c:v>0.33329999999999999</c:v>
                </c:pt>
                <c:pt idx="10">
                  <c:v>0.33329999999999999</c:v>
                </c:pt>
                <c:pt idx="11">
                  <c:v>0.33329999999999999</c:v>
                </c:pt>
                <c:pt idx="12">
                  <c:v>0.33329999999999999</c:v>
                </c:pt>
                <c:pt idx="13">
                  <c:v>0.33329999999999999</c:v>
                </c:pt>
                <c:pt idx="14">
                  <c:v>0.33329999999999999</c:v>
                </c:pt>
                <c:pt idx="15">
                  <c:v>0.33329999999999999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10AD-44FB-90B4-DECCA02B5C02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648548239"/>
        <c:axId val="1"/>
      </c:barChart>
      <c:catAx>
        <c:axId val="1648548239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648548239"/>
        <c:crosses val="autoZero"/>
        <c:crossBetween val="between"/>
      </c:valAx>
      <c:spPr>
        <a:noFill/>
        <a:ln w="25360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747">
          <a:latin typeface="Montserrat" panose="00000500000000000000" pitchFamily="2" charset="0"/>
        </a:defRPr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1693034614456775"/>
          <c:y val="0"/>
          <c:w val="0.5830696538554323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 det 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Pt>
            <c:idx val="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F106-43F1-A90E-D417DAC4D38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Hoja1!$A$2:$A$6</c:f>
              <c:strCache>
                <c:ptCount val="5"/>
                <c:pt idx="0">
                  <c:v>Despachos - Cecilia Laura Fallabrino</c:v>
                </c:pt>
                <c:pt idx="1">
                  <c:v>Control De Negocios Y Servicios - Ernesto Lagunes Gómez</c:v>
                </c:pt>
                <c:pt idx="2">
                  <c:v>Capital Humano - Gracia Ávila Herrera</c:v>
                </c:pt>
                <c:pt idx="3">
                  <c:v>Mercadotecnia - David Porchini Medina</c:v>
                </c:pt>
                <c:pt idx="4">
                  <c:v>Jurídico - Santiago Diaz Suarez</c:v>
                </c:pt>
              </c:strCache>
            </c:strRef>
          </c:cat>
          <c:val>
            <c:numRef>
              <c:f>Hoja1!$B$2:$B$6</c:f>
              <c:numCache>
                <c:formatCode>0.0%</c:formatCode>
                <c:ptCount val="5"/>
                <c:pt idx="0">
                  <c:v>0.33</c:v>
                </c:pt>
                <c:pt idx="1">
                  <c:v>0.33</c:v>
                </c:pt>
                <c:pt idx="2">
                  <c:v>0.33</c:v>
                </c:pt>
                <c:pt idx="3">
                  <c:v>0.33</c:v>
                </c:pt>
                <c:pt idx="4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31-4268-8EE2-17B469D836AA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 pas 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Hoja1!$A$2:$A$6</c:f>
              <c:strCache>
                <c:ptCount val="5"/>
                <c:pt idx="0">
                  <c:v>Despachos - Cecilia Laura Fallabrino</c:v>
                </c:pt>
                <c:pt idx="1">
                  <c:v>Control De Negocios Y Servicios - Ernesto Lagunes Gómez</c:v>
                </c:pt>
                <c:pt idx="2">
                  <c:v>Capital Humano - Gracia Ávila Herrera</c:v>
                </c:pt>
                <c:pt idx="3">
                  <c:v>Mercadotecnia - David Porchini Medina</c:v>
                </c:pt>
                <c:pt idx="4">
                  <c:v>Jurídico - Santiago Diaz Suarez</c:v>
                </c:pt>
              </c:strCache>
            </c:strRef>
          </c:cat>
          <c:val>
            <c:numRef>
              <c:f>Hoja1!$C$2:$C$6</c:f>
              <c:numCache>
                <c:formatCode>0.0%</c:formatCode>
                <c:ptCount val="5"/>
                <c:pt idx="0">
                  <c:v>0.33</c:v>
                </c:pt>
                <c:pt idx="1">
                  <c:v>0.33</c:v>
                </c:pt>
                <c:pt idx="2">
                  <c:v>0.33</c:v>
                </c:pt>
                <c:pt idx="3">
                  <c:v>0.33</c:v>
                </c:pt>
                <c:pt idx="4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5B31-4268-8EE2-17B469D836AA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 pro 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8FE0-42D7-9965-A6AB4A5FD0B8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0-F106-43F1-A90E-D417DAC4D38E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2-5B31-4268-8EE2-17B469D836AA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4-5B31-4268-8EE2-17B469D836AA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6-5B31-4268-8EE2-17B469D836AA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8-5B31-4268-8EE2-17B469D836AA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A-5B31-4268-8EE2-17B469D836A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Hoja1!$A$2:$A$6</c:f>
              <c:strCache>
                <c:ptCount val="5"/>
                <c:pt idx="0">
                  <c:v>Despachos - Cecilia Laura Fallabrino</c:v>
                </c:pt>
                <c:pt idx="1">
                  <c:v>Control De Negocios Y Servicios - Ernesto Lagunes Gómez</c:v>
                </c:pt>
                <c:pt idx="2">
                  <c:v>Capital Humano - Gracia Ávila Herrera</c:v>
                </c:pt>
                <c:pt idx="3">
                  <c:v>Mercadotecnia - David Porchini Medina</c:v>
                </c:pt>
                <c:pt idx="4">
                  <c:v>Jurídico - Santiago Diaz Suarez</c:v>
                </c:pt>
              </c:strCache>
            </c:strRef>
          </c:cat>
          <c:val>
            <c:numRef>
              <c:f>Hoja1!$D$2:$D$6</c:f>
              <c:numCache>
                <c:formatCode>0.0%</c:formatCode>
                <c:ptCount val="5"/>
                <c:pt idx="0">
                  <c:v>0.33</c:v>
                </c:pt>
                <c:pt idx="1">
                  <c:v>0.33</c:v>
                </c:pt>
                <c:pt idx="2">
                  <c:v>0.33</c:v>
                </c:pt>
                <c:pt idx="3">
                  <c:v>0.33</c:v>
                </c:pt>
                <c:pt idx="4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5B31-4268-8EE2-17B469D836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648548239"/>
        <c:axId val="1"/>
      </c:barChart>
      <c:catAx>
        <c:axId val="1648548239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lang="es-ES" sz="110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648548239"/>
        <c:crosses val="autoZero"/>
        <c:crossBetween val="between"/>
      </c:valAx>
      <c:spPr>
        <a:noFill/>
        <a:ln w="25360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747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F27-4751-85B1-AD63206A9DA5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F27-4751-85B1-AD63206A9DA5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F27-4751-85B1-AD63206A9DA5}"/>
              </c:ext>
            </c:extLst>
          </c:dPt>
          <c:cat>
            <c:strRef>
              <c:f>Hoja1!$A$2:$A$4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Hoja1!$B$2:$B$4</c:f>
              <c:numCache>
                <c:formatCode>0.0%</c:formatCode>
                <c:ptCount val="3"/>
                <c:pt idx="0">
                  <c:v>0.58799999999999997</c:v>
                </c:pt>
                <c:pt idx="1">
                  <c:v>0.311</c:v>
                </c:pt>
                <c:pt idx="2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F27-4751-85B1-AD63206A9D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Promotor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18F-4F94-A9E5-3F2690B03BFA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18F-4F94-A9E5-3F2690B03BFA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B18F-4F94-A9E5-3F2690B03BFA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18F-4F94-A9E5-3F2690B03BFA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B18F-4F94-A9E5-3F2690B03BFA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18F-4F94-A9E5-3F2690B03BFA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B18F-4F94-A9E5-3F2690B03BFA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B18F-4F94-A9E5-3F2690B03BFA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B18F-4F94-A9E5-3F2690B03BFA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B18F-4F94-A9E5-3F2690B03BFA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B18F-4F94-A9E5-3F2690B03BFA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7D0C-46D8-BCAA-5ED62882E58C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7F44-453F-B7C8-8F4B3581E128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E-DECF-4060-8A9F-62F151DB9748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184B-46E5-9F14-7305392FDDE4}"/>
              </c:ext>
            </c:extLst>
          </c:dPt>
          <c:dPt>
            <c:idx val="1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1E30-48D7-92A8-DA648233CCD4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659C-49BA-817E-5B64E1B6DC9C}"/>
              </c:ext>
            </c:extLst>
          </c:dPt>
          <c:dPt>
            <c:idx val="21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2-B878-4153-9594-A84663B7F462}"/>
              </c:ext>
            </c:extLst>
          </c:dPt>
          <c:dLbls>
            <c:dLbl>
              <c:idx val="3"/>
              <c:layout>
                <c:manualLayout>
                  <c:x val="0"/>
                  <c:y val="2.091488629383149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18F-4F94-A9E5-3F2690B03BFA}"/>
                </c:ext>
              </c:extLst>
            </c:dLbl>
            <c:dLbl>
              <c:idx val="4"/>
              <c:layout>
                <c:manualLayout>
                  <c:x val="-5.4273504273505404E-3"/>
                  <c:y val="2.091488629383149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18F-4F94-A9E5-3F2690B03BFA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fld id="{471543F6-ABCD-457D-B484-35A1D34A1F82}" type="VALUE">
                      <a:rPr lang="en-US" b="1"/>
                      <a:pPr/>
                      <a:t>[VALOR]</a:t>
                    </a:fld>
                    <a:endParaRPr lang="es-MX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B18F-4F94-A9E5-3F2690B03BFA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fld id="{26B631C8-FBD3-4906-9C9C-027DCAC40FD2}" type="VALUE">
                      <a:rPr lang="en-US" b="1"/>
                      <a:pPr/>
                      <a:t>[VALOR]</a:t>
                    </a:fld>
                    <a:endParaRPr lang="es-MX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7D0C-46D8-BCAA-5ED62882E58C}"/>
                </c:ext>
              </c:extLst>
            </c:dLbl>
            <c:spPr>
              <a:noFill/>
              <a:ln w="25198">
                <a:noFill/>
              </a:ln>
            </c:spPr>
            <c:txPr>
              <a:bodyPr/>
              <a:lstStyle/>
              <a:p>
                <a:pPr>
                  <a:defRPr lang="es-ES" sz="900" b="1"/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Hoja1!$B$1:$W$1</c:f>
              <c:strCache>
                <c:ptCount val="22"/>
                <c:pt idx="0">
                  <c:v>3Q-2020</c:v>
                </c:pt>
                <c:pt idx="1">
                  <c:v>1Q-2021</c:v>
                </c:pt>
                <c:pt idx="2">
                  <c:v>2Q-2021</c:v>
                </c:pt>
                <c:pt idx="3">
                  <c:v>3Q-2021</c:v>
                </c:pt>
                <c:pt idx="4">
                  <c:v>4Q-2021</c:v>
                </c:pt>
                <c:pt idx="5">
                  <c:v>1Q-2022</c:v>
                </c:pt>
                <c:pt idx="6">
                  <c:v>2Q-20222</c:v>
                </c:pt>
                <c:pt idx="7">
                  <c:v>3Q-2022</c:v>
                </c:pt>
                <c:pt idx="8">
                  <c:v>3Q-20222</c:v>
                </c:pt>
                <c:pt idx="9">
                  <c:v>1Q-20223</c:v>
                </c:pt>
                <c:pt idx="10">
                  <c:v>2Q-2023</c:v>
                </c:pt>
                <c:pt idx="11">
                  <c:v>3Q-2023</c:v>
                </c:pt>
                <c:pt idx="12">
                  <c:v>4Q-2023</c:v>
                </c:pt>
                <c:pt idx="13">
                  <c:v>1Q-2024</c:v>
                </c:pt>
                <c:pt idx="14">
                  <c:v>2Q-2024</c:v>
                </c:pt>
                <c:pt idx="15">
                  <c:v>3Q-2024</c:v>
                </c:pt>
                <c:pt idx="16">
                  <c:v>4Q-2024</c:v>
                </c:pt>
                <c:pt idx="17">
                  <c:v>1Q-2025</c:v>
                </c:pt>
                <c:pt idx="18">
                  <c:v>2Q-2025</c:v>
                </c:pt>
                <c:pt idx="19">
                  <c:v>3Q-2025</c:v>
                </c:pt>
                <c:pt idx="20">
                  <c:v>4Q-2025</c:v>
                </c:pt>
                <c:pt idx="21">
                  <c:v>1Q-2026</c:v>
                </c:pt>
              </c:strCache>
            </c:strRef>
          </c:cat>
          <c:val>
            <c:numRef>
              <c:f>Hoja1!$B$2:$W$2</c:f>
              <c:numCache>
                <c:formatCode>0.0%</c:formatCode>
                <c:ptCount val="22"/>
                <c:pt idx="0">
                  <c:v>0.68799999999999994</c:v>
                </c:pt>
                <c:pt idx="1">
                  <c:v>0.68899999999999995</c:v>
                </c:pt>
                <c:pt idx="2">
                  <c:v>0.63400000000000001</c:v>
                </c:pt>
                <c:pt idx="3">
                  <c:v>0.59699999999999998</c:v>
                </c:pt>
                <c:pt idx="4">
                  <c:v>0.65100000000000002</c:v>
                </c:pt>
                <c:pt idx="5">
                  <c:v>0.56799999999999995</c:v>
                </c:pt>
                <c:pt idx="6">
                  <c:v>0.61099999999999999</c:v>
                </c:pt>
                <c:pt idx="7">
                  <c:v>0.65200000000000002</c:v>
                </c:pt>
                <c:pt idx="8">
                  <c:v>0.622</c:v>
                </c:pt>
                <c:pt idx="9">
                  <c:v>0.60899999999999999</c:v>
                </c:pt>
                <c:pt idx="10">
                  <c:v>0.64100000000000001</c:v>
                </c:pt>
                <c:pt idx="11">
                  <c:v>0.65700000000000003</c:v>
                </c:pt>
                <c:pt idx="12">
                  <c:v>0.67700000000000005</c:v>
                </c:pt>
                <c:pt idx="13">
                  <c:v>0.68100000000000005</c:v>
                </c:pt>
                <c:pt idx="14">
                  <c:v>0.63200000000000001</c:v>
                </c:pt>
                <c:pt idx="15">
                  <c:v>0.61599999999999999</c:v>
                </c:pt>
                <c:pt idx="16">
                  <c:v>0.60799999999999998</c:v>
                </c:pt>
                <c:pt idx="17">
                  <c:v>0.57199999999999995</c:v>
                </c:pt>
                <c:pt idx="18">
                  <c:v>0.57399999999999995</c:v>
                </c:pt>
                <c:pt idx="19">
                  <c:v>0.55100000000000005</c:v>
                </c:pt>
                <c:pt idx="20">
                  <c:v>0.61199999999999999</c:v>
                </c:pt>
                <c:pt idx="21">
                  <c:v>0.58799999999999997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18F-4F94-A9E5-3F2690B03B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30868463"/>
        <c:axId val="1"/>
      </c:barChart>
      <c:catAx>
        <c:axId val="153086846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0.0%" sourceLinked="1"/>
        <c:majorTickMark val="out"/>
        <c:minorTickMark val="none"/>
        <c:tickLblPos val="nextTo"/>
        <c:crossAx val="1530868463"/>
        <c:crosses val="autoZero"/>
        <c:crossBetween val="between"/>
      </c:valAx>
      <c:spPr>
        <a:noFill/>
        <a:ln w="25366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788"/>
      </a:pPr>
      <a:endParaRPr lang="es-MX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Pasivo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765-4FA7-B5CD-B0C46451009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765-4FA7-B5CD-B0C46451009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9765-4FA7-B5CD-B0C464510099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765-4FA7-B5CD-B0C464510099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9765-4FA7-B5CD-B0C464510099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765-4FA7-B5CD-B0C464510099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9765-4FA7-B5CD-B0C464510099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9765-4FA7-B5CD-B0C464510099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9765-4FA7-B5CD-B0C464510099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9765-4FA7-B5CD-B0C464510099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9765-4FA7-B5CD-B0C464510099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5ED0-4E65-8D7D-1E8E27223A4B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74D9-4DD2-AD87-F6D8C1F379BA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E-B031-44AF-9BCE-EC652B3F7416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421F-4DFB-8ACF-FEB30C053CF1}"/>
              </c:ext>
            </c:extLst>
          </c:dPt>
          <c:dPt>
            <c:idx val="1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40A3-4D66-93BE-73303B54E992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C75D-44C4-BD21-638D571D8C1B}"/>
              </c:ext>
            </c:extLst>
          </c:dPt>
          <c:dPt>
            <c:idx val="21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2-D3AA-4C8C-874D-13EA55BB394C}"/>
              </c:ext>
            </c:extLst>
          </c:dPt>
          <c:dLbls>
            <c:dLbl>
              <c:idx val="13"/>
              <c:tx>
                <c:rich>
                  <a:bodyPr/>
                  <a:lstStyle/>
                  <a:p>
                    <a:fld id="{40E367BF-67A1-473C-B8CE-BC40BBEF65F8}" type="VALUE">
                      <a:rPr lang="en-US" b="1"/>
                      <a:pPr/>
                      <a:t>[VALOR]</a:t>
                    </a:fld>
                    <a:endParaRPr lang="es-MX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9765-4FA7-B5CD-B0C464510099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fld id="{45327F6B-5A7A-4B6B-98B8-7F460D83D363}" type="VALUE">
                      <a:rPr lang="en-US" b="1"/>
                      <a:pPr/>
                      <a:t>[VALOR]</a:t>
                    </a:fld>
                    <a:endParaRPr lang="es-MX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5ED0-4E65-8D7D-1E8E27223A4B}"/>
                </c:ext>
              </c:extLst>
            </c:dLbl>
            <c:spPr>
              <a:noFill/>
              <a:ln w="24801">
                <a:noFill/>
              </a:ln>
            </c:spPr>
            <c:txPr>
              <a:bodyPr/>
              <a:lstStyle/>
              <a:p>
                <a:pPr>
                  <a:defRPr lang="es-ES" sz="900" b="1"/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Hoja1!$B$1:$W$1</c:f>
              <c:strCache>
                <c:ptCount val="22"/>
                <c:pt idx="0">
                  <c:v>3C - 2020</c:v>
                </c:pt>
                <c:pt idx="1">
                  <c:v>1Q-2021</c:v>
                </c:pt>
                <c:pt idx="2">
                  <c:v>2Q-2021</c:v>
                </c:pt>
                <c:pt idx="3">
                  <c:v>3Q-2021</c:v>
                </c:pt>
                <c:pt idx="4">
                  <c:v>4Q-2021</c:v>
                </c:pt>
                <c:pt idx="5">
                  <c:v>1Q-2022</c:v>
                </c:pt>
                <c:pt idx="6">
                  <c:v>2Q-20222</c:v>
                </c:pt>
                <c:pt idx="7">
                  <c:v>3Q-2022</c:v>
                </c:pt>
                <c:pt idx="8">
                  <c:v>4Q-2022</c:v>
                </c:pt>
                <c:pt idx="9">
                  <c:v>1Q-2023</c:v>
                </c:pt>
                <c:pt idx="10">
                  <c:v>2Q-2023</c:v>
                </c:pt>
                <c:pt idx="11">
                  <c:v>3Q-2023</c:v>
                </c:pt>
                <c:pt idx="12">
                  <c:v>4Q-2023</c:v>
                </c:pt>
                <c:pt idx="13">
                  <c:v>1Q-2024</c:v>
                </c:pt>
                <c:pt idx="14">
                  <c:v>2Q-2024</c:v>
                </c:pt>
                <c:pt idx="15">
                  <c:v>3Q-2024</c:v>
                </c:pt>
                <c:pt idx="16">
                  <c:v>4Q-2024</c:v>
                </c:pt>
                <c:pt idx="17">
                  <c:v>1Q-2025</c:v>
                </c:pt>
                <c:pt idx="18">
                  <c:v>2Q-2025</c:v>
                </c:pt>
                <c:pt idx="19">
                  <c:v>3Q-2025</c:v>
                </c:pt>
                <c:pt idx="20">
                  <c:v>4Q-2025</c:v>
                </c:pt>
                <c:pt idx="21">
                  <c:v>1Q-2026</c:v>
                </c:pt>
              </c:strCache>
            </c:strRef>
          </c:cat>
          <c:val>
            <c:numRef>
              <c:f>Hoja1!$B$2:$W$2</c:f>
              <c:numCache>
                <c:formatCode>0.0%</c:formatCode>
                <c:ptCount val="22"/>
                <c:pt idx="0">
                  <c:v>0.255</c:v>
                </c:pt>
                <c:pt idx="1">
                  <c:v>0.248</c:v>
                </c:pt>
                <c:pt idx="2">
                  <c:v>0.25</c:v>
                </c:pt>
                <c:pt idx="3">
                  <c:v>0.29599999999999999</c:v>
                </c:pt>
                <c:pt idx="4">
                  <c:v>0.20200000000000001</c:v>
                </c:pt>
                <c:pt idx="5">
                  <c:v>0.31</c:v>
                </c:pt>
                <c:pt idx="6">
                  <c:v>0.254</c:v>
                </c:pt>
                <c:pt idx="7">
                  <c:v>0.251</c:v>
                </c:pt>
                <c:pt idx="8">
                  <c:v>0.252</c:v>
                </c:pt>
                <c:pt idx="9">
                  <c:v>0.26200000000000001</c:v>
                </c:pt>
                <c:pt idx="10">
                  <c:v>0.26</c:v>
                </c:pt>
                <c:pt idx="11">
                  <c:v>0.251</c:v>
                </c:pt>
                <c:pt idx="12">
                  <c:v>0.245</c:v>
                </c:pt>
                <c:pt idx="13">
                  <c:v>0.23</c:v>
                </c:pt>
                <c:pt idx="14">
                  <c:v>0.24399999999999999</c:v>
                </c:pt>
                <c:pt idx="15">
                  <c:v>0.28399999999999997</c:v>
                </c:pt>
                <c:pt idx="16">
                  <c:v>0.29899999999999999</c:v>
                </c:pt>
                <c:pt idx="17">
                  <c:v>0.29499999999999998</c:v>
                </c:pt>
                <c:pt idx="18">
                  <c:v>0.308</c:v>
                </c:pt>
                <c:pt idx="19">
                  <c:v>0.30199999999999999</c:v>
                </c:pt>
                <c:pt idx="20">
                  <c:v>0.28999999999999998</c:v>
                </c:pt>
                <c:pt idx="21">
                  <c:v>0.311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765-4FA7-B5CD-B0C4645100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28602655"/>
        <c:axId val="1"/>
      </c:barChart>
      <c:catAx>
        <c:axId val="18286026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0.0%" sourceLinked="1"/>
        <c:majorTickMark val="out"/>
        <c:minorTickMark val="none"/>
        <c:tickLblPos val="nextTo"/>
        <c:crossAx val="1828602655"/>
        <c:crosses val="autoZero"/>
        <c:crossBetween val="between"/>
      </c:valAx>
      <c:spPr>
        <a:noFill/>
        <a:ln w="25279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758"/>
      </a:pPr>
      <a:endParaRPr lang="es-MX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Detractor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13D4-49ED-8AD4-CFF708E8743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3D4-49ED-8AD4-CFF708E8743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13D4-49ED-8AD4-CFF708E8743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3D4-49ED-8AD4-CFF708E87431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13D4-49ED-8AD4-CFF708E87431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3D4-49ED-8AD4-CFF708E87431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13D4-49ED-8AD4-CFF708E87431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3D4-49ED-8AD4-CFF708E87431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3D4-49ED-8AD4-CFF708E87431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13D4-49ED-8AD4-CFF708E87431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3D4-49ED-8AD4-CFF708E87431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13D4-49ED-8AD4-CFF708E87431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73FA-4BEA-8F9F-3ACF2659BA1D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E-5B7E-4165-997A-1275E1DD2B11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3510-42B4-B627-079984C59ED3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8A86-44CD-9F77-95A04D2B294E}"/>
              </c:ext>
            </c:extLst>
          </c:dPt>
          <c:dPt>
            <c:idx val="1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03A2-4B8B-BEC0-E76577D14DE8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2-F54A-4A15-8FAD-CB50BF0FAA22}"/>
              </c:ext>
            </c:extLst>
          </c:dPt>
          <c:dPt>
            <c:idx val="21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3-34C2-48E1-883C-E676094F78BE}"/>
              </c:ext>
            </c:extLst>
          </c:dPt>
          <c:dLbls>
            <c:dLbl>
              <c:idx val="13"/>
              <c:tx>
                <c:rich>
                  <a:bodyPr/>
                  <a:lstStyle/>
                  <a:p>
                    <a:fld id="{6981AD19-829C-4EDD-8763-AA9B9C429B5E}" type="VALUE">
                      <a:rPr lang="en-US" b="1"/>
                      <a:pPr/>
                      <a:t>[VALOR]</a:t>
                    </a:fld>
                    <a:endParaRPr lang="es-MX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13D4-49ED-8AD4-CFF708E87431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fld id="{69F07254-84FB-40D3-B1B7-13CF26445F9B}" type="VALUE">
                      <a:rPr lang="en-US" b="1"/>
                      <a:pPr/>
                      <a:t>[VALOR]</a:t>
                    </a:fld>
                    <a:endParaRPr lang="es-MX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D-73FA-4BEA-8F9F-3ACF2659BA1D}"/>
                </c:ext>
              </c:extLst>
            </c:dLbl>
            <c:spPr>
              <a:noFill/>
              <a:ln w="24732">
                <a:noFill/>
              </a:ln>
            </c:spPr>
            <c:txPr>
              <a:bodyPr/>
              <a:lstStyle/>
              <a:p>
                <a:pPr>
                  <a:defRPr lang="es-ES" sz="900" b="1"/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Hoja1!$B$1:$W$1</c:f>
              <c:strCache>
                <c:ptCount val="22"/>
                <c:pt idx="0">
                  <c:v>3C-2020</c:v>
                </c:pt>
                <c:pt idx="1">
                  <c:v>1Q-2021</c:v>
                </c:pt>
                <c:pt idx="2">
                  <c:v>2Q-2021</c:v>
                </c:pt>
                <c:pt idx="3">
                  <c:v>3Q-2021</c:v>
                </c:pt>
                <c:pt idx="4">
                  <c:v>4Q-2021</c:v>
                </c:pt>
                <c:pt idx="5">
                  <c:v>1Q-2022</c:v>
                </c:pt>
                <c:pt idx="6">
                  <c:v>2Q-20222</c:v>
                </c:pt>
                <c:pt idx="7">
                  <c:v>3Q-2022</c:v>
                </c:pt>
                <c:pt idx="8">
                  <c:v>4Q-2022</c:v>
                </c:pt>
                <c:pt idx="9">
                  <c:v>1Q-2023</c:v>
                </c:pt>
                <c:pt idx="10">
                  <c:v>2Q-20232</c:v>
                </c:pt>
                <c:pt idx="11">
                  <c:v>3Q-20232</c:v>
                </c:pt>
                <c:pt idx="12">
                  <c:v>4Q-202322</c:v>
                </c:pt>
                <c:pt idx="13">
                  <c:v>1Q-2024</c:v>
                </c:pt>
                <c:pt idx="14">
                  <c:v>2Q-2024</c:v>
                </c:pt>
                <c:pt idx="15">
                  <c:v>3Q-2024</c:v>
                </c:pt>
                <c:pt idx="16">
                  <c:v>4Q-2024</c:v>
                </c:pt>
                <c:pt idx="17">
                  <c:v>1Q-2025</c:v>
                </c:pt>
                <c:pt idx="18">
                  <c:v>2Q-2025</c:v>
                </c:pt>
                <c:pt idx="19">
                  <c:v>3Q-2025</c:v>
                </c:pt>
                <c:pt idx="20">
                  <c:v>4Q-2025</c:v>
                </c:pt>
                <c:pt idx="21">
                  <c:v>1Q-2026</c:v>
                </c:pt>
              </c:strCache>
            </c:strRef>
          </c:cat>
          <c:val>
            <c:numRef>
              <c:f>Hoja1!$B$2:$W$2</c:f>
              <c:numCache>
                <c:formatCode>0.0%</c:formatCode>
                <c:ptCount val="22"/>
                <c:pt idx="0">
                  <c:v>5.7000000000000002E-2</c:v>
                </c:pt>
                <c:pt idx="1">
                  <c:v>6.3E-2</c:v>
                </c:pt>
                <c:pt idx="2">
                  <c:v>0.11600000000000001</c:v>
                </c:pt>
                <c:pt idx="3">
                  <c:v>0.107</c:v>
                </c:pt>
                <c:pt idx="4">
                  <c:v>0.14699999999999999</c:v>
                </c:pt>
                <c:pt idx="5">
                  <c:v>0.122</c:v>
                </c:pt>
                <c:pt idx="6">
                  <c:v>0.13600000000000001</c:v>
                </c:pt>
                <c:pt idx="7">
                  <c:v>9.7000000000000003E-2</c:v>
                </c:pt>
                <c:pt idx="8">
                  <c:v>0.126</c:v>
                </c:pt>
                <c:pt idx="9">
                  <c:v>0.129</c:v>
                </c:pt>
                <c:pt idx="10">
                  <c:v>9.9000000000000005E-2</c:v>
                </c:pt>
                <c:pt idx="11">
                  <c:v>9.0999999999999998E-2</c:v>
                </c:pt>
                <c:pt idx="12">
                  <c:v>7.6999999999999999E-2</c:v>
                </c:pt>
                <c:pt idx="13">
                  <c:v>8.7999999999999995E-2</c:v>
                </c:pt>
                <c:pt idx="14">
                  <c:v>0.124</c:v>
                </c:pt>
                <c:pt idx="15">
                  <c:v>0.1</c:v>
                </c:pt>
                <c:pt idx="16">
                  <c:v>9.2999999999999999E-2</c:v>
                </c:pt>
                <c:pt idx="17">
                  <c:v>0.13300000000000001</c:v>
                </c:pt>
                <c:pt idx="18">
                  <c:v>0.11700000000000001</c:v>
                </c:pt>
                <c:pt idx="19">
                  <c:v>0.14699999999999999</c:v>
                </c:pt>
                <c:pt idx="20">
                  <c:v>9.8000000000000004E-2</c:v>
                </c:pt>
                <c:pt idx="21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13D4-49ED-8AD4-CFF708E874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0.0%" sourceLinked="1"/>
        <c:majorTickMark val="out"/>
        <c:minorTickMark val="none"/>
        <c:tickLblPos val="nextTo"/>
        <c:crossAx val="492649903"/>
        <c:crosses val="autoZero"/>
        <c:crossBetween val="between"/>
      </c:valAx>
      <c:spPr>
        <a:noFill/>
        <a:ln w="25283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753"/>
      </a:pPr>
      <a:endParaRPr lang="es-MX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326452083333333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IPN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 SemiBold" panose="000007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Hoja1!$A$2:$A$23</c:f>
              <c:strCache>
                <c:ptCount val="22"/>
                <c:pt idx="0">
                  <c:v>3C
2020</c:v>
                </c:pt>
                <c:pt idx="1">
                  <c:v>1Q
2021</c:v>
                </c:pt>
                <c:pt idx="2">
                  <c:v>2Q
2021</c:v>
                </c:pt>
                <c:pt idx="3">
                  <c:v>3Q
2021</c:v>
                </c:pt>
                <c:pt idx="4">
                  <c:v>4Q
2021</c:v>
                </c:pt>
                <c:pt idx="5">
                  <c:v>1Q
2022</c:v>
                </c:pt>
                <c:pt idx="6">
                  <c:v>2Q
2022</c:v>
                </c:pt>
                <c:pt idx="7">
                  <c:v>3Q
2022</c:v>
                </c:pt>
                <c:pt idx="8">
                  <c:v>4Q
2022</c:v>
                </c:pt>
                <c:pt idx="9">
                  <c:v>1Q
2023</c:v>
                </c:pt>
                <c:pt idx="10">
                  <c:v>2Q
2023</c:v>
                </c:pt>
                <c:pt idx="11">
                  <c:v>3Q
2023</c:v>
                </c:pt>
                <c:pt idx="12">
                  <c:v>4Q
2023</c:v>
                </c:pt>
                <c:pt idx="13">
                  <c:v>1Q
2024</c:v>
                </c:pt>
                <c:pt idx="14">
                  <c:v>2Q
2024</c:v>
                </c:pt>
                <c:pt idx="15">
                  <c:v>3Q
2024</c:v>
                </c:pt>
                <c:pt idx="16">
                  <c:v>4Q
2024</c:v>
                </c:pt>
                <c:pt idx="17">
                  <c:v>1Q
2025</c:v>
                </c:pt>
                <c:pt idx="18">
                  <c:v>2Q
2025</c:v>
                </c:pt>
                <c:pt idx="19">
                  <c:v>3Q
2025</c:v>
                </c:pt>
                <c:pt idx="20">
                  <c:v>4Q
2025</c:v>
                </c:pt>
                <c:pt idx="21">
                  <c:v>1Q
2026</c:v>
                </c:pt>
              </c:strCache>
            </c:strRef>
          </c:cat>
          <c:val>
            <c:numRef>
              <c:f>Hoja1!$B$2:$B$23</c:f>
              <c:numCache>
                <c:formatCode>0.0%</c:formatCode>
                <c:ptCount val="22"/>
                <c:pt idx="0">
                  <c:v>0.63100000000000001</c:v>
                </c:pt>
                <c:pt idx="1">
                  <c:v>0.626</c:v>
                </c:pt>
                <c:pt idx="2">
                  <c:v>0.51900000000000002</c:v>
                </c:pt>
                <c:pt idx="3">
                  <c:v>0.49</c:v>
                </c:pt>
                <c:pt idx="4">
                  <c:v>0.504</c:v>
                </c:pt>
                <c:pt idx="5">
                  <c:v>0.44600000000000001</c:v>
                </c:pt>
                <c:pt idx="6">
                  <c:v>0.47499999999999998</c:v>
                </c:pt>
                <c:pt idx="7">
                  <c:v>0.55500000000000005</c:v>
                </c:pt>
                <c:pt idx="8">
                  <c:v>0.46899999999999997</c:v>
                </c:pt>
                <c:pt idx="9">
                  <c:v>0.48</c:v>
                </c:pt>
                <c:pt idx="10">
                  <c:v>0.54200000000000004</c:v>
                </c:pt>
                <c:pt idx="11">
                  <c:v>0.56599999999999995</c:v>
                </c:pt>
                <c:pt idx="12">
                  <c:v>0.6</c:v>
                </c:pt>
                <c:pt idx="13">
                  <c:v>0.59299999999999997</c:v>
                </c:pt>
                <c:pt idx="14">
                  <c:v>0.50700000000000001</c:v>
                </c:pt>
                <c:pt idx="15">
                  <c:v>0.51500000000000001</c:v>
                </c:pt>
                <c:pt idx="16">
                  <c:v>0.51500000000000001</c:v>
                </c:pt>
                <c:pt idx="17">
                  <c:v>0.439</c:v>
                </c:pt>
                <c:pt idx="18">
                  <c:v>0.45700000000000002</c:v>
                </c:pt>
                <c:pt idx="19">
                  <c:v>0.40300000000000002</c:v>
                </c:pt>
                <c:pt idx="20">
                  <c:v>0.51400000000000001</c:v>
                </c:pt>
                <c:pt idx="21">
                  <c:v>0.48699999999999999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5B-43A5-8AEC-8361E8AEC7D6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64034143"/>
        <c:axId val="964014943"/>
      </c:barChart>
      <c:catAx>
        <c:axId val="964034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 ExtraBold" panose="00000900000000000000" pitchFamily="2" charset="0"/>
                <a:ea typeface="+mn-ea"/>
                <a:cs typeface="+mn-cs"/>
              </a:defRPr>
            </a:pPr>
            <a:endParaRPr lang="es-MX"/>
          </a:p>
        </c:txPr>
        <c:crossAx val="964014943"/>
        <c:crosses val="autoZero"/>
        <c:auto val="1"/>
        <c:lblAlgn val="ctr"/>
        <c:lblOffset val="100"/>
        <c:noMultiLvlLbl val="0"/>
      </c:catAx>
      <c:valAx>
        <c:axId val="964014943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964034143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Montserrat ExtraBold" panose="00000900000000000000" pitchFamily="2" charset="0"/>
        </a:defRPr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42C5E-06A3-4F95-B26A-C7C5C507386D}" type="datetimeFigureOut">
              <a:rPr lang="es-MX" smtClean="0"/>
              <a:pPr/>
              <a:t>05/10/2026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95288" y="685800"/>
            <a:ext cx="60674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A6188-9C7D-4ACB-9B5E-CC4E5CD048FF}" type="slidenum">
              <a:rPr lang="es-MX" smtClean="0"/>
              <a:pPr/>
              <a:t>‹Nº›</a:t>
            </a:fld>
            <a:endParaRPr lang="es-MX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065825" rtl="0" eaLnBrk="1" latinLnBrk="0" hangingPunct="1">
      <a:defRPr sz="1399" kern="1200">
        <a:solidFill>
          <a:schemeClr val="tx1"/>
        </a:solidFill>
        <a:latin typeface="+mn-lt"/>
        <a:ea typeface="+mn-ea"/>
        <a:cs typeface="+mn-cs"/>
      </a:defRPr>
    </a:lvl1pPr>
    <a:lvl2pPr marL="532912" algn="l" defTabSz="1065825" rtl="0" eaLnBrk="1" latinLnBrk="0" hangingPunct="1">
      <a:defRPr sz="1399" kern="1200">
        <a:solidFill>
          <a:schemeClr val="tx1"/>
        </a:solidFill>
        <a:latin typeface="+mn-lt"/>
        <a:ea typeface="+mn-ea"/>
        <a:cs typeface="+mn-cs"/>
      </a:defRPr>
    </a:lvl2pPr>
    <a:lvl3pPr marL="1065825" algn="l" defTabSz="1065825" rtl="0" eaLnBrk="1" latinLnBrk="0" hangingPunct="1">
      <a:defRPr sz="1399" kern="1200">
        <a:solidFill>
          <a:schemeClr val="tx1"/>
        </a:solidFill>
        <a:latin typeface="+mn-lt"/>
        <a:ea typeface="+mn-ea"/>
        <a:cs typeface="+mn-cs"/>
      </a:defRPr>
    </a:lvl3pPr>
    <a:lvl4pPr marL="1598737" algn="l" defTabSz="1065825" rtl="0" eaLnBrk="1" latinLnBrk="0" hangingPunct="1">
      <a:defRPr sz="1399" kern="1200">
        <a:solidFill>
          <a:schemeClr val="tx1"/>
        </a:solidFill>
        <a:latin typeface="+mn-lt"/>
        <a:ea typeface="+mn-ea"/>
        <a:cs typeface="+mn-cs"/>
      </a:defRPr>
    </a:lvl4pPr>
    <a:lvl5pPr marL="2131649" algn="l" defTabSz="1065825" rtl="0" eaLnBrk="1" latinLnBrk="0" hangingPunct="1">
      <a:defRPr sz="1399" kern="1200">
        <a:solidFill>
          <a:schemeClr val="tx1"/>
        </a:solidFill>
        <a:latin typeface="+mn-lt"/>
        <a:ea typeface="+mn-ea"/>
        <a:cs typeface="+mn-cs"/>
      </a:defRPr>
    </a:lvl5pPr>
    <a:lvl6pPr marL="2664562" algn="l" defTabSz="1065825" rtl="0" eaLnBrk="1" latinLnBrk="0" hangingPunct="1">
      <a:defRPr sz="1399" kern="1200">
        <a:solidFill>
          <a:schemeClr val="tx1"/>
        </a:solidFill>
        <a:latin typeface="+mn-lt"/>
        <a:ea typeface="+mn-ea"/>
        <a:cs typeface="+mn-cs"/>
      </a:defRPr>
    </a:lvl6pPr>
    <a:lvl7pPr marL="3197474" algn="l" defTabSz="1065825" rtl="0" eaLnBrk="1" latinLnBrk="0" hangingPunct="1">
      <a:defRPr sz="1399" kern="1200">
        <a:solidFill>
          <a:schemeClr val="tx1"/>
        </a:solidFill>
        <a:latin typeface="+mn-lt"/>
        <a:ea typeface="+mn-ea"/>
        <a:cs typeface="+mn-cs"/>
      </a:defRPr>
    </a:lvl7pPr>
    <a:lvl8pPr marL="3730386" algn="l" defTabSz="1065825" rtl="0" eaLnBrk="1" latinLnBrk="0" hangingPunct="1">
      <a:defRPr sz="1399" kern="1200">
        <a:solidFill>
          <a:schemeClr val="tx1"/>
        </a:solidFill>
        <a:latin typeface="+mn-lt"/>
        <a:ea typeface="+mn-ea"/>
        <a:cs typeface="+mn-cs"/>
      </a:defRPr>
    </a:lvl8pPr>
    <a:lvl9pPr marL="4263299" algn="l" defTabSz="1065825" rtl="0" eaLnBrk="1" latinLnBrk="0" hangingPunct="1">
      <a:defRPr sz="13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8050A-A434-1570-E777-662852D3D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59731E-34BF-4431-38BE-4873A7CC2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95288" y="685800"/>
            <a:ext cx="6067425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6E7355-320E-103D-030D-796F778E7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7389AC-417A-B6E0-4984-D8C35C0C5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011296-2D5F-4DDA-BDC4-271B5B9CAFCE}" type="slidenum">
              <a:rPr lang="es-ES_tradnl" altLang="es-MX" smtClean="0"/>
              <a:pPr>
                <a:defRPr/>
              </a:pPr>
              <a:t>4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632176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AA4A3B2-8603-91AF-F5E6-8A515C0F68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1977691" y="-1084791"/>
            <a:ext cx="14400213" cy="813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19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6211231-253D-537A-3FE3-3F849AEB55A0}"/>
              </a:ext>
            </a:extLst>
          </p:cNvPr>
          <p:cNvPicPr preferRelativeResize="0"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4250210" cy="8135938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0FF1CEF-A93E-2B02-B651-88D8EA883A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08833" y="0"/>
            <a:ext cx="8891381" cy="8135938"/>
          </a:xfrm>
          <a:custGeom>
            <a:avLst/>
            <a:gdLst>
              <a:gd name="connsiteX0" fmla="*/ 0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0 w 7527925"/>
              <a:gd name="connsiteY4" fmla="*/ 0 h 6858000"/>
              <a:gd name="connsiteX0" fmla="*/ 1993392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1993392 w 752792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27925" h="6858000">
                <a:moveTo>
                  <a:pt x="1993392" y="0"/>
                </a:moveTo>
                <a:lnTo>
                  <a:pt x="7527925" y="0"/>
                </a:lnTo>
                <a:lnTo>
                  <a:pt x="7527925" y="6858000"/>
                </a:lnTo>
                <a:lnTo>
                  <a:pt x="0" y="6858000"/>
                </a:lnTo>
                <a:lnTo>
                  <a:pt x="1993392" y="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</p:spPr>
        <p:txBody>
          <a:bodyPr lIns="92802" tIns="46401" rIns="92802" bIns="46401"/>
          <a:lstStyle/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923845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6211231-253D-537A-3FE3-3F849AEB55A0}"/>
              </a:ext>
            </a:extLst>
          </p:cNvPr>
          <p:cNvPicPr preferRelativeResize="0"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4250210" cy="8135938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0FF1CEF-A93E-2B02-B651-88D8EA883A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73632" y="-10847"/>
            <a:ext cx="8826581" cy="8146786"/>
          </a:xfrm>
          <a:custGeom>
            <a:avLst/>
            <a:gdLst>
              <a:gd name="connsiteX0" fmla="*/ 0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0 w 7527925"/>
              <a:gd name="connsiteY4" fmla="*/ 0 h 6858000"/>
              <a:gd name="connsiteX0" fmla="*/ 1993392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1993392 w 7527925"/>
              <a:gd name="connsiteY4" fmla="*/ 0 h 6858000"/>
              <a:gd name="connsiteX0" fmla="*/ 54864 w 7527925"/>
              <a:gd name="connsiteY0" fmla="*/ 0 h 6867144"/>
              <a:gd name="connsiteX1" fmla="*/ 7527925 w 7527925"/>
              <a:gd name="connsiteY1" fmla="*/ 9144 h 6867144"/>
              <a:gd name="connsiteX2" fmla="*/ 7527925 w 7527925"/>
              <a:gd name="connsiteY2" fmla="*/ 6867144 h 6867144"/>
              <a:gd name="connsiteX3" fmla="*/ 0 w 7527925"/>
              <a:gd name="connsiteY3" fmla="*/ 6867144 h 6867144"/>
              <a:gd name="connsiteX4" fmla="*/ 54864 w 7527925"/>
              <a:gd name="connsiteY4" fmla="*/ 0 h 6867144"/>
              <a:gd name="connsiteX0" fmla="*/ 0 w 7473061"/>
              <a:gd name="connsiteY0" fmla="*/ 0 h 6867144"/>
              <a:gd name="connsiteX1" fmla="*/ 7473061 w 7473061"/>
              <a:gd name="connsiteY1" fmla="*/ 9144 h 6867144"/>
              <a:gd name="connsiteX2" fmla="*/ 7473061 w 7473061"/>
              <a:gd name="connsiteY2" fmla="*/ 6867144 h 6867144"/>
              <a:gd name="connsiteX3" fmla="*/ 2084832 w 7473061"/>
              <a:gd name="connsiteY3" fmla="*/ 6867144 h 6867144"/>
              <a:gd name="connsiteX4" fmla="*/ 0 w 7473061"/>
              <a:gd name="connsiteY4" fmla="*/ 0 h 686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3061" h="6867144">
                <a:moveTo>
                  <a:pt x="0" y="0"/>
                </a:moveTo>
                <a:lnTo>
                  <a:pt x="7473061" y="9144"/>
                </a:lnTo>
                <a:lnTo>
                  <a:pt x="7473061" y="6867144"/>
                </a:lnTo>
                <a:lnTo>
                  <a:pt x="2084832" y="6867144"/>
                </a:lnTo>
                <a:lnTo>
                  <a:pt x="0" y="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</p:spPr>
        <p:txBody>
          <a:bodyPr lIns="92802" tIns="46401" rIns="92802" bIns="46401"/>
          <a:lstStyle/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118078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2 Marcador de posición de imagen" descr="ico-destinonegocio-asociacion-istock-getty-images-849x430-1.jpg">
            <a:extLst>
              <a:ext uri="{FF2B5EF4-FFF2-40B4-BE49-F238E27FC236}">
                <a16:creationId xmlns:a16="http://schemas.microsoft.com/office/drawing/2014/main" id="{F1CCE65C-336C-7414-53B4-94FE5EB10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7107" r="17107"/>
          <a:stretch>
            <a:fillRect/>
          </a:stretch>
        </p:blipFill>
        <p:spPr>
          <a:xfrm>
            <a:off x="5801001" y="511775"/>
            <a:ext cx="7560000" cy="7139677"/>
          </a:xfrm>
          <a:custGeom>
            <a:avLst/>
            <a:gdLst>
              <a:gd name="connsiteX0" fmla="*/ 0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0 w 7527925"/>
              <a:gd name="connsiteY4" fmla="*/ 0 h 6858000"/>
              <a:gd name="connsiteX0" fmla="*/ 1993392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1993392 w 7527925"/>
              <a:gd name="connsiteY4" fmla="*/ 0 h 6858000"/>
              <a:gd name="connsiteX0" fmla="*/ 54864 w 7527925"/>
              <a:gd name="connsiteY0" fmla="*/ 0 h 6867144"/>
              <a:gd name="connsiteX1" fmla="*/ 7527925 w 7527925"/>
              <a:gd name="connsiteY1" fmla="*/ 9144 h 6867144"/>
              <a:gd name="connsiteX2" fmla="*/ 7527925 w 7527925"/>
              <a:gd name="connsiteY2" fmla="*/ 6867144 h 6867144"/>
              <a:gd name="connsiteX3" fmla="*/ 0 w 7527925"/>
              <a:gd name="connsiteY3" fmla="*/ 6867144 h 6867144"/>
              <a:gd name="connsiteX4" fmla="*/ 54864 w 7527925"/>
              <a:gd name="connsiteY4" fmla="*/ 0 h 6867144"/>
              <a:gd name="connsiteX0" fmla="*/ 0 w 7473061"/>
              <a:gd name="connsiteY0" fmla="*/ 0 h 6867144"/>
              <a:gd name="connsiteX1" fmla="*/ 7473061 w 7473061"/>
              <a:gd name="connsiteY1" fmla="*/ 9144 h 6867144"/>
              <a:gd name="connsiteX2" fmla="*/ 7473061 w 7473061"/>
              <a:gd name="connsiteY2" fmla="*/ 6867144 h 6867144"/>
              <a:gd name="connsiteX3" fmla="*/ 2084832 w 7473061"/>
              <a:gd name="connsiteY3" fmla="*/ 6867144 h 6867144"/>
              <a:gd name="connsiteX4" fmla="*/ 0 w 7473061"/>
              <a:gd name="connsiteY4" fmla="*/ 0 h 6867144"/>
              <a:gd name="connsiteX0" fmla="*/ 0 w 8920861"/>
              <a:gd name="connsiteY0" fmla="*/ 16256 h 6858000"/>
              <a:gd name="connsiteX1" fmla="*/ 8920861 w 8920861"/>
              <a:gd name="connsiteY1" fmla="*/ 0 h 6858000"/>
              <a:gd name="connsiteX2" fmla="*/ 8920861 w 8920861"/>
              <a:gd name="connsiteY2" fmla="*/ 6858000 h 6858000"/>
              <a:gd name="connsiteX3" fmla="*/ 3532632 w 8920861"/>
              <a:gd name="connsiteY3" fmla="*/ 6858000 h 6858000"/>
              <a:gd name="connsiteX4" fmla="*/ 0 w 8920861"/>
              <a:gd name="connsiteY4" fmla="*/ 16256 h 6858000"/>
              <a:gd name="connsiteX0" fmla="*/ 0 w 8196961"/>
              <a:gd name="connsiteY0" fmla="*/ 371856 h 6858000"/>
              <a:gd name="connsiteX1" fmla="*/ 8196961 w 8196961"/>
              <a:gd name="connsiteY1" fmla="*/ 0 h 6858000"/>
              <a:gd name="connsiteX2" fmla="*/ 8196961 w 8196961"/>
              <a:gd name="connsiteY2" fmla="*/ 6858000 h 6858000"/>
              <a:gd name="connsiteX3" fmla="*/ 2808732 w 8196961"/>
              <a:gd name="connsiteY3" fmla="*/ 6858000 h 6858000"/>
              <a:gd name="connsiteX4" fmla="*/ 0 w 8196961"/>
              <a:gd name="connsiteY4" fmla="*/ 371856 h 6858000"/>
              <a:gd name="connsiteX0" fmla="*/ 0 w 8920861"/>
              <a:gd name="connsiteY0" fmla="*/ 0 h 6867144"/>
              <a:gd name="connsiteX1" fmla="*/ 8920861 w 8920861"/>
              <a:gd name="connsiteY1" fmla="*/ 9144 h 6867144"/>
              <a:gd name="connsiteX2" fmla="*/ 8920861 w 8920861"/>
              <a:gd name="connsiteY2" fmla="*/ 6867144 h 6867144"/>
              <a:gd name="connsiteX3" fmla="*/ 3532632 w 8920861"/>
              <a:gd name="connsiteY3" fmla="*/ 6867144 h 6867144"/>
              <a:gd name="connsiteX4" fmla="*/ 0 w 8920861"/>
              <a:gd name="connsiteY4" fmla="*/ 0 h 686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20861" h="6867144">
                <a:moveTo>
                  <a:pt x="0" y="0"/>
                </a:moveTo>
                <a:lnTo>
                  <a:pt x="8920861" y="9144"/>
                </a:lnTo>
                <a:lnTo>
                  <a:pt x="8920861" y="6867144"/>
                </a:lnTo>
                <a:lnTo>
                  <a:pt x="3532632" y="6867144"/>
                </a:lnTo>
                <a:lnTo>
                  <a:pt x="0" y="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</p:spPr>
      </p:pic>
    </p:spTree>
    <p:extLst>
      <p:ext uri="{BB962C8B-B14F-4D97-AF65-F5344CB8AC3E}">
        <p14:creationId xmlns:p14="http://schemas.microsoft.com/office/powerpoint/2010/main" val="2179117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7" y="2528675"/>
            <a:ext cx="12240181" cy="1742699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3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11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23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359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479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599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71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839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959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88F6CB-EB12-1D39-C386-ADCCC1ACC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172B2E8D-C67F-4F72-B452-01570758631A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39B2C6-20B4-BADC-4A22-799251BA4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594C5E-4A77-63BA-893F-8A34EC03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C38227-3424-494A-85D4-66AFEC0D2CBD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117847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AC639-8713-2315-638E-CD98BE01B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D2B6C2FC-0BD9-4CA5-8DDD-A04016BFD163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00BD57-266C-0EE4-8BE7-BEAA96500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6E1123-3021-C677-F368-7AB1CE46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3B298E-DF9B-4454-A5E8-E53CEBB5539D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704271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9" y="5228095"/>
            <a:ext cx="12240181" cy="1617143"/>
          </a:xfrm>
        </p:spPr>
        <p:txBody>
          <a:bodyPr anchor="t"/>
          <a:lstStyle>
            <a:lvl1pPr algn="l">
              <a:defRPr sz="5354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9" y="3447734"/>
            <a:ext cx="12240181" cy="1780363"/>
          </a:xfrm>
        </p:spPr>
        <p:txBody>
          <a:bodyPr anchor="b"/>
          <a:lstStyle>
            <a:lvl1pPr marL="0" indent="0">
              <a:buNone/>
              <a:defRPr sz="2678">
                <a:solidFill>
                  <a:schemeClr val="tx1">
                    <a:tint val="75000"/>
                  </a:schemeClr>
                </a:solidFill>
              </a:defRPr>
            </a:lvl1pPr>
            <a:lvl2pPr marL="611993" indent="0">
              <a:buNone/>
              <a:defRPr sz="2410">
                <a:solidFill>
                  <a:schemeClr val="tx1">
                    <a:tint val="75000"/>
                  </a:schemeClr>
                </a:solidFill>
              </a:defRPr>
            </a:lvl2pPr>
            <a:lvl3pPr marL="1223986" indent="0">
              <a:buNone/>
              <a:defRPr sz="2142">
                <a:solidFill>
                  <a:schemeClr val="tx1">
                    <a:tint val="75000"/>
                  </a:schemeClr>
                </a:solidFill>
              </a:defRPr>
            </a:lvl3pPr>
            <a:lvl4pPr marL="1835979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4pPr>
            <a:lvl5pPr marL="2447971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5pPr>
            <a:lvl6pPr marL="3059963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6pPr>
            <a:lvl7pPr marL="3671956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7pPr>
            <a:lvl8pPr marL="4283948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8pPr>
            <a:lvl9pPr marL="4895941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4DC4D4-512D-24D4-98DC-1E372564A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F5D7CC3-5E6A-466C-856F-698278740569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00D2F4-58F4-F7CF-0652-C57917529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4529BD-D3E7-BD5C-497E-2D8663C82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9268A-E748-474F-B80C-135EF63B4F7D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3327201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48"/>
            </a:lvl1pPr>
            <a:lvl2pPr>
              <a:defRPr sz="3213"/>
            </a:lvl2pPr>
            <a:lvl3pPr>
              <a:defRPr sz="2678"/>
            </a:lvl3pPr>
            <a:lvl4pPr>
              <a:defRPr sz="2410"/>
            </a:lvl4pPr>
            <a:lvl5pPr>
              <a:defRPr sz="2410"/>
            </a:lvl5pPr>
            <a:lvl6pPr>
              <a:defRPr sz="2410"/>
            </a:lvl6pPr>
            <a:lvl7pPr>
              <a:defRPr sz="2410"/>
            </a:lvl7pPr>
            <a:lvl8pPr>
              <a:defRPr sz="2410"/>
            </a:lvl8pPr>
            <a:lvl9pPr>
              <a:defRPr sz="241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48"/>
            </a:lvl1pPr>
            <a:lvl2pPr>
              <a:defRPr sz="3213"/>
            </a:lvl2pPr>
            <a:lvl3pPr>
              <a:defRPr sz="2678"/>
            </a:lvl3pPr>
            <a:lvl4pPr>
              <a:defRPr sz="2410"/>
            </a:lvl4pPr>
            <a:lvl5pPr>
              <a:defRPr sz="2410"/>
            </a:lvl5pPr>
            <a:lvl6pPr>
              <a:defRPr sz="2410"/>
            </a:lvl6pPr>
            <a:lvl7pPr>
              <a:defRPr sz="2410"/>
            </a:lvl7pPr>
            <a:lvl8pPr>
              <a:defRPr sz="2410"/>
            </a:lvl8pPr>
            <a:lvl9pPr>
              <a:defRPr sz="241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631604-8B21-7E64-D890-60C8F0F2A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AF7F7B70-6A16-4639-BCE2-FA8D6CA9A7A1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BCBF10-701F-DC05-BB8C-687228BD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2DACD5-A2A9-35B8-B351-3CB52A88E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9742CC-B160-4A81-A688-4992F1190A26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3034161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2" y="1820543"/>
            <a:ext cx="6362594" cy="760860"/>
          </a:xfrm>
        </p:spPr>
        <p:txBody>
          <a:bodyPr anchor="b"/>
          <a:lstStyle>
            <a:lvl1pPr marL="0" indent="0">
              <a:buNone/>
              <a:defRPr sz="3213" b="1"/>
            </a:lvl1pPr>
            <a:lvl2pPr marL="611993" indent="0">
              <a:buNone/>
              <a:defRPr sz="2678" b="1"/>
            </a:lvl2pPr>
            <a:lvl3pPr marL="1223986" indent="0">
              <a:buNone/>
              <a:defRPr sz="2410" b="1"/>
            </a:lvl3pPr>
            <a:lvl4pPr marL="1835979" indent="0">
              <a:buNone/>
              <a:defRPr sz="2142" b="1"/>
            </a:lvl4pPr>
            <a:lvl5pPr marL="2447971" indent="0">
              <a:buNone/>
              <a:defRPr sz="2142" b="1"/>
            </a:lvl5pPr>
            <a:lvl6pPr marL="3059963" indent="0">
              <a:buNone/>
              <a:defRPr sz="2142" b="1"/>
            </a:lvl6pPr>
            <a:lvl7pPr marL="3671956" indent="0">
              <a:buNone/>
              <a:defRPr sz="2142" b="1"/>
            </a:lvl7pPr>
            <a:lvl8pPr marL="4283948" indent="0">
              <a:buNone/>
              <a:defRPr sz="2142" b="1"/>
            </a:lvl8pPr>
            <a:lvl9pPr marL="4895941" indent="0">
              <a:buNone/>
              <a:defRPr sz="2142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2" y="2581405"/>
            <a:ext cx="6362594" cy="4685698"/>
          </a:xfrm>
        </p:spPr>
        <p:txBody>
          <a:bodyPr/>
          <a:lstStyle>
            <a:lvl1pPr>
              <a:defRPr sz="3213"/>
            </a:lvl1pPr>
            <a:lvl2pPr>
              <a:defRPr sz="2678"/>
            </a:lvl2pPr>
            <a:lvl3pPr>
              <a:defRPr sz="2410"/>
            </a:lvl3pPr>
            <a:lvl4pPr>
              <a:defRPr sz="2142"/>
            </a:lvl4pPr>
            <a:lvl5pPr>
              <a:defRPr sz="2142"/>
            </a:lvl5pPr>
            <a:lvl6pPr>
              <a:defRPr sz="2142"/>
            </a:lvl6pPr>
            <a:lvl7pPr>
              <a:defRPr sz="2142"/>
            </a:lvl7pPr>
            <a:lvl8pPr>
              <a:defRPr sz="2142"/>
            </a:lvl8pPr>
            <a:lvl9pPr>
              <a:defRPr sz="2142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13" b="1"/>
            </a:lvl1pPr>
            <a:lvl2pPr marL="611993" indent="0">
              <a:buNone/>
              <a:defRPr sz="2678" b="1"/>
            </a:lvl2pPr>
            <a:lvl3pPr marL="1223986" indent="0">
              <a:buNone/>
              <a:defRPr sz="2410" b="1"/>
            </a:lvl3pPr>
            <a:lvl4pPr marL="1835979" indent="0">
              <a:buNone/>
              <a:defRPr sz="2142" b="1"/>
            </a:lvl4pPr>
            <a:lvl5pPr marL="2447971" indent="0">
              <a:buNone/>
              <a:defRPr sz="2142" b="1"/>
            </a:lvl5pPr>
            <a:lvl6pPr marL="3059963" indent="0">
              <a:buNone/>
              <a:defRPr sz="2142" b="1"/>
            </a:lvl6pPr>
            <a:lvl7pPr marL="3671956" indent="0">
              <a:buNone/>
              <a:defRPr sz="2142" b="1"/>
            </a:lvl7pPr>
            <a:lvl8pPr marL="4283948" indent="0">
              <a:buNone/>
              <a:defRPr sz="2142" b="1"/>
            </a:lvl8pPr>
            <a:lvl9pPr marL="4895941" indent="0">
              <a:buNone/>
              <a:defRPr sz="2142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5"/>
            <a:ext cx="6365094" cy="4685698"/>
          </a:xfrm>
        </p:spPr>
        <p:txBody>
          <a:bodyPr/>
          <a:lstStyle>
            <a:lvl1pPr>
              <a:defRPr sz="3213"/>
            </a:lvl1pPr>
            <a:lvl2pPr>
              <a:defRPr sz="2678"/>
            </a:lvl2pPr>
            <a:lvl3pPr>
              <a:defRPr sz="2410"/>
            </a:lvl3pPr>
            <a:lvl4pPr>
              <a:defRPr sz="2142"/>
            </a:lvl4pPr>
            <a:lvl5pPr>
              <a:defRPr sz="2142"/>
            </a:lvl5pPr>
            <a:lvl6pPr>
              <a:defRPr sz="2142"/>
            </a:lvl6pPr>
            <a:lvl7pPr>
              <a:defRPr sz="2142"/>
            </a:lvl7pPr>
            <a:lvl8pPr>
              <a:defRPr sz="2142"/>
            </a:lvl8pPr>
            <a:lvl9pPr>
              <a:defRPr sz="2142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8E3D14B-FF3A-E3AB-92EE-008AB65CE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E41856D-F2EB-4066-B6A7-7186E1B198F0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1CDC6D7-67C2-F025-EE14-DB7DEB22B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53577D3-2DB2-9AD6-2DBC-B56667C91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AAC5AA-9EF3-4DEC-BFB4-172E1141BC53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2796136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6BC1B56-AE83-616A-BB3F-CA1C0DE47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CE1F5A4-7B58-4FCC-B53C-195E712CC228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8BE3003-D644-7292-FB61-B88D90011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E48B2A7-F4F9-8FB0-4DC7-D3CEF367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F03489-7F64-4191-920A-F4488D6EDA2B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488306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>
            <a:extLst>
              <a:ext uri="{FF2B5EF4-FFF2-40B4-BE49-F238E27FC236}">
                <a16:creationId xmlns:a16="http://schemas.microsoft.com/office/drawing/2014/main" id="{289CB3E6-C4F4-2508-1289-623BF1F7B2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59" descr="Upax_Research.png">
            <a:extLst>
              <a:ext uri="{FF2B5EF4-FFF2-40B4-BE49-F238E27FC236}">
                <a16:creationId xmlns:a16="http://schemas.microsoft.com/office/drawing/2014/main" id="{0B9427F9-366E-242A-A436-62EBEC72A8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31" y="7584127"/>
            <a:ext cx="2109406" cy="421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id="{32A45C46-4D27-348A-FB08-FC7DFA05EE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8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8E8C80A1-D8A0-B08A-A816-CBE3F5673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A296C46-1259-4D34-AC33-9AC436964C76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75A7A6F3-79B2-0BF9-E6E7-27AC06776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75F2C72E-F079-CB34-73C1-08595BDFA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D4B82-D9FE-4890-AF68-A3342D74B767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322935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>
            <a:extLst>
              <a:ext uri="{FF2B5EF4-FFF2-40B4-BE49-F238E27FC236}">
                <a16:creationId xmlns:a16="http://schemas.microsoft.com/office/drawing/2014/main" id="{2D3F58D8-36C0-2602-0181-45FCB2AF2B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59" descr="Upax_Research.png">
            <a:extLst>
              <a:ext uri="{FF2B5EF4-FFF2-40B4-BE49-F238E27FC236}">
                <a16:creationId xmlns:a16="http://schemas.microsoft.com/office/drawing/2014/main" id="{6F0273B3-CA1C-5D66-039A-E77DD1C2CF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31" y="7584127"/>
            <a:ext cx="2109406" cy="421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id="{14CBD469-5CD3-0BAC-2FB2-A1E97F19D6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8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fecha 1">
            <a:extLst>
              <a:ext uri="{FF2B5EF4-FFF2-40B4-BE49-F238E27FC236}">
                <a16:creationId xmlns:a16="http://schemas.microsoft.com/office/drawing/2014/main" id="{60F13AAB-B7E8-D66F-6DFE-7E1734A54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27C07F09-05E1-4B20-95BE-F8B71C5EE1B4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6" name="Marcador de pie de página 2">
            <a:extLst>
              <a:ext uri="{FF2B5EF4-FFF2-40B4-BE49-F238E27FC236}">
                <a16:creationId xmlns:a16="http://schemas.microsoft.com/office/drawing/2014/main" id="{7AD44FF2-6582-5618-EF39-3CD339F9F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3">
            <a:extLst>
              <a:ext uri="{FF2B5EF4-FFF2-40B4-BE49-F238E27FC236}">
                <a16:creationId xmlns:a16="http://schemas.microsoft.com/office/drawing/2014/main" id="{3BFE9BA0-BE29-738D-5473-D9E7B6CEE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52D5CF-DCD3-43DF-A761-9525C801B741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1101671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5" y="323935"/>
            <a:ext cx="4737571" cy="1378588"/>
          </a:xfrm>
        </p:spPr>
        <p:txBody>
          <a:bodyPr anchor="b"/>
          <a:lstStyle>
            <a:lvl1pPr algn="l">
              <a:defRPr sz="2678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84"/>
            </a:lvl1pPr>
            <a:lvl2pPr>
              <a:defRPr sz="3748"/>
            </a:lvl2pPr>
            <a:lvl3pPr>
              <a:defRPr sz="3213"/>
            </a:lvl3pPr>
            <a:lvl4pPr>
              <a:defRPr sz="2678"/>
            </a:lvl4pPr>
            <a:lvl5pPr>
              <a:defRPr sz="2678"/>
            </a:lvl5pPr>
            <a:lvl6pPr>
              <a:defRPr sz="2678"/>
            </a:lvl6pPr>
            <a:lvl7pPr>
              <a:defRPr sz="2678"/>
            </a:lvl7pPr>
            <a:lvl8pPr>
              <a:defRPr sz="2678"/>
            </a:lvl8pPr>
            <a:lvl9pPr>
              <a:defRPr sz="2678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5" y="1702522"/>
            <a:ext cx="4737571" cy="5564579"/>
          </a:xfrm>
        </p:spPr>
        <p:txBody>
          <a:bodyPr/>
          <a:lstStyle>
            <a:lvl1pPr marL="0" indent="0">
              <a:buNone/>
              <a:defRPr sz="1874"/>
            </a:lvl1pPr>
            <a:lvl2pPr marL="611993" indent="0">
              <a:buNone/>
              <a:defRPr sz="1606"/>
            </a:lvl2pPr>
            <a:lvl3pPr marL="1223986" indent="0">
              <a:buNone/>
              <a:defRPr sz="1338"/>
            </a:lvl3pPr>
            <a:lvl4pPr marL="1835979" indent="0">
              <a:buNone/>
              <a:defRPr sz="1205"/>
            </a:lvl4pPr>
            <a:lvl5pPr marL="2447971" indent="0">
              <a:buNone/>
              <a:defRPr sz="1205"/>
            </a:lvl5pPr>
            <a:lvl6pPr marL="3059963" indent="0">
              <a:buNone/>
              <a:defRPr sz="1205"/>
            </a:lvl6pPr>
            <a:lvl7pPr marL="3671956" indent="0">
              <a:buNone/>
              <a:defRPr sz="1205"/>
            </a:lvl7pPr>
            <a:lvl8pPr marL="4283948" indent="0">
              <a:buNone/>
              <a:defRPr sz="1205"/>
            </a:lvl8pPr>
            <a:lvl9pPr marL="4895941" indent="0">
              <a:buNone/>
              <a:defRPr sz="1205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B4464DA-4D08-79FC-C4CF-C163D86E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B4474F0C-788B-40A0-98DE-1B6698A5F73B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93919D-E70F-2801-D2AE-B55DD6C7C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6D4547-FC3C-8E18-A8E1-30E1F53D1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088EC0-4E69-4F25-883C-73B480BDCB0D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1737307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9"/>
            <a:ext cx="8640128" cy="672973"/>
          </a:xfrm>
        </p:spPr>
        <p:txBody>
          <a:bodyPr anchor="b"/>
          <a:lstStyle>
            <a:lvl1pPr algn="l">
              <a:defRPr sz="2678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84"/>
            </a:lvl1pPr>
            <a:lvl2pPr marL="611993" indent="0">
              <a:buNone/>
              <a:defRPr sz="3748"/>
            </a:lvl2pPr>
            <a:lvl3pPr marL="1223986" indent="0">
              <a:buNone/>
              <a:defRPr sz="3213"/>
            </a:lvl3pPr>
            <a:lvl4pPr marL="1835979" indent="0">
              <a:buNone/>
              <a:defRPr sz="2678"/>
            </a:lvl4pPr>
            <a:lvl5pPr marL="2447971" indent="0">
              <a:buNone/>
              <a:defRPr sz="2678"/>
            </a:lvl5pPr>
            <a:lvl6pPr marL="3059963" indent="0">
              <a:buNone/>
              <a:defRPr sz="2678"/>
            </a:lvl6pPr>
            <a:lvl7pPr marL="3671956" indent="0">
              <a:buNone/>
              <a:defRPr sz="2678"/>
            </a:lvl7pPr>
            <a:lvl8pPr marL="4283948" indent="0">
              <a:buNone/>
              <a:defRPr sz="2678"/>
            </a:lvl8pPr>
            <a:lvl9pPr marL="4895941" indent="0">
              <a:buNone/>
              <a:defRPr sz="2678"/>
            </a:lvl9pPr>
          </a:lstStyle>
          <a:p>
            <a:pPr lvl="0"/>
            <a:endParaRPr lang="es-E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2"/>
            <a:ext cx="8640128" cy="954215"/>
          </a:xfrm>
        </p:spPr>
        <p:txBody>
          <a:bodyPr/>
          <a:lstStyle>
            <a:lvl1pPr marL="0" indent="0">
              <a:buNone/>
              <a:defRPr sz="1874"/>
            </a:lvl1pPr>
            <a:lvl2pPr marL="611993" indent="0">
              <a:buNone/>
              <a:defRPr sz="1606"/>
            </a:lvl2pPr>
            <a:lvl3pPr marL="1223986" indent="0">
              <a:buNone/>
              <a:defRPr sz="1338"/>
            </a:lvl3pPr>
            <a:lvl4pPr marL="1835979" indent="0">
              <a:buNone/>
              <a:defRPr sz="1205"/>
            </a:lvl4pPr>
            <a:lvl5pPr marL="2447971" indent="0">
              <a:buNone/>
              <a:defRPr sz="1205"/>
            </a:lvl5pPr>
            <a:lvl6pPr marL="3059963" indent="0">
              <a:buNone/>
              <a:defRPr sz="1205"/>
            </a:lvl6pPr>
            <a:lvl7pPr marL="3671956" indent="0">
              <a:buNone/>
              <a:defRPr sz="1205"/>
            </a:lvl7pPr>
            <a:lvl8pPr marL="4283948" indent="0">
              <a:buNone/>
              <a:defRPr sz="1205"/>
            </a:lvl8pPr>
            <a:lvl9pPr marL="4895941" indent="0">
              <a:buNone/>
              <a:defRPr sz="1205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D406D8-26FD-1316-17D0-9DE2682B8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DAF12CB-DBEC-4E13-8B12-CF4EFAF24E3E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B8E30E-515B-DB8A-4787-0F379587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DA14DA-743C-198F-FF03-210668853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F0A136-65A6-40E8-AFF5-75432B765279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2825054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9178A0-9466-A8DF-F819-3544C3633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FCAB7FDE-5735-43B9-8AA7-06BAB665433F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80785C-69C8-ED69-B9F2-1C0C07C3F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F07CCA-4DF6-A930-8BC5-0F65346F9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DFEEE8-3305-40C6-BD9B-50A5D0653DA2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2817040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5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0" y="326445"/>
            <a:ext cx="9480141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A14D-A24C-8CC9-0F2E-6544B1E40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A5BF66C-B63C-4948-B846-1BD18933F183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A765C3-D35F-1885-3D12-0127BAA9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C5C576-CB74-8790-FD70-6A964072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89D425-89FE-4980-B08F-4BD66062A0FC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270322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 descr="shutterstock_33008366.png">
            <a:extLst>
              <a:ext uri="{FF2B5EF4-FFF2-40B4-BE49-F238E27FC236}">
                <a16:creationId xmlns:a16="http://schemas.microsoft.com/office/drawing/2014/main" id="{3FCDE4EE-6A29-53E5-5C76-6306DD1326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71926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80017" y="2528675"/>
            <a:ext cx="12240181" cy="1742699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60033" y="4610365"/>
            <a:ext cx="10080149" cy="207918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11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23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359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479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599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71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839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959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C1A51E-5CF1-7642-47C9-8A27F1386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4E78776F-3FB2-4A4A-A3BE-3E70EDBF354C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59C5A3-2ABB-A7AD-FB8F-EFEEB590A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325CCE-4439-CE43-F9AF-AED8EE48D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BD71E-FB9B-40DF-A574-05A3F985ADBE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1914868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6C500-6938-3F53-74CF-52A7A6D87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61BA0618-5B6A-44B3-902B-9BB2AC3813BF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BADCA7-DBC6-3E23-4A4F-2A0DAB12D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BF7381-300D-1237-16D3-1FD5EAE71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3B2AA-0ECA-4FE8-9198-D2EB2A553E6C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460431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37519" y="5228095"/>
            <a:ext cx="12240181" cy="1617143"/>
          </a:xfrm>
        </p:spPr>
        <p:txBody>
          <a:bodyPr anchor="t"/>
          <a:lstStyle>
            <a:lvl1pPr algn="l">
              <a:defRPr sz="5354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37519" y="3447734"/>
            <a:ext cx="12240181" cy="1780363"/>
          </a:xfrm>
        </p:spPr>
        <p:txBody>
          <a:bodyPr anchor="b"/>
          <a:lstStyle>
            <a:lvl1pPr marL="0" indent="0">
              <a:buNone/>
              <a:defRPr sz="2678">
                <a:solidFill>
                  <a:schemeClr val="tx1">
                    <a:tint val="75000"/>
                  </a:schemeClr>
                </a:solidFill>
              </a:defRPr>
            </a:lvl1pPr>
            <a:lvl2pPr marL="611993" indent="0">
              <a:buNone/>
              <a:defRPr sz="2410">
                <a:solidFill>
                  <a:schemeClr val="tx1">
                    <a:tint val="75000"/>
                  </a:schemeClr>
                </a:solidFill>
              </a:defRPr>
            </a:lvl2pPr>
            <a:lvl3pPr marL="1223986" indent="0">
              <a:buNone/>
              <a:defRPr sz="2142">
                <a:solidFill>
                  <a:schemeClr val="tx1">
                    <a:tint val="75000"/>
                  </a:schemeClr>
                </a:solidFill>
              </a:defRPr>
            </a:lvl3pPr>
            <a:lvl4pPr marL="1835979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4pPr>
            <a:lvl5pPr marL="2447971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5pPr>
            <a:lvl6pPr marL="3059963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6pPr>
            <a:lvl7pPr marL="3671956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7pPr>
            <a:lvl8pPr marL="4283948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8pPr>
            <a:lvl9pPr marL="4895941" indent="0">
              <a:buNone/>
              <a:defRPr sz="187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16698F-1021-2E19-748B-AA8DB9426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E65FECA-136B-4B2D-98EA-9A5EB052BF3C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1341F8-A679-4629-D5A9-60A569532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6CAB21-B721-9AF0-08A2-F1630A98F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772962-A1A7-490B-9EEF-0D3832430C1D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851321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720011" y="1898391"/>
            <a:ext cx="6360094" cy="5368714"/>
          </a:xfrm>
        </p:spPr>
        <p:txBody>
          <a:bodyPr/>
          <a:lstStyle>
            <a:lvl1pPr>
              <a:defRPr sz="3748"/>
            </a:lvl1pPr>
            <a:lvl2pPr>
              <a:defRPr sz="3213"/>
            </a:lvl2pPr>
            <a:lvl3pPr>
              <a:defRPr sz="2678"/>
            </a:lvl3pPr>
            <a:lvl4pPr>
              <a:defRPr sz="2410"/>
            </a:lvl4pPr>
            <a:lvl5pPr>
              <a:defRPr sz="2410"/>
            </a:lvl5pPr>
            <a:lvl6pPr>
              <a:defRPr sz="2410"/>
            </a:lvl6pPr>
            <a:lvl7pPr>
              <a:defRPr sz="2410"/>
            </a:lvl7pPr>
            <a:lvl8pPr>
              <a:defRPr sz="2410"/>
            </a:lvl8pPr>
            <a:lvl9pPr>
              <a:defRPr sz="241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320108" y="1898391"/>
            <a:ext cx="6360094" cy="5368714"/>
          </a:xfrm>
        </p:spPr>
        <p:txBody>
          <a:bodyPr/>
          <a:lstStyle>
            <a:lvl1pPr>
              <a:defRPr sz="3748"/>
            </a:lvl1pPr>
            <a:lvl2pPr>
              <a:defRPr sz="3213"/>
            </a:lvl2pPr>
            <a:lvl3pPr>
              <a:defRPr sz="2678"/>
            </a:lvl3pPr>
            <a:lvl4pPr>
              <a:defRPr sz="2410"/>
            </a:lvl4pPr>
            <a:lvl5pPr>
              <a:defRPr sz="2410"/>
            </a:lvl5pPr>
            <a:lvl6pPr>
              <a:defRPr sz="2410"/>
            </a:lvl6pPr>
            <a:lvl7pPr>
              <a:defRPr sz="2410"/>
            </a:lvl7pPr>
            <a:lvl8pPr>
              <a:defRPr sz="2410"/>
            </a:lvl8pPr>
            <a:lvl9pPr>
              <a:defRPr sz="241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899365-0082-F71B-645B-AB9412409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E6CE2530-4FF9-419D-B86A-DE1F6FD95683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0CBFFB-01ED-4149-C58A-EE5EF46AF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434E1C-DCA0-579C-DA9F-C5B426C0F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3866D-DA10-4DC7-AEE8-FC3CE8CB4AC8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468954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0012" y="1820543"/>
            <a:ext cx="6362594" cy="760860"/>
          </a:xfrm>
        </p:spPr>
        <p:txBody>
          <a:bodyPr anchor="b"/>
          <a:lstStyle>
            <a:lvl1pPr marL="0" indent="0">
              <a:buNone/>
              <a:defRPr sz="3213" b="1"/>
            </a:lvl1pPr>
            <a:lvl2pPr marL="611993" indent="0">
              <a:buNone/>
              <a:defRPr sz="2678" b="1"/>
            </a:lvl2pPr>
            <a:lvl3pPr marL="1223986" indent="0">
              <a:buNone/>
              <a:defRPr sz="2410" b="1"/>
            </a:lvl3pPr>
            <a:lvl4pPr marL="1835979" indent="0">
              <a:buNone/>
              <a:defRPr sz="2142" b="1"/>
            </a:lvl4pPr>
            <a:lvl5pPr marL="2447971" indent="0">
              <a:buNone/>
              <a:defRPr sz="2142" b="1"/>
            </a:lvl5pPr>
            <a:lvl6pPr marL="3059963" indent="0">
              <a:buNone/>
              <a:defRPr sz="2142" b="1"/>
            </a:lvl6pPr>
            <a:lvl7pPr marL="3671956" indent="0">
              <a:buNone/>
              <a:defRPr sz="2142" b="1"/>
            </a:lvl7pPr>
            <a:lvl8pPr marL="4283948" indent="0">
              <a:buNone/>
              <a:defRPr sz="2142" b="1"/>
            </a:lvl8pPr>
            <a:lvl9pPr marL="4895941" indent="0">
              <a:buNone/>
              <a:defRPr sz="2142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20012" y="2581405"/>
            <a:ext cx="6362594" cy="4685698"/>
          </a:xfrm>
        </p:spPr>
        <p:txBody>
          <a:bodyPr/>
          <a:lstStyle>
            <a:lvl1pPr>
              <a:defRPr sz="3213"/>
            </a:lvl1pPr>
            <a:lvl2pPr>
              <a:defRPr sz="2678"/>
            </a:lvl2pPr>
            <a:lvl3pPr>
              <a:defRPr sz="2410"/>
            </a:lvl3pPr>
            <a:lvl4pPr>
              <a:defRPr sz="2142"/>
            </a:lvl4pPr>
            <a:lvl5pPr>
              <a:defRPr sz="2142"/>
            </a:lvl5pPr>
            <a:lvl6pPr>
              <a:defRPr sz="2142"/>
            </a:lvl6pPr>
            <a:lvl7pPr>
              <a:defRPr sz="2142"/>
            </a:lvl7pPr>
            <a:lvl8pPr>
              <a:defRPr sz="2142"/>
            </a:lvl8pPr>
            <a:lvl9pPr>
              <a:defRPr sz="2142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315113" y="1820543"/>
            <a:ext cx="6365094" cy="760860"/>
          </a:xfrm>
        </p:spPr>
        <p:txBody>
          <a:bodyPr anchor="b"/>
          <a:lstStyle>
            <a:lvl1pPr marL="0" indent="0">
              <a:buNone/>
              <a:defRPr sz="3213" b="1"/>
            </a:lvl1pPr>
            <a:lvl2pPr marL="611993" indent="0">
              <a:buNone/>
              <a:defRPr sz="2678" b="1"/>
            </a:lvl2pPr>
            <a:lvl3pPr marL="1223986" indent="0">
              <a:buNone/>
              <a:defRPr sz="2410" b="1"/>
            </a:lvl3pPr>
            <a:lvl4pPr marL="1835979" indent="0">
              <a:buNone/>
              <a:defRPr sz="2142" b="1"/>
            </a:lvl4pPr>
            <a:lvl5pPr marL="2447971" indent="0">
              <a:buNone/>
              <a:defRPr sz="2142" b="1"/>
            </a:lvl5pPr>
            <a:lvl6pPr marL="3059963" indent="0">
              <a:buNone/>
              <a:defRPr sz="2142" b="1"/>
            </a:lvl6pPr>
            <a:lvl7pPr marL="3671956" indent="0">
              <a:buNone/>
              <a:defRPr sz="2142" b="1"/>
            </a:lvl7pPr>
            <a:lvl8pPr marL="4283948" indent="0">
              <a:buNone/>
              <a:defRPr sz="2142" b="1"/>
            </a:lvl8pPr>
            <a:lvl9pPr marL="4895941" indent="0">
              <a:buNone/>
              <a:defRPr sz="2142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315113" y="2581405"/>
            <a:ext cx="6365094" cy="4685698"/>
          </a:xfrm>
        </p:spPr>
        <p:txBody>
          <a:bodyPr/>
          <a:lstStyle>
            <a:lvl1pPr>
              <a:defRPr sz="3213"/>
            </a:lvl1pPr>
            <a:lvl2pPr>
              <a:defRPr sz="2678"/>
            </a:lvl2pPr>
            <a:lvl3pPr>
              <a:defRPr sz="2410"/>
            </a:lvl3pPr>
            <a:lvl4pPr>
              <a:defRPr sz="2142"/>
            </a:lvl4pPr>
            <a:lvl5pPr>
              <a:defRPr sz="2142"/>
            </a:lvl5pPr>
            <a:lvl6pPr>
              <a:defRPr sz="2142"/>
            </a:lvl6pPr>
            <a:lvl7pPr>
              <a:defRPr sz="2142"/>
            </a:lvl7pPr>
            <a:lvl8pPr>
              <a:defRPr sz="2142"/>
            </a:lvl8pPr>
            <a:lvl9pPr>
              <a:defRPr sz="2142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263F0A2-E603-7060-9492-B33DACA33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7F40A70C-3F2C-4C1F-A773-0A53D832D0FC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274A2F7-E0C4-FD26-5226-094AFB9AB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B6BA3D5-6E5B-504F-360F-A720FBA32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03DBEC-C088-48CF-899D-C464C7D667FE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4131506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F63B93-FC78-BF80-29B5-395E301E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9BE3264-D443-40D5-8720-953822BA7CA2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E525869-9DC3-677C-1A29-DFEB4D59B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E13A6D8-582B-AAD1-530C-9B863DA0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0F865-A25B-4980-B6A7-1D89B95DEBEF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2067267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>
            <a:extLst>
              <a:ext uri="{FF2B5EF4-FFF2-40B4-BE49-F238E27FC236}">
                <a16:creationId xmlns:a16="http://schemas.microsoft.com/office/drawing/2014/main" id="{7B2109E6-620F-2F94-8C19-E1D781F18D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">
            <a:extLst>
              <a:ext uri="{FF2B5EF4-FFF2-40B4-BE49-F238E27FC236}">
                <a16:creationId xmlns:a16="http://schemas.microsoft.com/office/drawing/2014/main" id="{14750CE9-81E0-DA4D-2A2C-0D8670306E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8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Marcador de fecha 1">
            <a:extLst>
              <a:ext uri="{FF2B5EF4-FFF2-40B4-BE49-F238E27FC236}">
                <a16:creationId xmlns:a16="http://schemas.microsoft.com/office/drawing/2014/main" id="{67B5FBA7-DE20-41EB-C886-A7E95AE5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3BF23878-27BC-44FB-BA95-3D299E5A087E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2">
            <a:extLst>
              <a:ext uri="{FF2B5EF4-FFF2-40B4-BE49-F238E27FC236}">
                <a16:creationId xmlns:a16="http://schemas.microsoft.com/office/drawing/2014/main" id="{FD4C8524-C92B-32D5-DCD1-9807A646E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3">
            <a:extLst>
              <a:ext uri="{FF2B5EF4-FFF2-40B4-BE49-F238E27FC236}">
                <a16:creationId xmlns:a16="http://schemas.microsoft.com/office/drawing/2014/main" id="{76433597-D7F3-A43D-9983-699E2F056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9F091-4ECD-473B-AA9C-8824A23AA3CF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1510395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59" descr="Upax_Research.png">
            <a:extLst>
              <a:ext uri="{FF2B5EF4-FFF2-40B4-BE49-F238E27FC236}">
                <a16:creationId xmlns:a16="http://schemas.microsoft.com/office/drawing/2014/main" id="{FAEF251C-1BF4-3450-81D7-5603F9696F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78" y="7648160"/>
            <a:ext cx="2109406" cy="421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7">
            <a:extLst>
              <a:ext uri="{FF2B5EF4-FFF2-40B4-BE49-F238E27FC236}">
                <a16:creationId xmlns:a16="http://schemas.microsoft.com/office/drawing/2014/main" id="{C7FDECA0-4B98-BAC3-3BA4-3679AD5450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4400213" cy="813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id="{A0F34306-5EAF-CFBD-8EA4-E967E4F7EF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1438" y="131833"/>
            <a:ext cx="1441897" cy="1028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n 11" descr="Upax_Research.png">
            <a:extLst>
              <a:ext uri="{FF2B5EF4-FFF2-40B4-BE49-F238E27FC236}">
                <a16:creationId xmlns:a16="http://schemas.microsoft.com/office/drawing/2014/main" id="{6F780FD9-5C10-AD8C-E054-1742D87B1F0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7486194"/>
            <a:ext cx="2431911" cy="485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Marcador de fecha 1">
            <a:extLst>
              <a:ext uri="{FF2B5EF4-FFF2-40B4-BE49-F238E27FC236}">
                <a16:creationId xmlns:a16="http://schemas.microsoft.com/office/drawing/2014/main" id="{B602F43B-59E6-C5D2-F26D-20C46916A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0673AB0D-EC9F-4F0B-8304-0E10A5D57E61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7" name="Marcador de pie de página 2">
            <a:extLst>
              <a:ext uri="{FF2B5EF4-FFF2-40B4-BE49-F238E27FC236}">
                <a16:creationId xmlns:a16="http://schemas.microsoft.com/office/drawing/2014/main" id="{43974997-5676-9EB9-FCE0-867AC9064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8" name="Marcador de número de diapositiva 3">
            <a:extLst>
              <a:ext uri="{FF2B5EF4-FFF2-40B4-BE49-F238E27FC236}">
                <a16:creationId xmlns:a16="http://schemas.microsoft.com/office/drawing/2014/main" id="{AA9D9E7A-3753-AF82-D053-54F8DFA2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4B9A13-AC8C-4DFE-9324-1C8B0E9D6187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3114587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0015" y="323935"/>
            <a:ext cx="4737571" cy="1378588"/>
          </a:xfrm>
        </p:spPr>
        <p:txBody>
          <a:bodyPr anchor="b"/>
          <a:lstStyle>
            <a:lvl1pPr algn="l">
              <a:defRPr sz="2678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30084" y="323936"/>
            <a:ext cx="8050119" cy="6943169"/>
          </a:xfrm>
        </p:spPr>
        <p:txBody>
          <a:bodyPr/>
          <a:lstStyle>
            <a:lvl1pPr>
              <a:defRPr sz="4284"/>
            </a:lvl1pPr>
            <a:lvl2pPr>
              <a:defRPr sz="3748"/>
            </a:lvl2pPr>
            <a:lvl3pPr>
              <a:defRPr sz="3213"/>
            </a:lvl3pPr>
            <a:lvl4pPr>
              <a:defRPr sz="2678"/>
            </a:lvl4pPr>
            <a:lvl5pPr>
              <a:defRPr sz="2678"/>
            </a:lvl5pPr>
            <a:lvl6pPr>
              <a:defRPr sz="2678"/>
            </a:lvl6pPr>
            <a:lvl7pPr>
              <a:defRPr sz="2678"/>
            </a:lvl7pPr>
            <a:lvl8pPr>
              <a:defRPr sz="2678"/>
            </a:lvl8pPr>
            <a:lvl9pPr>
              <a:defRPr sz="2678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720015" y="1702522"/>
            <a:ext cx="4737571" cy="5564579"/>
          </a:xfrm>
        </p:spPr>
        <p:txBody>
          <a:bodyPr/>
          <a:lstStyle>
            <a:lvl1pPr marL="0" indent="0">
              <a:buNone/>
              <a:defRPr sz="1874"/>
            </a:lvl1pPr>
            <a:lvl2pPr marL="611993" indent="0">
              <a:buNone/>
              <a:defRPr sz="1606"/>
            </a:lvl2pPr>
            <a:lvl3pPr marL="1223986" indent="0">
              <a:buNone/>
              <a:defRPr sz="1338"/>
            </a:lvl3pPr>
            <a:lvl4pPr marL="1835979" indent="0">
              <a:buNone/>
              <a:defRPr sz="1205"/>
            </a:lvl4pPr>
            <a:lvl5pPr marL="2447971" indent="0">
              <a:buNone/>
              <a:defRPr sz="1205"/>
            </a:lvl5pPr>
            <a:lvl6pPr marL="3059963" indent="0">
              <a:buNone/>
              <a:defRPr sz="1205"/>
            </a:lvl6pPr>
            <a:lvl7pPr marL="3671956" indent="0">
              <a:buNone/>
              <a:defRPr sz="1205"/>
            </a:lvl7pPr>
            <a:lvl8pPr marL="4283948" indent="0">
              <a:buNone/>
              <a:defRPr sz="1205"/>
            </a:lvl8pPr>
            <a:lvl9pPr marL="4895941" indent="0">
              <a:buNone/>
              <a:defRPr sz="1205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9A656B-D6B0-D82C-B498-4B146DAA4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1CC3CBF4-B7B0-472E-9E68-312BA00E51DE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BD5B03-63CF-17D5-1DDD-A1004D5D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B90F8A-D15B-CF3E-96C9-BD640071A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DEE280-F172-4B00-B06D-CF5ABDDF7A6D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1374064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2542" y="5695159"/>
            <a:ext cx="8640128" cy="672973"/>
          </a:xfrm>
        </p:spPr>
        <p:txBody>
          <a:bodyPr anchor="b"/>
          <a:lstStyle>
            <a:lvl1pPr algn="l">
              <a:defRPr sz="2678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822542" y="728216"/>
            <a:ext cx="8640128" cy="4881563"/>
          </a:xfrm>
        </p:spPr>
        <p:txBody>
          <a:bodyPr rtlCol="0">
            <a:normAutofit/>
          </a:bodyPr>
          <a:lstStyle>
            <a:lvl1pPr marL="0" indent="0">
              <a:buNone/>
              <a:defRPr sz="4284"/>
            </a:lvl1pPr>
            <a:lvl2pPr marL="611993" indent="0">
              <a:buNone/>
              <a:defRPr sz="3748"/>
            </a:lvl2pPr>
            <a:lvl3pPr marL="1223986" indent="0">
              <a:buNone/>
              <a:defRPr sz="3213"/>
            </a:lvl3pPr>
            <a:lvl4pPr marL="1835979" indent="0">
              <a:buNone/>
              <a:defRPr sz="2678"/>
            </a:lvl4pPr>
            <a:lvl5pPr marL="2447971" indent="0">
              <a:buNone/>
              <a:defRPr sz="2678"/>
            </a:lvl5pPr>
            <a:lvl6pPr marL="3059963" indent="0">
              <a:buNone/>
              <a:defRPr sz="2678"/>
            </a:lvl6pPr>
            <a:lvl7pPr marL="3671956" indent="0">
              <a:buNone/>
              <a:defRPr sz="2678"/>
            </a:lvl7pPr>
            <a:lvl8pPr marL="4283948" indent="0">
              <a:buNone/>
              <a:defRPr sz="2678"/>
            </a:lvl8pPr>
            <a:lvl9pPr marL="4895941" indent="0">
              <a:buNone/>
              <a:defRPr sz="2678"/>
            </a:lvl9pPr>
          </a:lstStyle>
          <a:p>
            <a:pPr lvl="0"/>
            <a:endParaRPr lang="es-E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822542" y="6368132"/>
            <a:ext cx="8640128" cy="954215"/>
          </a:xfrm>
        </p:spPr>
        <p:txBody>
          <a:bodyPr/>
          <a:lstStyle>
            <a:lvl1pPr marL="0" indent="0">
              <a:buNone/>
              <a:defRPr sz="1874"/>
            </a:lvl1pPr>
            <a:lvl2pPr marL="611993" indent="0">
              <a:buNone/>
              <a:defRPr sz="1606"/>
            </a:lvl2pPr>
            <a:lvl3pPr marL="1223986" indent="0">
              <a:buNone/>
              <a:defRPr sz="1338"/>
            </a:lvl3pPr>
            <a:lvl4pPr marL="1835979" indent="0">
              <a:buNone/>
              <a:defRPr sz="1205"/>
            </a:lvl4pPr>
            <a:lvl5pPr marL="2447971" indent="0">
              <a:buNone/>
              <a:defRPr sz="1205"/>
            </a:lvl5pPr>
            <a:lvl6pPr marL="3059963" indent="0">
              <a:buNone/>
              <a:defRPr sz="1205"/>
            </a:lvl6pPr>
            <a:lvl7pPr marL="3671956" indent="0">
              <a:buNone/>
              <a:defRPr sz="1205"/>
            </a:lvl7pPr>
            <a:lvl8pPr marL="4283948" indent="0">
              <a:buNone/>
              <a:defRPr sz="1205"/>
            </a:lvl8pPr>
            <a:lvl9pPr marL="4895941" indent="0">
              <a:buNone/>
              <a:defRPr sz="1205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07F861-2263-AD19-F52C-54A0A2C39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E0A5C7B-E770-4B67-B2AB-C31EE60BDEE2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4169B1-B3D0-348B-6CB2-549288EE6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431863-B58F-7491-EB21-B40F58C49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7D71E-CF94-47A5-9C21-D0F56FE2280E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879112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D6F4B5-EF45-41F7-BB5D-C9E641E2F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8874B0D0-E766-425D-9D31-A8FD4B3371DA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319F61-3534-7537-05B3-5CCDBD273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3F00ED-788A-C00D-A520-A01DDA3B0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6C5137-7788-41D9-8AA7-DF523FAC8269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1529156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440155" y="326445"/>
            <a:ext cx="3240048" cy="6940659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720010" y="326445"/>
            <a:ext cx="9480141" cy="694065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E26D1B-3B3F-8B54-4824-DB9E3B08A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fld id="{9D8AF98A-DB66-4685-83C3-D5BD34C9BE8A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5B5EA3-6EE2-4562-5059-A93C6EEC6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cs typeface="+mn-cs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4051B1-2573-8B2B-CCE5-E3CD65C72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FCCC4-A435-49F1-8209-3C9B45D97AE4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1316872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hutterstock_33008366.png">
            <a:extLst>
              <a:ext uri="{FF2B5EF4-FFF2-40B4-BE49-F238E27FC236}">
                <a16:creationId xmlns:a16="http://schemas.microsoft.com/office/drawing/2014/main" id="{6B2BE2F3-A167-54A6-F138-EB9A77EFB7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60000"/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" y="0"/>
            <a:ext cx="14400213" cy="813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5957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331507"/>
            <a:ext cx="10800160" cy="2832512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4273251"/>
            <a:ext cx="10800160" cy="1964301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369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60897D6-E269-A86C-0A60-FA34DDEA3A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3628"/>
            <a:ext cx="14400213" cy="813231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C4EACCC-7C98-5D39-CA5C-C7A3B620942A}"/>
              </a:ext>
            </a:extLst>
          </p:cNvPr>
          <p:cNvSpPr/>
          <p:nvPr userDrawn="1"/>
        </p:nvSpPr>
        <p:spPr>
          <a:xfrm>
            <a:off x="10972800" y="7223760"/>
            <a:ext cx="3139440" cy="792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2D17AF6-27FF-D581-E291-E3D1D4EDCA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45866" y="369733"/>
            <a:ext cx="3234936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122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2028336"/>
            <a:ext cx="12420184" cy="3384324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5444676"/>
            <a:ext cx="12420184" cy="1779736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9809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165817"/>
            <a:ext cx="6120091" cy="516217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165817"/>
            <a:ext cx="6120091" cy="516217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5918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433164"/>
            <a:ext cx="12420184" cy="15725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994435"/>
            <a:ext cx="6091965" cy="977442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971877"/>
            <a:ext cx="6091965" cy="43711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994435"/>
            <a:ext cx="6121966" cy="977442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971877"/>
            <a:ext cx="6121966" cy="43711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7542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7717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1503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42396"/>
            <a:ext cx="4644443" cy="1898386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171425"/>
            <a:ext cx="7290108" cy="5781789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440782"/>
            <a:ext cx="4644443" cy="452184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647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42396"/>
            <a:ext cx="4644443" cy="1898386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171425"/>
            <a:ext cx="7290108" cy="5781789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440782"/>
            <a:ext cx="4644443" cy="452184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4017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394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433164"/>
            <a:ext cx="3105046" cy="689483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433164"/>
            <a:ext cx="9135135" cy="689483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54216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12 Marcador de posición de imagen" descr="ico-destinonegocio-asociacion-istock-getty-images-849x430-1.jpg">
            <a:extLst>
              <a:ext uri="{FF2B5EF4-FFF2-40B4-BE49-F238E27FC236}">
                <a16:creationId xmlns:a16="http://schemas.microsoft.com/office/drawing/2014/main" id="{3A074C0A-97B0-5478-66F6-048ADD9D76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7107" r="17107"/>
          <a:stretch>
            <a:fillRect/>
          </a:stretch>
        </p:blipFill>
        <p:spPr>
          <a:xfrm>
            <a:off x="5801001" y="511775"/>
            <a:ext cx="7560000" cy="7139677"/>
          </a:xfrm>
          <a:custGeom>
            <a:avLst/>
            <a:gdLst>
              <a:gd name="connsiteX0" fmla="*/ 0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0 w 7527925"/>
              <a:gd name="connsiteY4" fmla="*/ 0 h 6858000"/>
              <a:gd name="connsiteX0" fmla="*/ 1993392 w 7527925"/>
              <a:gd name="connsiteY0" fmla="*/ 0 h 6858000"/>
              <a:gd name="connsiteX1" fmla="*/ 7527925 w 7527925"/>
              <a:gd name="connsiteY1" fmla="*/ 0 h 6858000"/>
              <a:gd name="connsiteX2" fmla="*/ 7527925 w 7527925"/>
              <a:gd name="connsiteY2" fmla="*/ 6858000 h 6858000"/>
              <a:gd name="connsiteX3" fmla="*/ 0 w 7527925"/>
              <a:gd name="connsiteY3" fmla="*/ 6858000 h 6858000"/>
              <a:gd name="connsiteX4" fmla="*/ 1993392 w 7527925"/>
              <a:gd name="connsiteY4" fmla="*/ 0 h 6858000"/>
              <a:gd name="connsiteX0" fmla="*/ 54864 w 7527925"/>
              <a:gd name="connsiteY0" fmla="*/ 0 h 6867144"/>
              <a:gd name="connsiteX1" fmla="*/ 7527925 w 7527925"/>
              <a:gd name="connsiteY1" fmla="*/ 9144 h 6867144"/>
              <a:gd name="connsiteX2" fmla="*/ 7527925 w 7527925"/>
              <a:gd name="connsiteY2" fmla="*/ 6867144 h 6867144"/>
              <a:gd name="connsiteX3" fmla="*/ 0 w 7527925"/>
              <a:gd name="connsiteY3" fmla="*/ 6867144 h 6867144"/>
              <a:gd name="connsiteX4" fmla="*/ 54864 w 7527925"/>
              <a:gd name="connsiteY4" fmla="*/ 0 h 6867144"/>
              <a:gd name="connsiteX0" fmla="*/ 0 w 7473061"/>
              <a:gd name="connsiteY0" fmla="*/ 0 h 6867144"/>
              <a:gd name="connsiteX1" fmla="*/ 7473061 w 7473061"/>
              <a:gd name="connsiteY1" fmla="*/ 9144 h 6867144"/>
              <a:gd name="connsiteX2" fmla="*/ 7473061 w 7473061"/>
              <a:gd name="connsiteY2" fmla="*/ 6867144 h 6867144"/>
              <a:gd name="connsiteX3" fmla="*/ 2084832 w 7473061"/>
              <a:gd name="connsiteY3" fmla="*/ 6867144 h 6867144"/>
              <a:gd name="connsiteX4" fmla="*/ 0 w 7473061"/>
              <a:gd name="connsiteY4" fmla="*/ 0 h 6867144"/>
              <a:gd name="connsiteX0" fmla="*/ 0 w 8920861"/>
              <a:gd name="connsiteY0" fmla="*/ 16256 h 6858000"/>
              <a:gd name="connsiteX1" fmla="*/ 8920861 w 8920861"/>
              <a:gd name="connsiteY1" fmla="*/ 0 h 6858000"/>
              <a:gd name="connsiteX2" fmla="*/ 8920861 w 8920861"/>
              <a:gd name="connsiteY2" fmla="*/ 6858000 h 6858000"/>
              <a:gd name="connsiteX3" fmla="*/ 3532632 w 8920861"/>
              <a:gd name="connsiteY3" fmla="*/ 6858000 h 6858000"/>
              <a:gd name="connsiteX4" fmla="*/ 0 w 8920861"/>
              <a:gd name="connsiteY4" fmla="*/ 16256 h 6858000"/>
              <a:gd name="connsiteX0" fmla="*/ 0 w 8196961"/>
              <a:gd name="connsiteY0" fmla="*/ 371856 h 6858000"/>
              <a:gd name="connsiteX1" fmla="*/ 8196961 w 8196961"/>
              <a:gd name="connsiteY1" fmla="*/ 0 h 6858000"/>
              <a:gd name="connsiteX2" fmla="*/ 8196961 w 8196961"/>
              <a:gd name="connsiteY2" fmla="*/ 6858000 h 6858000"/>
              <a:gd name="connsiteX3" fmla="*/ 2808732 w 8196961"/>
              <a:gd name="connsiteY3" fmla="*/ 6858000 h 6858000"/>
              <a:gd name="connsiteX4" fmla="*/ 0 w 8196961"/>
              <a:gd name="connsiteY4" fmla="*/ 371856 h 6858000"/>
              <a:gd name="connsiteX0" fmla="*/ 0 w 8920861"/>
              <a:gd name="connsiteY0" fmla="*/ 0 h 6867144"/>
              <a:gd name="connsiteX1" fmla="*/ 8920861 w 8920861"/>
              <a:gd name="connsiteY1" fmla="*/ 9144 h 6867144"/>
              <a:gd name="connsiteX2" fmla="*/ 8920861 w 8920861"/>
              <a:gd name="connsiteY2" fmla="*/ 6867144 h 6867144"/>
              <a:gd name="connsiteX3" fmla="*/ 3532632 w 8920861"/>
              <a:gd name="connsiteY3" fmla="*/ 6867144 h 6867144"/>
              <a:gd name="connsiteX4" fmla="*/ 0 w 8920861"/>
              <a:gd name="connsiteY4" fmla="*/ 0 h 686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20861" h="6867144">
                <a:moveTo>
                  <a:pt x="0" y="0"/>
                </a:moveTo>
                <a:lnTo>
                  <a:pt x="8920861" y="9144"/>
                </a:lnTo>
                <a:lnTo>
                  <a:pt x="8920861" y="6867144"/>
                </a:lnTo>
                <a:lnTo>
                  <a:pt x="3532632" y="6867144"/>
                </a:lnTo>
                <a:lnTo>
                  <a:pt x="0" y="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</p:spPr>
      </p:pic>
    </p:spTree>
    <p:extLst>
      <p:ext uri="{BB962C8B-B14F-4D97-AF65-F5344CB8AC3E}">
        <p14:creationId xmlns:p14="http://schemas.microsoft.com/office/powerpoint/2010/main" val="22312538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1A61358-7DBF-B1EC-F563-8153F920611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-107" r="49998" b="-7509"/>
          <a:stretch/>
        </p:blipFill>
        <p:spPr bwMode="auto">
          <a:xfrm>
            <a:off x="997620" y="521494"/>
            <a:ext cx="6120605" cy="7602583"/>
          </a:xfrm>
          <a:prstGeom prst="flowChartDelay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454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168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txStyles>
    <p:titleStyle>
      <a:lvl1pPr algn="l" defTabSz="928025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2006" indent="-232006" algn="l" defTabSz="928025" rtl="0" eaLnBrk="1" latinLnBrk="0" hangingPunct="1">
        <a:lnSpc>
          <a:spcPct val="90000"/>
        </a:lnSpc>
        <a:spcBef>
          <a:spcPts val="1015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6018" indent="-232006" algn="l" defTabSz="928025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60031" indent="-232006" algn="l" defTabSz="928025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24043" indent="-232006" algn="l" defTabSz="928025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8055" indent="-232006" algn="l" defTabSz="928025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52068" indent="-232006" algn="l" defTabSz="928025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16080" indent="-232006" algn="l" defTabSz="928025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80092" indent="-232006" algn="l" defTabSz="928025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44104" indent="-232006" algn="l" defTabSz="928025" rtl="0" eaLnBrk="1" latinLnBrk="0" hangingPunct="1">
        <a:lnSpc>
          <a:spcPct val="90000"/>
        </a:lnSpc>
        <a:spcBef>
          <a:spcPts val="507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280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4012" algn="l" defTabSz="9280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8025" algn="l" defTabSz="9280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2037" algn="l" defTabSz="9280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6049" algn="l" defTabSz="9280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20061" algn="l" defTabSz="9280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84074" algn="l" defTabSz="9280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48086" algn="l" defTabSz="9280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12098" algn="l" defTabSz="92802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62" userDrawn="1">
          <p15:clr>
            <a:srgbClr val="F26B43"/>
          </p15:clr>
        </p15:guide>
        <p15:guide id="2" pos="453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9C597D6E-B138-7916-C7C5-B403388760B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5FA70C82-18AF-9CFB-FA9F-7B9D90DD917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C6FECA-B359-1FB4-F5E0-77F860766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6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CEA865BC-BA6A-4CF5-947D-37B5DFE5B2BE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AD0B34-A174-DF91-AE40-15DA82943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4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6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54D000-7A06-43C6-CAEF-83999985FA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6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60D76737-1D98-49D1-850D-719AC710D570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1133248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txStyles>
    <p:titleStyle>
      <a:lvl1pPr algn="ctr" defTabSz="610445" rtl="0" eaLnBrk="0" fontAlgn="base" hangingPunct="0">
        <a:spcBef>
          <a:spcPct val="0"/>
        </a:spcBef>
        <a:spcAft>
          <a:spcPct val="0"/>
        </a:spcAft>
        <a:defRPr sz="5823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10445" rtl="0" eaLnBrk="0" fontAlgn="base" hangingPunct="0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2pPr>
      <a:lvl3pPr algn="ctr" defTabSz="610445" rtl="0" eaLnBrk="0" fontAlgn="base" hangingPunct="0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3pPr>
      <a:lvl4pPr algn="ctr" defTabSz="610445" rtl="0" eaLnBrk="0" fontAlgn="base" hangingPunct="0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4pPr>
      <a:lvl5pPr algn="ctr" defTabSz="610445" rtl="0" eaLnBrk="0" fontAlgn="base" hangingPunct="0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5pPr>
      <a:lvl6pPr marL="459029" algn="ctr" defTabSz="610445" rtl="0" fontAlgn="base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6pPr>
      <a:lvl7pPr marL="918058" algn="ctr" defTabSz="610445" rtl="0" fontAlgn="base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7pPr>
      <a:lvl8pPr marL="1377086" algn="ctr" defTabSz="610445" rtl="0" fontAlgn="base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8pPr>
      <a:lvl9pPr marL="1836115" algn="ctr" defTabSz="610445" rtl="0" fontAlgn="base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9pPr>
    </p:titleStyle>
    <p:bodyStyle>
      <a:lvl1pPr marL="457435" indent="-457435" algn="l" defTabSz="6104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92969" indent="-380931" algn="l" defTabSz="6104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15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8503" indent="-304426" algn="l" defTabSz="6104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13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40541" indent="-304426" algn="l" defTabSz="6104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1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52579" indent="-304426" algn="l" defTabSz="6104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1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65958" indent="-305995" algn="l" defTabSz="611993" rtl="0" eaLnBrk="1" latinLnBrk="0" hangingPunct="1">
        <a:spcBef>
          <a:spcPct val="20000"/>
        </a:spcBef>
        <a:buFont typeface="Arial"/>
        <a:buChar char="•"/>
        <a:defRPr sz="2678" kern="1200">
          <a:solidFill>
            <a:schemeClr val="tx1"/>
          </a:solidFill>
          <a:latin typeface="+mn-lt"/>
          <a:ea typeface="+mn-ea"/>
          <a:cs typeface="+mn-cs"/>
        </a:defRPr>
      </a:lvl6pPr>
      <a:lvl7pPr marL="3977952" indent="-305995" algn="l" defTabSz="611993" rtl="0" eaLnBrk="1" latinLnBrk="0" hangingPunct="1">
        <a:spcBef>
          <a:spcPct val="20000"/>
        </a:spcBef>
        <a:buFont typeface="Arial"/>
        <a:buChar char="•"/>
        <a:defRPr sz="2678" kern="1200">
          <a:solidFill>
            <a:schemeClr val="tx1"/>
          </a:solidFill>
          <a:latin typeface="+mn-lt"/>
          <a:ea typeface="+mn-ea"/>
          <a:cs typeface="+mn-cs"/>
        </a:defRPr>
      </a:lvl7pPr>
      <a:lvl8pPr marL="4589945" indent="-305995" algn="l" defTabSz="611993" rtl="0" eaLnBrk="1" latinLnBrk="0" hangingPunct="1">
        <a:spcBef>
          <a:spcPct val="20000"/>
        </a:spcBef>
        <a:buFont typeface="Arial"/>
        <a:buChar char="•"/>
        <a:defRPr sz="2678" kern="1200">
          <a:solidFill>
            <a:schemeClr val="tx1"/>
          </a:solidFill>
          <a:latin typeface="+mn-lt"/>
          <a:ea typeface="+mn-ea"/>
          <a:cs typeface="+mn-cs"/>
        </a:defRPr>
      </a:lvl8pPr>
      <a:lvl9pPr marL="5201937" indent="-305995" algn="l" defTabSz="611993" rtl="0" eaLnBrk="1" latinLnBrk="0" hangingPunct="1">
        <a:spcBef>
          <a:spcPct val="20000"/>
        </a:spcBef>
        <a:buFont typeface="Arial"/>
        <a:buChar char="•"/>
        <a:defRPr sz="26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1pPr>
      <a:lvl2pPr marL="611993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2pPr>
      <a:lvl3pPr marL="1223986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3pPr>
      <a:lvl4pPr marL="1835979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4pPr>
      <a:lvl5pPr marL="2447971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5pPr>
      <a:lvl6pPr marL="3059963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6pPr>
      <a:lvl7pPr marL="3671956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7pPr>
      <a:lvl8pPr marL="4283948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8pPr>
      <a:lvl9pPr marL="4895941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62" userDrawn="1">
          <p15:clr>
            <a:srgbClr val="F26B43"/>
          </p15:clr>
        </p15:guide>
        <p15:guide id="2" pos="4535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7A203CCB-A6CB-98AD-2AC8-89243A37FAD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20011" y="325815"/>
            <a:ext cx="12960192" cy="135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Clic para editar título</a:t>
            </a:r>
            <a:endParaRPr lang="es-ES" altLang="es-MX"/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C3E8E719-65E7-90DB-4496-78C21A55DD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20011" y="1898386"/>
            <a:ext cx="12960192" cy="5369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MX"/>
              <a:t>Haga clic para modificar el estilo de texto del patrón</a:t>
            </a:r>
          </a:p>
          <a:p>
            <a:pPr lvl="1"/>
            <a:r>
              <a:rPr lang="es-ES_tradnl" altLang="es-MX"/>
              <a:t>Segundo nivel</a:t>
            </a:r>
          </a:p>
          <a:p>
            <a:pPr lvl="2"/>
            <a:r>
              <a:rPr lang="es-ES_tradnl" altLang="es-MX"/>
              <a:t>Tercer nivel</a:t>
            </a:r>
          </a:p>
          <a:p>
            <a:pPr lvl="3"/>
            <a:r>
              <a:rPr lang="es-ES_tradnl" altLang="es-MX"/>
              <a:t>Cuarto nivel</a:t>
            </a:r>
          </a:p>
          <a:p>
            <a:pPr lvl="4"/>
            <a:r>
              <a:rPr lang="es-ES_tradnl" altLang="es-MX"/>
              <a:t>Quinto nivel</a:t>
            </a:r>
            <a:endParaRPr lang="es-ES" alt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0D5D6A-ADB8-40A6-88AE-10069B769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0011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6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84813EE3-F525-40FE-AFCB-57B9358FD184}" type="datetimeFigureOut">
              <a:rPr lang="es-ES"/>
              <a:pPr>
                <a:defRPr/>
              </a:pPr>
              <a:t>05/10/2026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D59CD3-9410-3AE7-178B-E5F71ACB1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074" y="7540810"/>
            <a:ext cx="4560067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606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0088C1-F9C4-D26A-9803-B058C4EE0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20153" y="7540810"/>
            <a:ext cx="3360050" cy="435047"/>
          </a:xfrm>
          <a:prstGeom prst="rect">
            <a:avLst/>
          </a:prstGeom>
        </p:spPr>
        <p:txBody>
          <a:bodyPr vert="horz" wrap="square" lIns="91438" tIns="45719" rIns="91438" bIns="45719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6">
                <a:solidFill>
                  <a:srgbClr val="898989"/>
                </a:solidFill>
                <a:latin typeface="Muller thin"/>
              </a:defRPr>
            </a:lvl1pPr>
          </a:lstStyle>
          <a:p>
            <a:pPr>
              <a:defRPr/>
            </a:pPr>
            <a:fld id="{C389DCF3-AEDC-4467-BC43-F9B0028318FB}" type="slidenum">
              <a:rPr lang="es-ES" altLang="es-MX"/>
              <a:pPr>
                <a:defRPr/>
              </a:pPr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79439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txStyles>
    <p:titleStyle>
      <a:lvl1pPr algn="ctr" defTabSz="610445" rtl="0" eaLnBrk="0" fontAlgn="base" hangingPunct="0">
        <a:spcBef>
          <a:spcPct val="0"/>
        </a:spcBef>
        <a:spcAft>
          <a:spcPct val="0"/>
        </a:spcAft>
        <a:defRPr sz="5823" kern="1200">
          <a:solidFill>
            <a:schemeClr val="tx1"/>
          </a:solidFill>
          <a:latin typeface="Muller thin"/>
          <a:ea typeface="+mj-ea"/>
          <a:cs typeface="+mj-cs"/>
        </a:defRPr>
      </a:lvl1pPr>
      <a:lvl2pPr algn="ctr" defTabSz="610445" rtl="0" eaLnBrk="0" fontAlgn="base" hangingPunct="0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2pPr>
      <a:lvl3pPr algn="ctr" defTabSz="610445" rtl="0" eaLnBrk="0" fontAlgn="base" hangingPunct="0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3pPr>
      <a:lvl4pPr algn="ctr" defTabSz="610445" rtl="0" eaLnBrk="0" fontAlgn="base" hangingPunct="0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4pPr>
      <a:lvl5pPr algn="ctr" defTabSz="610445" rtl="0" eaLnBrk="0" fontAlgn="base" hangingPunct="0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5pPr>
      <a:lvl6pPr marL="459029" algn="ctr" defTabSz="610445" rtl="0" fontAlgn="base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6pPr>
      <a:lvl7pPr marL="918058" algn="ctr" defTabSz="610445" rtl="0" fontAlgn="base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7pPr>
      <a:lvl8pPr marL="1377086" algn="ctr" defTabSz="610445" rtl="0" fontAlgn="base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8pPr>
      <a:lvl9pPr marL="1836115" algn="ctr" defTabSz="610445" rtl="0" fontAlgn="base">
        <a:spcBef>
          <a:spcPct val="0"/>
        </a:spcBef>
        <a:spcAft>
          <a:spcPct val="0"/>
        </a:spcAft>
        <a:defRPr sz="5823">
          <a:solidFill>
            <a:schemeClr val="tx1"/>
          </a:solidFill>
          <a:latin typeface="Muller thin"/>
        </a:defRPr>
      </a:lvl9pPr>
    </p:titleStyle>
    <p:bodyStyle>
      <a:lvl1pPr marL="457435" indent="-457435" algn="l" defTabSz="6104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17" kern="1200">
          <a:solidFill>
            <a:schemeClr val="tx1"/>
          </a:solidFill>
          <a:latin typeface="Muller thin"/>
          <a:ea typeface="+mn-ea"/>
          <a:cs typeface="+mn-cs"/>
        </a:defRPr>
      </a:lvl1pPr>
      <a:lvl2pPr marL="992969" indent="-380931" algn="l" defTabSz="6104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15" kern="1200">
          <a:solidFill>
            <a:schemeClr val="tx1"/>
          </a:solidFill>
          <a:latin typeface="Muller thin"/>
          <a:ea typeface="+mn-ea"/>
          <a:cs typeface="+mn-cs"/>
        </a:defRPr>
      </a:lvl2pPr>
      <a:lvl3pPr marL="1528503" indent="-304426" algn="l" defTabSz="6104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13" kern="1200">
          <a:solidFill>
            <a:schemeClr val="tx1"/>
          </a:solidFill>
          <a:latin typeface="Muller thin"/>
          <a:ea typeface="+mn-ea"/>
          <a:cs typeface="+mn-cs"/>
        </a:defRPr>
      </a:lvl3pPr>
      <a:lvl4pPr marL="2140541" indent="-304426" algn="l" defTabSz="6104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10" kern="1200">
          <a:solidFill>
            <a:schemeClr val="tx1"/>
          </a:solidFill>
          <a:latin typeface="Muller thin"/>
          <a:ea typeface="+mn-ea"/>
          <a:cs typeface="+mn-cs"/>
        </a:defRPr>
      </a:lvl4pPr>
      <a:lvl5pPr marL="2752579" indent="-304426" algn="l" defTabSz="61044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10" kern="1200">
          <a:solidFill>
            <a:schemeClr val="tx1"/>
          </a:solidFill>
          <a:latin typeface="Muller thin"/>
          <a:ea typeface="+mn-ea"/>
          <a:cs typeface="+mn-cs"/>
        </a:defRPr>
      </a:lvl5pPr>
      <a:lvl6pPr marL="3365958" indent="-305995" algn="l" defTabSz="611993" rtl="0" eaLnBrk="1" latinLnBrk="0" hangingPunct="1">
        <a:spcBef>
          <a:spcPct val="20000"/>
        </a:spcBef>
        <a:buFont typeface="Arial"/>
        <a:buChar char="•"/>
        <a:defRPr sz="2678" kern="1200">
          <a:solidFill>
            <a:schemeClr val="tx1"/>
          </a:solidFill>
          <a:latin typeface="+mn-lt"/>
          <a:ea typeface="+mn-ea"/>
          <a:cs typeface="+mn-cs"/>
        </a:defRPr>
      </a:lvl6pPr>
      <a:lvl7pPr marL="3977952" indent="-305995" algn="l" defTabSz="611993" rtl="0" eaLnBrk="1" latinLnBrk="0" hangingPunct="1">
        <a:spcBef>
          <a:spcPct val="20000"/>
        </a:spcBef>
        <a:buFont typeface="Arial"/>
        <a:buChar char="•"/>
        <a:defRPr sz="2678" kern="1200">
          <a:solidFill>
            <a:schemeClr val="tx1"/>
          </a:solidFill>
          <a:latin typeface="+mn-lt"/>
          <a:ea typeface="+mn-ea"/>
          <a:cs typeface="+mn-cs"/>
        </a:defRPr>
      </a:lvl7pPr>
      <a:lvl8pPr marL="4589945" indent="-305995" algn="l" defTabSz="611993" rtl="0" eaLnBrk="1" latinLnBrk="0" hangingPunct="1">
        <a:spcBef>
          <a:spcPct val="20000"/>
        </a:spcBef>
        <a:buFont typeface="Arial"/>
        <a:buChar char="•"/>
        <a:defRPr sz="2678" kern="1200">
          <a:solidFill>
            <a:schemeClr val="tx1"/>
          </a:solidFill>
          <a:latin typeface="+mn-lt"/>
          <a:ea typeface="+mn-ea"/>
          <a:cs typeface="+mn-cs"/>
        </a:defRPr>
      </a:lvl8pPr>
      <a:lvl9pPr marL="5201937" indent="-305995" algn="l" defTabSz="611993" rtl="0" eaLnBrk="1" latinLnBrk="0" hangingPunct="1">
        <a:spcBef>
          <a:spcPct val="20000"/>
        </a:spcBef>
        <a:buFont typeface="Arial"/>
        <a:buChar char="•"/>
        <a:defRPr sz="26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1pPr>
      <a:lvl2pPr marL="611993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2pPr>
      <a:lvl3pPr marL="1223986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3pPr>
      <a:lvl4pPr marL="1835979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4pPr>
      <a:lvl5pPr marL="2447971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5pPr>
      <a:lvl6pPr marL="3059963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6pPr>
      <a:lvl7pPr marL="3671956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7pPr>
      <a:lvl8pPr marL="4283948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8pPr>
      <a:lvl9pPr marL="4895941" algn="l" defTabSz="611993" rtl="0" eaLnBrk="1" latinLnBrk="0" hangingPunct="1">
        <a:defRPr sz="24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433164"/>
            <a:ext cx="12420184" cy="1572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165817"/>
            <a:ext cx="12420184" cy="5162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7540810"/>
            <a:ext cx="3240048" cy="4331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7540810"/>
            <a:ext cx="4860072" cy="4331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7540810"/>
            <a:ext cx="3240048" cy="4331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470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62" userDrawn="1">
          <p15:clr>
            <a:srgbClr val="F26B43"/>
          </p15:clr>
        </p15:guide>
        <p15:guide id="2" pos="453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2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19.png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Relationship Id="rId6" Type="http://schemas.openxmlformats.org/officeDocument/2006/relationships/slide" Target="slide6.xml"/><Relationship Id="rId5" Type="http://schemas.openxmlformats.org/officeDocument/2006/relationships/chart" Target="../charts/chart1.xml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7" Type="http://schemas.openxmlformats.org/officeDocument/2006/relationships/chart" Target="../charts/chart4.xml"/><Relationship Id="rId2" Type="http://schemas.openxmlformats.org/officeDocument/2006/relationships/slide" Target="slide4.xml"/><Relationship Id="rId1" Type="http://schemas.openxmlformats.org/officeDocument/2006/relationships/slideLayout" Target="../slideLayouts/slideLayout32.xml"/><Relationship Id="rId6" Type="http://schemas.openxmlformats.org/officeDocument/2006/relationships/chart" Target="../charts/chart3.xml"/><Relationship Id="rId5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chart" Target="../charts/chart6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2.xml"/><Relationship Id="rId6" Type="http://schemas.openxmlformats.org/officeDocument/2006/relationships/chart" Target="../charts/chart5.xml"/><Relationship Id="rId5" Type="http://schemas.openxmlformats.org/officeDocument/2006/relationships/image" Target="../media/image25.emf"/><Relationship Id="rId4" Type="http://schemas.openxmlformats.org/officeDocument/2006/relationships/slide" Target="slid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3" Type="http://schemas.openxmlformats.org/officeDocument/2006/relationships/image" Target="../media/image23.png"/><Relationship Id="rId7" Type="http://schemas.openxmlformats.org/officeDocument/2006/relationships/chart" Target="../charts/chart8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2.xml"/><Relationship Id="rId6" Type="http://schemas.openxmlformats.org/officeDocument/2006/relationships/chart" Target="../charts/chart7.xml"/><Relationship Id="rId5" Type="http://schemas.openxmlformats.org/officeDocument/2006/relationships/image" Target="../media/image27.emf"/><Relationship Id="rId4" Type="http://schemas.openxmlformats.org/officeDocument/2006/relationships/slide" Target="slide6.xml"/><Relationship Id="rId9" Type="http://schemas.openxmlformats.org/officeDocument/2006/relationships/chart" Target="../charts/char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slide" Target="slide6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slide" Target="slide6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28.png"/><Relationship Id="rId5" Type="http://schemas.openxmlformats.org/officeDocument/2006/relationships/image" Target="../media/image26.png"/><Relationship Id="rId4" Type="http://schemas.openxmlformats.org/officeDocument/2006/relationships/image" Target="../media/image3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slide" Target="slide6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28.png"/><Relationship Id="rId5" Type="http://schemas.openxmlformats.org/officeDocument/2006/relationships/image" Target="../media/image26.png"/><Relationship Id="rId4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0C2B92D-DCB4-0E85-5BEA-F8BC43D18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9" y="2246065"/>
            <a:ext cx="5684659" cy="822401"/>
          </a:xfrm>
          <a:prstGeom prst="rect">
            <a:avLst/>
          </a:prstGeom>
        </p:spPr>
      </p:pic>
      <p:sp>
        <p:nvSpPr>
          <p:cNvPr id="3" name="Rectángulo 13">
            <a:extLst>
              <a:ext uri="{FF2B5EF4-FFF2-40B4-BE49-F238E27FC236}">
                <a16:creationId xmlns:a16="http://schemas.microsoft.com/office/drawing/2014/main" id="{8762C054-DB0D-CF36-8675-F89CFF721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753" y="5773570"/>
            <a:ext cx="6281531" cy="738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1917" tIns="60958" rIns="121917" bIns="60958">
            <a:spAutoFit/>
          </a:bodyPr>
          <a:lstStyle/>
          <a:p>
            <a:pPr algn="ctr" eaLnBrk="1" hangingPunct="1"/>
            <a:r>
              <a:rPr lang="es-MX" sz="4000" b="1" dirty="0">
                <a:solidFill>
                  <a:schemeClr val="bg1"/>
                </a:solidFill>
                <a:latin typeface="Montserrat" panose="00000500000000000000" pitchFamily="2" charset="0"/>
                <a:ea typeface="Kanit" charset="0"/>
                <a:cs typeface="Kanit" charset="0"/>
              </a:rPr>
              <a:t>UPAX</a:t>
            </a:r>
          </a:p>
        </p:txBody>
      </p:sp>
      <p:sp>
        <p:nvSpPr>
          <p:cNvPr id="6" name="CuadroTexto 23">
            <a:extLst>
              <a:ext uri="{FF2B5EF4-FFF2-40B4-BE49-F238E27FC236}">
                <a16:creationId xmlns:a16="http://schemas.microsoft.com/office/drawing/2014/main" id="{D8974103-5597-04D7-9A45-5FDC0F8DAE81}"/>
              </a:ext>
            </a:extLst>
          </p:cNvPr>
          <p:cNvSpPr txBox="1"/>
          <p:nvPr/>
        </p:nvSpPr>
        <p:spPr>
          <a:xfrm>
            <a:off x="287133" y="3526406"/>
            <a:ext cx="6692771" cy="1969766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pPr algn="ctr" defTabSz="914377">
              <a:defRPr/>
            </a:pPr>
            <a:r>
              <a:rPr lang="es-MX" sz="4000" b="1" dirty="0">
                <a:solidFill>
                  <a:schemeClr val="bg1"/>
                </a:solidFill>
                <a:latin typeface="Montserrat" panose="00000500000000000000" pitchFamily="2" charset="0"/>
                <a:ea typeface="Kanit" charset="0"/>
                <a:cs typeface="Kanit" charset="0"/>
              </a:rPr>
              <a:t>IPN COLABORADORES</a:t>
            </a:r>
          </a:p>
          <a:p>
            <a:pPr algn="ctr" defTabSz="914377">
              <a:defRPr/>
            </a:pPr>
            <a:r>
              <a:rPr lang="es-MX" sz="4000" b="1" dirty="0">
                <a:solidFill>
                  <a:schemeClr val="bg1"/>
                </a:solidFill>
                <a:latin typeface="Montserrat" panose="00000500000000000000" pitchFamily="2" charset="0"/>
                <a:ea typeface="Kanit" charset="0"/>
                <a:cs typeface="Kanit" charset="0"/>
              </a:rPr>
              <a:t>RESULTADOS </a:t>
            </a:r>
          </a:p>
          <a:p>
            <a:pPr algn="ctr" defTabSz="914377">
              <a:defRPr/>
            </a:pPr>
            <a:r>
              <a:rPr lang="es-MX" sz="4000" b="1" dirty="0">
                <a:solidFill>
                  <a:schemeClr val="bg1"/>
                </a:solidFill>
                <a:latin typeface="Montserrat" panose="00000500000000000000" pitchFamily="2" charset="0"/>
                <a:ea typeface="Kanit" charset="0"/>
                <a:cs typeface="Kanit" charset="0"/>
              </a:rPr>
              <a:t>1Q 2026</a:t>
            </a:r>
          </a:p>
        </p:txBody>
      </p:sp>
    </p:spTree>
    <p:extLst>
      <p:ext uri="{BB962C8B-B14F-4D97-AF65-F5344CB8AC3E}">
        <p14:creationId xmlns:p14="http://schemas.microsoft.com/office/powerpoint/2010/main" val="415496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50D0FBA-44C5-47C3-8EE0-B86A3E76B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327036"/>
              </p:ext>
            </p:extLst>
          </p:nvPr>
        </p:nvGraphicFramePr>
        <p:xfrm>
          <a:off x="7913956" y="1615338"/>
          <a:ext cx="5766846" cy="3546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6846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¿Cómo lo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sz="16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253257">
                <a:tc>
                  <a:txBody>
                    <a:bodyPr/>
                    <a:lstStyle/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UNIVERSO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Colaboradores de Upax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MX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TÉCNICA DE LEVANTAMIENTO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Encuesta online en Zeus con una duración promedio de 5 minutos.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ESTRUCTURA DE LA MUESTRA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marL="285750" lvl="1" indent="-285750" defTabSz="228588">
                        <a:buFont typeface="Arial" panose="020B0604020202020204" pitchFamily="34" charset="0"/>
                        <a:buChar char="•"/>
                        <a:tabLst>
                          <a:tab pos="92069" algn="l"/>
                        </a:tabLst>
                        <a:defRPr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713 respondieron la encuesta (“90.0%” de participación)</a:t>
                      </a:r>
                      <a:endParaRPr lang="es-ES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pic>
        <p:nvPicPr>
          <p:cNvPr id="3" name="Imagen 21">
            <a:extLst>
              <a:ext uri="{FF2B5EF4-FFF2-40B4-BE49-F238E27FC236}">
                <a16:creationId xmlns:a16="http://schemas.microsoft.com/office/drawing/2014/main" id="{8EC208E4-467A-1343-E276-6EFFDE55D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39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n 6">
            <a:extLst>
              <a:ext uri="{FF2B5EF4-FFF2-40B4-BE49-F238E27FC236}">
                <a16:creationId xmlns:a16="http://schemas.microsoft.com/office/drawing/2014/main" id="{36090914-6E06-D8B0-1594-660C2F53C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830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n 3">
            <a:extLst>
              <a:ext uri="{FF2B5EF4-FFF2-40B4-BE49-F238E27FC236}">
                <a16:creationId xmlns:a16="http://schemas.microsoft.com/office/drawing/2014/main" id="{92D681C0-63D9-EA4C-7C79-BA3717E5B7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280" y="2966243"/>
            <a:ext cx="471487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113E6C3F-7002-C910-668E-7D651F4E4378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8" name="Imagen 28">
              <a:extLst>
                <a:ext uri="{FF2B5EF4-FFF2-40B4-BE49-F238E27FC236}">
                  <a16:creationId xmlns:a16="http://schemas.microsoft.com/office/drawing/2014/main" id="{0635012C-9531-0ADC-02C0-82DE6BC09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ítulo 2">
              <a:extLst>
                <a:ext uri="{FF2B5EF4-FFF2-40B4-BE49-F238E27FC236}">
                  <a16:creationId xmlns:a16="http://schemas.microsoft.com/office/drawing/2014/main" id="{BB9E5530-C80F-B3FD-E56A-532F2BB2B90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Metodología</a:t>
              </a:r>
            </a:p>
          </p:txBody>
        </p:sp>
        <p:pic>
          <p:nvPicPr>
            <p:cNvPr id="10" name="Imagen 4">
              <a:extLst>
                <a:ext uri="{FF2B5EF4-FFF2-40B4-BE49-F238E27FC236}">
                  <a16:creationId xmlns:a16="http://schemas.microsoft.com/office/drawing/2014/main" id="{5A5896A8-F622-1808-A511-883A6E0261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946" y="206219"/>
              <a:ext cx="749300" cy="681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9C600CDE-683A-B3AC-7D28-228D8A4212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82692"/>
              </p:ext>
            </p:extLst>
          </p:nvPr>
        </p:nvGraphicFramePr>
        <p:xfrm>
          <a:off x="713904" y="1615338"/>
          <a:ext cx="5770024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024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¿Qué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IPN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Pensando en tu experiencia general como colaborador de esta empresa y considerando una escala de 0 a 10, donde 0 es “definitivamente no recomendaría” y 10 es “recomendaría ampliamente”, ¿Qué tan dispuesto estarías en recomendar a la empresa / área donde laboras?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grpSp>
        <p:nvGrpSpPr>
          <p:cNvPr id="13" name="Grupo 12">
            <a:extLst>
              <a:ext uri="{FF2B5EF4-FFF2-40B4-BE49-F238E27FC236}">
                <a16:creationId xmlns:a16="http://schemas.microsoft.com/office/drawing/2014/main" id="{D6403BF6-8B50-1EBA-DDBC-E6B2C00AE054}"/>
              </a:ext>
            </a:extLst>
          </p:cNvPr>
          <p:cNvGrpSpPr/>
          <p:nvPr/>
        </p:nvGrpSpPr>
        <p:grpSpPr>
          <a:xfrm>
            <a:off x="790916" y="4159462"/>
            <a:ext cx="5616000" cy="993259"/>
            <a:chOff x="717434" y="3608739"/>
            <a:chExt cx="5616000" cy="993259"/>
          </a:xfrm>
        </p:grpSpPr>
        <p:sp>
          <p:nvSpPr>
            <p:cNvPr id="14" name="CuadroTexto 20">
              <a:extLst>
                <a:ext uri="{FF2B5EF4-FFF2-40B4-BE49-F238E27FC236}">
                  <a16:creationId xmlns:a16="http://schemas.microsoft.com/office/drawing/2014/main" id="{012CCBFF-7CFC-1581-520F-5AE09B1619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656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0-6</a:t>
              </a:r>
            </a:p>
          </p:txBody>
        </p:sp>
        <p:sp>
          <p:nvSpPr>
            <p:cNvPr id="15" name="Rectángulo 6">
              <a:extLst>
                <a:ext uri="{FF2B5EF4-FFF2-40B4-BE49-F238E27FC236}">
                  <a16:creationId xmlns:a16="http://schemas.microsoft.com/office/drawing/2014/main" id="{4F392461-099C-5E97-1BA5-8EA1C82B525D}"/>
                </a:ext>
              </a:extLst>
            </p:cNvPr>
            <p:cNvSpPr/>
            <p:nvPr/>
          </p:nvSpPr>
          <p:spPr bwMode="auto">
            <a:xfrm>
              <a:off x="2078564" y="4398096"/>
              <a:ext cx="2893741" cy="203902"/>
            </a:xfrm>
            <a:prstGeom prst="rect">
              <a:avLst/>
            </a:prstGeom>
          </p:spPr>
          <p:txBody>
            <a:bodyPr wrap="none" lIns="34290" tIns="17145" rIns="34290" bIns="17145">
              <a:spAutoFit/>
            </a:bodyPr>
            <a:lstStyle/>
            <a:p>
              <a:pPr algn="ctr" defTabSz="457177">
                <a:defRPr/>
              </a:pPr>
              <a:r>
                <a:rPr lang="es-ES_tradnl" sz="1100" b="1" kern="0" dirty="0">
                  <a:solidFill>
                    <a:prstClr val="black"/>
                  </a:solidFill>
                  <a:latin typeface="Montserrat" panose="00000500000000000000" pitchFamily="2" charset="0"/>
                  <a:cs typeface="Kanit" pitchFamily="2" charset="-34"/>
                </a:rPr>
                <a:t> %IPN =  %Promotores – %Detractores </a:t>
              </a:r>
            </a:p>
          </p:txBody>
        </p:sp>
        <p:graphicFrame>
          <p:nvGraphicFramePr>
            <p:cNvPr id="16" name="Object 16">
              <a:extLst>
                <a:ext uri="{FF2B5EF4-FFF2-40B4-BE49-F238E27FC236}">
                  <a16:creationId xmlns:a16="http://schemas.microsoft.com/office/drawing/2014/main" id="{07C15234-0C9B-84F9-1016-39F8F2D24D4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96139421"/>
                </p:ext>
              </p:extLst>
            </p:nvPr>
          </p:nvGraphicFramePr>
          <p:xfrm>
            <a:off x="717434" y="3904463"/>
            <a:ext cx="5616000" cy="697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4194412" imgH="701101" progId="">
                    <p:embed/>
                  </p:oleObj>
                </mc:Choice>
                <mc:Fallback>
                  <p:oleObj r:id="rId6" imgW="4194412" imgH="701101" progId="">
                    <p:embed/>
                    <p:pic>
                      <p:nvPicPr>
                        <p:cNvPr id="49" name="Object 16">
                          <a:extLst>
                            <a:ext uri="{FF2B5EF4-FFF2-40B4-BE49-F238E27FC236}">
                              <a16:creationId xmlns:a16="http://schemas.microsoft.com/office/drawing/2014/main" id="{E3AA6CBA-8051-960A-024F-BA6A531C71B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434" y="3904463"/>
                          <a:ext cx="5616000" cy="697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CuadroTexto 20">
              <a:extLst>
                <a:ext uri="{FF2B5EF4-FFF2-40B4-BE49-F238E27FC236}">
                  <a16:creationId xmlns:a16="http://schemas.microsoft.com/office/drawing/2014/main" id="{CC154D50-74F3-DF05-2B15-2232CD4536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404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7-8</a:t>
              </a:r>
            </a:p>
          </p:txBody>
        </p:sp>
        <p:sp>
          <p:nvSpPr>
            <p:cNvPr id="18" name="CuadroTexto 20">
              <a:extLst>
                <a:ext uri="{FF2B5EF4-FFF2-40B4-BE49-F238E27FC236}">
                  <a16:creationId xmlns:a16="http://schemas.microsoft.com/office/drawing/2014/main" id="{5CF17584-75FE-7A79-7491-BBFFAD9D5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1141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9-10</a:t>
              </a:r>
            </a:p>
          </p:txBody>
        </p:sp>
      </p:grp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ADBC2D7-3810-A746-A519-3EE855966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16548"/>
              </p:ext>
            </p:extLst>
          </p:nvPr>
        </p:nvGraphicFramePr>
        <p:xfrm>
          <a:off x="713128" y="5758331"/>
          <a:ext cx="577080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800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Levantamiento: Del 6 al 19 de Abril</a:t>
                      </a: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Para el análisis de los resultados se consideró la estructura de Talento GS semana 14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sp>
        <p:nvSpPr>
          <p:cNvPr id="20" name="CuadroTexto 28">
            <a:extLst>
              <a:ext uri="{FF2B5EF4-FFF2-40B4-BE49-F238E27FC236}">
                <a16:creationId xmlns:a16="http://schemas.microsoft.com/office/drawing/2014/main" id="{7A6FFF43-2C4C-671F-73AC-EB77BA40E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64035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8">
            <a:extLst>
              <a:ext uri="{FF2B5EF4-FFF2-40B4-BE49-F238E27FC236}">
                <a16:creationId xmlns:a16="http://schemas.microsoft.com/office/drawing/2014/main" id="{2C22A6FB-0FAB-AB3E-D630-6D70B20C6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3096" y="3179719"/>
            <a:ext cx="4458161" cy="773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4418" b="1" dirty="0">
                <a:solidFill>
                  <a:schemeClr val="bg1"/>
                </a:solidFill>
                <a:latin typeface="Montserrat" panose="00000500000000000000" pitchFamily="2" charset="0"/>
              </a:rPr>
              <a:t>RESULTADOS</a:t>
            </a:r>
          </a:p>
        </p:txBody>
      </p:sp>
      <p:sp>
        <p:nvSpPr>
          <p:cNvPr id="9" name="CuadroTexto 9">
            <a:extLst>
              <a:ext uri="{FF2B5EF4-FFF2-40B4-BE49-F238E27FC236}">
                <a16:creationId xmlns:a16="http://schemas.microsoft.com/office/drawing/2014/main" id="{C54C3931-B5D5-023B-D628-5065B6820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0331" y="3766367"/>
            <a:ext cx="4416719" cy="833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4819" b="1" dirty="0">
                <a:solidFill>
                  <a:schemeClr val="bg1"/>
                </a:solidFill>
                <a:latin typeface="Montserrat" panose="00000500000000000000" pitchFamily="2" charset="0"/>
              </a:rPr>
              <a:t>GENERALES</a:t>
            </a:r>
          </a:p>
        </p:txBody>
      </p:sp>
      <p:pic>
        <p:nvPicPr>
          <p:cNvPr id="10" name="Imagen 4">
            <a:extLst>
              <a:ext uri="{FF2B5EF4-FFF2-40B4-BE49-F238E27FC236}">
                <a16:creationId xmlns:a16="http://schemas.microsoft.com/office/drawing/2014/main" id="{DAB73413-293C-0794-BFD9-824797426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3260" y="4720036"/>
            <a:ext cx="2231471" cy="395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2E0CDAD-F054-F71E-A4F1-EFC5E0F5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2176" y="7082508"/>
            <a:ext cx="2848018" cy="41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96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CFE2-3424-5B97-25B7-2658677F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a_IPN_SL">
            <a:extLst>
              <a:ext uri="{FF2B5EF4-FFF2-40B4-BE49-F238E27FC236}">
                <a16:creationId xmlns:a16="http://schemas.microsoft.com/office/drawing/2014/main" id="{F017290D-C74E-8CC1-B83D-332822D81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16805"/>
              </p:ext>
            </p:extLst>
          </p:nvPr>
        </p:nvGraphicFramePr>
        <p:xfrm>
          <a:off x="1545047" y="363993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00.0%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0000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649513"/>
                  </a:ext>
                </a:extLst>
              </a:tr>
            </a:tbl>
          </a:graphicData>
        </a:graphic>
      </p:graphicFrame>
      <p:sp>
        <p:nvSpPr>
          <p:cNvPr id="36" name="CuadroTexto 28">
            <a:extLst>
              <a:ext uri="{FF2B5EF4-FFF2-40B4-BE49-F238E27FC236}">
                <a16:creationId xmlns:a16="http://schemas.microsoft.com/office/drawing/2014/main" id="{EF2E13BA-48E5-496D-2128-35162C04C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01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57" name="25 CuadroTexto">
            <a:extLst>
              <a:ext uri="{FF2B5EF4-FFF2-40B4-BE49-F238E27FC236}">
                <a16:creationId xmlns:a16="http://schemas.microsoft.com/office/drawing/2014/main" id="{F6327F4B-3479-4F94-1942-63CF38BC9230}"/>
              </a:ext>
            </a:extLst>
          </p:cNvPr>
          <p:cNvSpPr txBox="1"/>
          <p:nvPr/>
        </p:nvSpPr>
        <p:spPr>
          <a:xfrm>
            <a:off x="10050963" y="7614925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grpSp>
        <p:nvGrpSpPr>
          <p:cNvPr id="40" name="Agrupar 49">
            <a:extLst>
              <a:ext uri="{FF2B5EF4-FFF2-40B4-BE49-F238E27FC236}">
                <a16:creationId xmlns:a16="http://schemas.microsoft.com/office/drawing/2014/main" id="{70887AA2-9D7E-1E00-32D8-06F4ADBA3315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42" name="CuadroTexto 33">
              <a:extLst>
                <a:ext uri="{FF2B5EF4-FFF2-40B4-BE49-F238E27FC236}">
                  <a16:creationId xmlns:a16="http://schemas.microsoft.com/office/drawing/2014/main" id="{902CC018-3B89-9671-01D3-2FE8EC2F0972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43" name="CuadroTexto 34">
              <a:extLst>
                <a:ext uri="{FF2B5EF4-FFF2-40B4-BE49-F238E27FC236}">
                  <a16:creationId xmlns:a16="http://schemas.microsoft.com/office/drawing/2014/main" id="{85BBE4E7-85B1-17EA-7DB5-F97FFED8EFF3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44" name="CuadroTexto 35">
              <a:extLst>
                <a:ext uri="{FF2B5EF4-FFF2-40B4-BE49-F238E27FC236}">
                  <a16:creationId xmlns:a16="http://schemas.microsoft.com/office/drawing/2014/main" id="{9F096A47-59C0-DA2A-17AC-43C5603CF723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45" name="83 Rectángulo">
              <a:extLst>
                <a:ext uri="{FF2B5EF4-FFF2-40B4-BE49-F238E27FC236}">
                  <a16:creationId xmlns:a16="http://schemas.microsoft.com/office/drawing/2014/main" id="{A1385920-5E44-C467-10FE-33AADB5FBF21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6" name="84 Rectángulo">
              <a:extLst>
                <a:ext uri="{FF2B5EF4-FFF2-40B4-BE49-F238E27FC236}">
                  <a16:creationId xmlns:a16="http://schemas.microsoft.com/office/drawing/2014/main" id="{353A53F8-1297-73C3-F067-0AB271CF85DF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7" name="17 Rectángulo">
              <a:extLst>
                <a:ext uri="{FF2B5EF4-FFF2-40B4-BE49-F238E27FC236}">
                  <a16:creationId xmlns:a16="http://schemas.microsoft.com/office/drawing/2014/main" id="{5D18C280-FF91-E70B-1E5A-1E6D3173D4A9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sp>
        <p:nvSpPr>
          <p:cNvPr id="23" name="89 CuadroTexto">
            <a:extLst>
              <a:ext uri="{FF2B5EF4-FFF2-40B4-BE49-F238E27FC236}">
                <a16:creationId xmlns:a16="http://schemas.microsoft.com/office/drawing/2014/main" id="{945D0D16-7873-809C-800D-B9D3D8DEB559}"/>
              </a:ext>
            </a:extLst>
          </p:cNvPr>
          <p:cNvSpPr txBox="1"/>
          <p:nvPr/>
        </p:nvSpPr>
        <p:spPr>
          <a:xfrm>
            <a:off x="451566" y="1557478"/>
            <a:ext cx="4166962" cy="68997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53501">
              <a:defRPr/>
            </a:pPr>
            <a:r>
              <a:rPr lang="es-MX" sz="195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General</a:t>
            </a:r>
          </a:p>
          <a:p>
            <a:pPr algn="ctr" defTabSz="1153501">
              <a:defRPr/>
            </a:pPr>
            <a:r>
              <a:rPr lang="es-MX" sz="195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Salinas 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4CCC7C13-31EB-405D-388A-C96FDE7E5E3C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6" name="Imagen 28">
              <a:extLst>
                <a:ext uri="{FF2B5EF4-FFF2-40B4-BE49-F238E27FC236}">
                  <a16:creationId xmlns:a16="http://schemas.microsoft.com/office/drawing/2014/main" id="{AE94FD5A-D164-BBE8-3841-AD1C5BBB6A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ítulo 2">
              <a:extLst>
                <a:ext uri="{FF2B5EF4-FFF2-40B4-BE49-F238E27FC236}">
                  <a16:creationId xmlns:a16="http://schemas.microsoft.com/office/drawing/2014/main" id="{03196DA1-992F-2C0A-32F8-6A7D77BF54FE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Grupo Salinas 1Q 2026</a:t>
              </a:r>
            </a:p>
          </p:txBody>
        </p:sp>
        <p:pic>
          <p:nvPicPr>
            <p:cNvPr id="13" name="Imagen 3">
              <a:extLst>
                <a:ext uri="{FF2B5EF4-FFF2-40B4-BE49-F238E27FC236}">
                  <a16:creationId xmlns:a16="http://schemas.microsoft.com/office/drawing/2014/main" id="{A4008A9D-1205-375D-29F7-02072DF740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3" name="Grafico_bar_SL">
            <a:extLst>
              <a:ext uri="{FF2B5EF4-FFF2-40B4-BE49-F238E27FC236}">
                <a16:creationId xmlns:a16="http://schemas.microsoft.com/office/drawing/2014/main" id="{A85B6958-6F01-CF3D-1A9C-1E0B02CF0F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8938907"/>
              </p:ext>
            </p:extLst>
          </p:nvPr>
        </p:nvGraphicFramePr>
        <p:xfrm>
          <a:off x="5045089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Tabla_DIF_SL">
            <a:extLst>
              <a:ext uri="{FF2B5EF4-FFF2-40B4-BE49-F238E27FC236}">
                <a16:creationId xmlns:a16="http://schemas.microsoft.com/office/drawing/2014/main" id="{6EA3DAE3-A3B9-7D7E-FBFB-EE9ACC19A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052968"/>
              </p:ext>
            </p:extLst>
          </p:nvPr>
        </p:nvGraphicFramePr>
        <p:xfrm>
          <a:off x="11623551" y="1409638"/>
          <a:ext cx="2715914" cy="6077170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504000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0</a:t>
                      </a: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0.0%</a:t>
                      </a: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0.0%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 dirty="0">
                          <a:solidFill>
                            <a:srgbClr val="00B050"/>
                          </a:solidFill>
                          <a:effectLst/>
                          <a:latin typeface="Montserrat" panose="00000500000000000000" pitchFamily="2" charset="0"/>
                        </a:rPr>
                        <a:t>0.0 </a:t>
                      </a:r>
                      <a:r>
                        <a:rPr lang="es-MX" sz="1000" b="1" i="0" u="none" strike="noStrike" dirty="0" err="1">
                          <a:solidFill>
                            <a:srgbClr val="00B050"/>
                          </a:solidFill>
                          <a:effectLst/>
                          <a:latin typeface="Montserrat" panose="00000500000000000000" pitchFamily="2" charset="0"/>
                        </a:rPr>
                        <a:t>pp</a:t>
                      </a: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altLang="es-MX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altLang="es-MX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altLang="es-MX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altLang="es-MX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altLang="es-MX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altLang="es-MX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altLang="es-MX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altLang="es-MX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altLang="es-MX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1" name="Picture 4" descr="eenfoque fiscal – Reforma Fiscal">
            <a:hlinkClick r:id="rId6" action="ppaction://hlinksldjump"/>
            <a:extLst>
              <a:ext uri="{FF2B5EF4-FFF2-40B4-BE49-F238E27FC236}">
                <a16:creationId xmlns:a16="http://schemas.microsoft.com/office/drawing/2014/main" id="{BF111D59-B5CB-8A0E-3CAE-F71655FF2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259" y="5375677"/>
            <a:ext cx="324940" cy="324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3" name="Conector recto 29">
            <a:extLst>
              <a:ext uri="{FF2B5EF4-FFF2-40B4-BE49-F238E27FC236}">
                <a16:creationId xmlns:a16="http://schemas.microsoft.com/office/drawing/2014/main" id="{38E23D9E-77FF-7BBA-61BE-4E0F5E36BE32}"/>
              </a:ext>
            </a:extLst>
          </p:cNvPr>
          <p:cNvCxnSpPr>
            <a:cxnSpLocks/>
          </p:cNvCxnSpPr>
          <p:nvPr/>
        </p:nvCxnSpPr>
        <p:spPr>
          <a:xfrm flipH="1">
            <a:off x="5661537" y="2467475"/>
            <a:ext cx="86400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angular 25">
            <a:extLst>
              <a:ext uri="{FF2B5EF4-FFF2-40B4-BE49-F238E27FC236}">
                <a16:creationId xmlns:a16="http://schemas.microsoft.com/office/drawing/2014/main" id="{62955095-F8EF-8341-079B-32AF0C50CE65}"/>
              </a:ext>
            </a:extLst>
          </p:cNvPr>
          <p:cNvCxnSpPr>
            <a:cxnSpLocks/>
            <a:stCxn id="38" idx="3"/>
            <a:endCxn id="53" idx="2"/>
          </p:cNvCxnSpPr>
          <p:nvPr/>
        </p:nvCxnSpPr>
        <p:spPr bwMode="auto">
          <a:xfrm flipV="1">
            <a:off x="3525047" y="3103011"/>
            <a:ext cx="835941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9" name="Conector angular 25">
            <a:extLst>
              <a:ext uri="{FF2B5EF4-FFF2-40B4-BE49-F238E27FC236}">
                <a16:creationId xmlns:a16="http://schemas.microsoft.com/office/drawing/2014/main" id="{18097B2D-0933-D0F1-7A20-3681CCA9252E}"/>
              </a:ext>
            </a:extLst>
          </p:cNvPr>
          <p:cNvCxnSpPr>
            <a:cxnSpLocks/>
            <a:stCxn id="38" idx="1"/>
            <a:endCxn id="52" idx="0"/>
          </p:cNvCxnSpPr>
          <p:nvPr/>
        </p:nvCxnSpPr>
        <p:spPr bwMode="auto">
          <a:xfrm rot="10800000" flipV="1">
            <a:off x="779053" y="4206985"/>
            <a:ext cx="765994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50" name="Conector angular 25">
            <a:extLst>
              <a:ext uri="{FF2B5EF4-FFF2-40B4-BE49-F238E27FC236}">
                <a16:creationId xmlns:a16="http://schemas.microsoft.com/office/drawing/2014/main" id="{774BE93B-A0ED-465B-6894-0C414FEAF081}"/>
              </a:ext>
            </a:extLst>
          </p:cNvPr>
          <p:cNvCxnSpPr>
            <a:cxnSpLocks/>
            <a:stCxn id="51" idx="2"/>
          </p:cNvCxnSpPr>
          <p:nvPr/>
        </p:nvCxnSpPr>
        <p:spPr bwMode="auto">
          <a:xfrm rot="16200000" flipH="1">
            <a:off x="1020666" y="2870368"/>
            <a:ext cx="341896" cy="825122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9" name="Tabla_ANTERIO_SL">
            <a:extLst>
              <a:ext uri="{FF2B5EF4-FFF2-40B4-BE49-F238E27FC236}">
                <a16:creationId xmlns:a16="http://schemas.microsoft.com/office/drawing/2014/main" id="{7574797D-9F28-D536-62F4-CE29FB3F6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612430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altLang="es-MX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212" marR="7212" marT="7220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0000</a:t>
                      </a:r>
                    </a:p>
                  </a:txBody>
                  <a:tcPr marL="7212" marR="7212" marT="7220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212" marR="7212" marT="7220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0.0%</a:t>
                      </a:r>
                    </a:p>
                  </a:txBody>
                  <a:tcPr marL="7212" marR="7212" marT="7220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1" name="Tabla_DET_SL">
            <a:extLst>
              <a:ext uri="{FF2B5EF4-FFF2-40B4-BE49-F238E27FC236}">
                <a16:creationId xmlns:a16="http://schemas.microsoft.com/office/drawing/2014/main" id="{DC02C4C4-AE92-5DC0-4786-289EFED71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45364"/>
              </p:ext>
            </p:extLst>
          </p:nvPr>
        </p:nvGraphicFramePr>
        <p:xfrm>
          <a:off x="77088" y="2433801"/>
          <a:ext cx="1403931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931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0.0%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(000)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2" name="Tabla_PAS_SL">
            <a:extLst>
              <a:ext uri="{FF2B5EF4-FFF2-40B4-BE49-F238E27FC236}">
                <a16:creationId xmlns:a16="http://schemas.microsoft.com/office/drawing/2014/main" id="{B0F66C31-0D86-F988-8842-0FF5DCD8E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313024"/>
              </p:ext>
            </p:extLst>
          </p:nvPr>
        </p:nvGraphicFramePr>
        <p:xfrm>
          <a:off x="77088" y="5314283"/>
          <a:ext cx="1403931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931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0.0%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(000)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3" name="Tabla_PRO_SL">
            <a:extLst>
              <a:ext uri="{FF2B5EF4-FFF2-40B4-BE49-F238E27FC236}">
                <a16:creationId xmlns:a16="http://schemas.microsoft.com/office/drawing/2014/main" id="{01ADB804-F85F-E422-E304-6943623E2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583327"/>
              </p:ext>
            </p:extLst>
          </p:nvPr>
        </p:nvGraphicFramePr>
        <p:xfrm>
          <a:off x="3659023" y="2424831"/>
          <a:ext cx="1403931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931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0.0%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(0000)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4" name="Grafico_don_SL">
            <a:extLst>
              <a:ext uri="{FF2B5EF4-FFF2-40B4-BE49-F238E27FC236}">
                <a16:creationId xmlns:a16="http://schemas.microsoft.com/office/drawing/2014/main" id="{FA32A1A8-D84E-261A-3E67-6F613816C4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751181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10745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3">
            <a:extLst>
              <a:ext uri="{FF2B5EF4-FFF2-40B4-BE49-F238E27FC236}">
                <a16:creationId xmlns:a16="http://schemas.microsoft.com/office/drawing/2014/main" id="{B3D5D98B-3CA2-5E1B-0738-17F52770D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955" y="3683251"/>
            <a:ext cx="6281531" cy="954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1917" tIns="60958" rIns="121917" bIns="60958">
            <a:spAutoFit/>
          </a:bodyPr>
          <a:lstStyle/>
          <a:p>
            <a:pPr algn="ctr" eaLnBrk="1" hangingPunct="1"/>
            <a:r>
              <a:rPr lang="es-MX" sz="5400" b="1" dirty="0">
                <a:solidFill>
                  <a:schemeClr val="bg1"/>
                </a:solidFill>
                <a:latin typeface="Montserrat" panose="00000500000000000000" pitchFamily="2" charset="0"/>
                <a:ea typeface="Kanit" charset="0"/>
                <a:cs typeface="Kanit" charset="0"/>
              </a:rPr>
              <a:t>UPAX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9091FDD-95CF-5F4F-9E5A-D00C52A8509E}"/>
              </a:ext>
            </a:extLst>
          </p:cNvPr>
          <p:cNvSpPr/>
          <p:nvPr/>
        </p:nvSpPr>
        <p:spPr>
          <a:xfrm>
            <a:off x="1844432" y="6732470"/>
            <a:ext cx="2977233" cy="412023"/>
          </a:xfrm>
          <a:prstGeom prst="rect">
            <a:avLst/>
          </a:prstGeom>
          <a:solidFill>
            <a:srgbClr val="36008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5" name="CuadroTexto 23">
            <a:extLst>
              <a:ext uri="{FF2B5EF4-FFF2-40B4-BE49-F238E27FC236}">
                <a16:creationId xmlns:a16="http://schemas.microsoft.com/office/drawing/2014/main" id="{912A6AA9-C8CF-DC8A-AF17-6079AB37E6C0}"/>
              </a:ext>
            </a:extLst>
          </p:cNvPr>
          <p:cNvSpPr txBox="1"/>
          <p:nvPr/>
        </p:nvSpPr>
        <p:spPr>
          <a:xfrm>
            <a:off x="507336" y="2973231"/>
            <a:ext cx="6692771" cy="954103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pPr algn="ctr" defTabSz="914377">
              <a:defRPr/>
            </a:pPr>
            <a:r>
              <a:rPr lang="es-MX" sz="5400" b="1" dirty="0">
                <a:solidFill>
                  <a:schemeClr val="bg1"/>
                </a:solidFill>
                <a:latin typeface="Montserrat" panose="00000500000000000000" pitchFamily="2" charset="0"/>
                <a:ea typeface="Kanit" charset="0"/>
                <a:cs typeface="Kanit" charset="0"/>
              </a:rPr>
              <a:t>RESULTADOS</a:t>
            </a:r>
            <a:r>
              <a:rPr lang="es-MX" sz="5400" b="1" dirty="0">
                <a:solidFill>
                  <a:schemeClr val="bg1">
                    <a:lumMod val="85000"/>
                  </a:schemeClr>
                </a:solidFill>
                <a:latin typeface="Montserrat" panose="00000500000000000000" pitchFamily="2" charset="0"/>
                <a:ea typeface="Kanit" charset="0"/>
                <a:cs typeface="Kanit" charset="0"/>
              </a:rPr>
              <a:t>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20509E9-2DB4-C84B-D42E-78FB092CA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1" y="6540349"/>
            <a:ext cx="5503985" cy="79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941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a_IPN_UPAX">
            <a:extLst>
              <a:ext uri="{FF2B5EF4-FFF2-40B4-BE49-F238E27FC236}">
                <a16:creationId xmlns:a16="http://schemas.microsoft.com/office/drawing/2014/main" id="{1F35D797-2C52-4DB0-0578-7812275C33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627179"/>
              </p:ext>
            </p:extLst>
          </p:nvPr>
        </p:nvGraphicFramePr>
        <p:xfrm>
          <a:off x="1545047" y="363993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0.0%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0000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4652406"/>
                  </a:ext>
                </a:extLst>
              </a:tr>
            </a:tbl>
          </a:graphicData>
        </a:graphic>
      </p:graphicFrame>
      <p:sp>
        <p:nvSpPr>
          <p:cNvPr id="53" name="CuadroTexto 28">
            <a:extLst>
              <a:ext uri="{FF2B5EF4-FFF2-40B4-BE49-F238E27FC236}">
                <a16:creationId xmlns:a16="http://schemas.microsoft.com/office/drawing/2014/main" id="{E3802058-529B-1728-215C-90E43753B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01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58" name="25 CuadroTexto">
            <a:extLst>
              <a:ext uri="{FF2B5EF4-FFF2-40B4-BE49-F238E27FC236}">
                <a16:creationId xmlns:a16="http://schemas.microsoft.com/office/drawing/2014/main" id="{64FC5F5D-D2EE-3CD0-5D7B-4C8FC7D1BAA1}"/>
              </a:ext>
            </a:extLst>
          </p:cNvPr>
          <p:cNvSpPr txBox="1"/>
          <p:nvPr/>
        </p:nvSpPr>
        <p:spPr>
          <a:xfrm>
            <a:off x="10081785" y="7296429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sp>
        <p:nvSpPr>
          <p:cNvPr id="55" name="89 CuadroTexto">
            <a:extLst>
              <a:ext uri="{FF2B5EF4-FFF2-40B4-BE49-F238E27FC236}">
                <a16:creationId xmlns:a16="http://schemas.microsoft.com/office/drawing/2014/main" id="{266B1AA7-E91E-F7A0-B0B7-E2628392B60D}"/>
              </a:ext>
            </a:extLst>
          </p:cNvPr>
          <p:cNvSpPr txBox="1"/>
          <p:nvPr/>
        </p:nvSpPr>
        <p:spPr>
          <a:xfrm>
            <a:off x="451566" y="1557478"/>
            <a:ext cx="4166962" cy="68997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53501">
              <a:defRPr/>
            </a:pPr>
            <a:r>
              <a:rPr lang="es-MX" sz="195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</a:t>
            </a:r>
          </a:p>
          <a:p>
            <a:pPr algn="ctr" defTabSz="1153501">
              <a:defRPr/>
            </a:pPr>
            <a:r>
              <a:rPr lang="es-MX" sz="195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UPAX</a:t>
            </a:r>
          </a:p>
        </p:txBody>
      </p:sp>
      <p:pic>
        <p:nvPicPr>
          <p:cNvPr id="27" name="Imagen 32">
            <a:hlinkClick r:id="rId2" action="ppaction://hlinksldjump"/>
            <a:extLst>
              <a:ext uri="{FF2B5EF4-FFF2-40B4-BE49-F238E27FC236}">
                <a16:creationId xmlns:a16="http://schemas.microsoft.com/office/drawing/2014/main" id="{B5980974-18D9-75FE-10DB-89A5165CCA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6" y="1189514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D49B2174-E9E9-6A21-C939-213683EF3E65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4" name="Imagen 28">
              <a:extLst>
                <a:ext uri="{FF2B5EF4-FFF2-40B4-BE49-F238E27FC236}">
                  <a16:creationId xmlns:a16="http://schemas.microsoft.com/office/drawing/2014/main" id="{E61FFAD1-4B51-3001-BC9B-291A2E0222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Título 2">
              <a:extLst>
                <a:ext uri="{FF2B5EF4-FFF2-40B4-BE49-F238E27FC236}">
                  <a16:creationId xmlns:a16="http://schemas.microsoft.com/office/drawing/2014/main" id="{7A891EA8-24EC-0D5C-C7DC-C699D5C5400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UPAX 1Q 2026</a:t>
              </a:r>
            </a:p>
          </p:txBody>
        </p:sp>
        <p:pic>
          <p:nvPicPr>
            <p:cNvPr id="28" name="Imagen 3">
              <a:extLst>
                <a:ext uri="{FF2B5EF4-FFF2-40B4-BE49-F238E27FC236}">
                  <a16:creationId xmlns:a16="http://schemas.microsoft.com/office/drawing/2014/main" id="{7DA39BF3-3E7B-D2FB-0A55-840F365F08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0" name="Agrupar 49">
            <a:extLst>
              <a:ext uri="{FF2B5EF4-FFF2-40B4-BE49-F238E27FC236}">
                <a16:creationId xmlns:a16="http://schemas.microsoft.com/office/drawing/2014/main" id="{DB54D91E-DB6A-437A-EAF2-8A24208D4555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41" name="CuadroTexto 33">
              <a:extLst>
                <a:ext uri="{FF2B5EF4-FFF2-40B4-BE49-F238E27FC236}">
                  <a16:creationId xmlns:a16="http://schemas.microsoft.com/office/drawing/2014/main" id="{6736D913-B164-DB08-3973-F93857EF6EAA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42" name="CuadroTexto 34">
              <a:extLst>
                <a:ext uri="{FF2B5EF4-FFF2-40B4-BE49-F238E27FC236}">
                  <a16:creationId xmlns:a16="http://schemas.microsoft.com/office/drawing/2014/main" id="{7FF61EBC-1F87-BB37-D195-CA934CC57908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43" name="CuadroTexto 35">
              <a:extLst>
                <a:ext uri="{FF2B5EF4-FFF2-40B4-BE49-F238E27FC236}">
                  <a16:creationId xmlns:a16="http://schemas.microsoft.com/office/drawing/2014/main" id="{0D3FB5E7-90F7-DA8A-BAB8-4009224ACB2F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44" name="83 Rectángulo">
              <a:extLst>
                <a:ext uri="{FF2B5EF4-FFF2-40B4-BE49-F238E27FC236}">
                  <a16:creationId xmlns:a16="http://schemas.microsoft.com/office/drawing/2014/main" id="{3DBB97BD-6046-A370-3DEC-5AB901DD6107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5" name="84 Rectángulo">
              <a:extLst>
                <a:ext uri="{FF2B5EF4-FFF2-40B4-BE49-F238E27FC236}">
                  <a16:creationId xmlns:a16="http://schemas.microsoft.com/office/drawing/2014/main" id="{5B95FD18-6798-2EA6-B497-7F3F7E0F8392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6" name="17 Rectángulo">
              <a:extLst>
                <a:ext uri="{FF2B5EF4-FFF2-40B4-BE49-F238E27FC236}">
                  <a16:creationId xmlns:a16="http://schemas.microsoft.com/office/drawing/2014/main" id="{84CDD305-AE34-D62A-35CD-CAF636D08A31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47" name="Conector angular 25">
            <a:extLst>
              <a:ext uri="{FF2B5EF4-FFF2-40B4-BE49-F238E27FC236}">
                <a16:creationId xmlns:a16="http://schemas.microsoft.com/office/drawing/2014/main" id="{AE56A1D4-5E66-AA7C-0715-A0EA5F7BEE0E}"/>
              </a:ext>
            </a:extLst>
          </p:cNvPr>
          <p:cNvCxnSpPr>
            <a:cxnSpLocks/>
            <a:stCxn id="38" idx="3"/>
            <a:endCxn id="52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9" name="Conector angular 25">
            <a:extLst>
              <a:ext uri="{FF2B5EF4-FFF2-40B4-BE49-F238E27FC236}">
                <a16:creationId xmlns:a16="http://schemas.microsoft.com/office/drawing/2014/main" id="{78823C27-8CB9-665E-C757-7B14F5D227B8}"/>
              </a:ext>
            </a:extLst>
          </p:cNvPr>
          <p:cNvCxnSpPr>
            <a:cxnSpLocks/>
            <a:stCxn id="50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56" name="Tabla_DIF_UPAX">
            <a:extLst>
              <a:ext uri="{FF2B5EF4-FFF2-40B4-BE49-F238E27FC236}">
                <a16:creationId xmlns:a16="http://schemas.microsoft.com/office/drawing/2014/main" id="{1F9F9DAF-4195-6289-2047-63FD84546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73531"/>
              </p:ext>
            </p:extLst>
          </p:nvPr>
        </p:nvGraphicFramePr>
        <p:xfrm>
          <a:off x="11665072" y="1361440"/>
          <a:ext cx="2690183" cy="5800368"/>
        </p:xfrm>
        <a:graphic>
          <a:graphicData uri="http://schemas.openxmlformats.org/drawingml/2006/table">
            <a:tbl>
              <a:tblPr/>
              <a:tblGrid>
                <a:gridCol w="783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531">
                  <a:extLst>
                    <a:ext uri="{9D8B030D-6E8A-4147-A177-3AD203B41FA5}">
                      <a16:colId xmlns:a16="http://schemas.microsoft.com/office/drawing/2014/main" val="182502293"/>
                    </a:ext>
                  </a:extLst>
                </a:gridCol>
                <a:gridCol w="635531">
                  <a:extLst>
                    <a:ext uri="{9D8B030D-6E8A-4147-A177-3AD203B41FA5}">
                      <a16:colId xmlns:a16="http://schemas.microsoft.com/office/drawing/2014/main" val="1512344663"/>
                    </a:ext>
                  </a:extLst>
                </a:gridCol>
                <a:gridCol w="635531">
                  <a:extLst>
                    <a:ext uri="{9D8B030D-6E8A-4147-A177-3AD203B41FA5}">
                      <a16:colId xmlns:a16="http://schemas.microsoft.com/office/drawing/2014/main" val="2701683073"/>
                    </a:ext>
                  </a:extLst>
                </a:gridCol>
              </a:tblGrid>
              <a:tr h="529648"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  <a:t># </a:t>
                      </a:r>
                      <a:b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s-MX" sz="800" b="0" i="0" u="none" strike="noStrike" dirty="0">
                          <a:effectLst/>
                          <a:latin typeface="Montserrat" panose="00000500000000000000" pitchFamily="2" charset="0"/>
                        </a:rPr>
                        <a:t>Colaboradores</a:t>
                      </a:r>
                      <a:endParaRPr lang="es-MX" sz="9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805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IPN</a:t>
                      </a:r>
                      <a:br>
                        <a:rPr lang="es-ES_tradnl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s-ES_tradnl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1Q 2026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805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IPN</a:t>
                      </a:r>
                      <a:br>
                        <a:rPr lang="es-ES_tradnl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s-ES_tradnl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4Q 2025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  <a:t>Dif vs Ant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797123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706612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005050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682310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593863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490613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167995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802289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311921"/>
                  </a:ext>
                </a:extLst>
              </a:tr>
              <a:tr h="3294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721041"/>
                  </a:ext>
                </a:extLst>
              </a:tr>
            </a:tbl>
          </a:graphicData>
        </a:graphic>
      </p:graphicFrame>
      <p:graphicFrame>
        <p:nvGraphicFramePr>
          <p:cNvPr id="39" name="Tabla_ANTERIO_UPAX">
            <a:extLst>
              <a:ext uri="{FF2B5EF4-FFF2-40B4-BE49-F238E27FC236}">
                <a16:creationId xmlns:a16="http://schemas.microsoft.com/office/drawing/2014/main" id="{78FE4284-582E-56A7-75C8-B7648FC5B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288753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000</a:t>
                      </a: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622" marR="7622" marT="7620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0.0%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" name="Tabla_DET_UPAX">
            <a:extLst>
              <a:ext uri="{FF2B5EF4-FFF2-40B4-BE49-F238E27FC236}">
                <a16:creationId xmlns:a16="http://schemas.microsoft.com/office/drawing/2014/main" id="{D5714339-FFC4-A01A-2A08-6FB3FFE62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480672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0.0%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(000)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1" name="Tabla_PAS_UPAX">
            <a:extLst>
              <a:ext uri="{FF2B5EF4-FFF2-40B4-BE49-F238E27FC236}">
                <a16:creationId xmlns:a16="http://schemas.microsoft.com/office/drawing/2014/main" id="{0DB8E446-4057-7803-1DAC-158ADDB30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848990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0.0%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(000)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2" name="Tabla_PRO_UPAX">
            <a:extLst>
              <a:ext uri="{FF2B5EF4-FFF2-40B4-BE49-F238E27FC236}">
                <a16:creationId xmlns:a16="http://schemas.microsoft.com/office/drawing/2014/main" id="{17A41607-01D1-70AC-CB24-36BADA431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805951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0.0%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(000)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4" name="Grafico _don_UPAX">
            <a:extLst>
              <a:ext uri="{FF2B5EF4-FFF2-40B4-BE49-F238E27FC236}">
                <a16:creationId xmlns:a16="http://schemas.microsoft.com/office/drawing/2014/main" id="{92DB8AA5-AA3A-A476-A33C-3BFFDC35FE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3335811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7" name="Grafico_bar_UPAX">
            <a:extLst>
              <a:ext uri="{FF2B5EF4-FFF2-40B4-BE49-F238E27FC236}">
                <a16:creationId xmlns:a16="http://schemas.microsoft.com/office/drawing/2014/main" id="{C322E477-E7DE-9C68-48A7-0B61F21F27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581455"/>
              </p:ext>
            </p:extLst>
          </p:nvPr>
        </p:nvGraphicFramePr>
        <p:xfrm>
          <a:off x="5034929" y="1910080"/>
          <a:ext cx="6609818" cy="5251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48" name="Conector angular 25">
            <a:extLst>
              <a:ext uri="{FF2B5EF4-FFF2-40B4-BE49-F238E27FC236}">
                <a16:creationId xmlns:a16="http://schemas.microsoft.com/office/drawing/2014/main" id="{79B2D34A-B7F4-53FB-3431-775C98DD6830}"/>
              </a:ext>
            </a:extLst>
          </p:cNvPr>
          <p:cNvCxnSpPr>
            <a:cxnSpLocks/>
            <a:stCxn id="38" idx="1"/>
            <a:endCxn id="51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63075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uadroTexto 28">
            <a:extLst>
              <a:ext uri="{FF2B5EF4-FFF2-40B4-BE49-F238E27FC236}">
                <a16:creationId xmlns:a16="http://schemas.microsoft.com/office/drawing/2014/main" id="{CDBB5E88-68CA-631D-76CD-2E2383892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01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pSp>
        <p:nvGrpSpPr>
          <p:cNvPr id="40" name="Agrupar 49">
            <a:extLst>
              <a:ext uri="{FF2B5EF4-FFF2-40B4-BE49-F238E27FC236}">
                <a16:creationId xmlns:a16="http://schemas.microsoft.com/office/drawing/2014/main" id="{D6B84872-E227-1986-9EF2-698DD7653609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41" name="CuadroTexto 33">
              <a:extLst>
                <a:ext uri="{FF2B5EF4-FFF2-40B4-BE49-F238E27FC236}">
                  <a16:creationId xmlns:a16="http://schemas.microsoft.com/office/drawing/2014/main" id="{F63B8935-CF85-03B1-7841-DF4B8E5EEDE8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42" name="CuadroTexto 34">
              <a:extLst>
                <a:ext uri="{FF2B5EF4-FFF2-40B4-BE49-F238E27FC236}">
                  <a16:creationId xmlns:a16="http://schemas.microsoft.com/office/drawing/2014/main" id="{69182112-8505-5976-738B-AD6159003916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43" name="CuadroTexto 35">
              <a:extLst>
                <a:ext uri="{FF2B5EF4-FFF2-40B4-BE49-F238E27FC236}">
                  <a16:creationId xmlns:a16="http://schemas.microsoft.com/office/drawing/2014/main" id="{88A46742-DF8D-2969-B4DA-7E304EF00D23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44" name="83 Rectángulo">
              <a:extLst>
                <a:ext uri="{FF2B5EF4-FFF2-40B4-BE49-F238E27FC236}">
                  <a16:creationId xmlns:a16="http://schemas.microsoft.com/office/drawing/2014/main" id="{CB36D7F1-9D1B-4176-8E19-56FC6447EB8D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5" name="84 Rectángulo">
              <a:extLst>
                <a:ext uri="{FF2B5EF4-FFF2-40B4-BE49-F238E27FC236}">
                  <a16:creationId xmlns:a16="http://schemas.microsoft.com/office/drawing/2014/main" id="{34CCEEFD-F738-E178-5599-3738D985D9A9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6" name="17 Rectángulo">
              <a:extLst>
                <a:ext uri="{FF2B5EF4-FFF2-40B4-BE49-F238E27FC236}">
                  <a16:creationId xmlns:a16="http://schemas.microsoft.com/office/drawing/2014/main" id="{39326E98-6A9D-FBA6-CCD6-BF8D5BFA1589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5662EB1B-5593-A4A6-A7DE-D5BB225EDF45}"/>
              </a:ext>
            </a:extLst>
          </p:cNvPr>
          <p:cNvGrpSpPr/>
          <p:nvPr/>
        </p:nvGrpSpPr>
        <p:grpSpPr>
          <a:xfrm>
            <a:off x="543878" y="21121"/>
            <a:ext cx="8094662" cy="1165225"/>
            <a:chOff x="543878" y="21121"/>
            <a:chExt cx="8094662" cy="1165225"/>
          </a:xfrm>
        </p:grpSpPr>
        <p:pic>
          <p:nvPicPr>
            <p:cNvPr id="7" name="Imagen 28">
              <a:extLst>
                <a:ext uri="{FF2B5EF4-FFF2-40B4-BE49-F238E27FC236}">
                  <a16:creationId xmlns:a16="http://schemas.microsoft.com/office/drawing/2014/main" id="{C9780647-B83C-6056-AE02-CC23BC6F40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8094662" cy="1165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Título 2">
              <a:extLst>
                <a:ext uri="{FF2B5EF4-FFF2-40B4-BE49-F238E27FC236}">
                  <a16:creationId xmlns:a16="http://schemas.microsoft.com/office/drawing/2014/main" id="{2D0F527C-2911-942E-3C97-5BE66FD92587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363524"/>
              <a:ext cx="5503863" cy="57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UPAX 1Q 2026</a:t>
              </a:r>
            </a:p>
          </p:txBody>
        </p:sp>
        <p:pic>
          <p:nvPicPr>
            <p:cNvPr id="31" name="Imagen 3">
              <a:extLst>
                <a:ext uri="{FF2B5EF4-FFF2-40B4-BE49-F238E27FC236}">
                  <a16:creationId xmlns:a16="http://schemas.microsoft.com/office/drawing/2014/main" id="{84BC4294-E5EB-C17B-EE0B-45B36331C3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7" name="Imagen 32">
            <a:hlinkClick r:id="rId4" action="ppaction://hlinksldjump"/>
            <a:extLst>
              <a:ext uri="{FF2B5EF4-FFF2-40B4-BE49-F238E27FC236}">
                <a16:creationId xmlns:a16="http://schemas.microsoft.com/office/drawing/2014/main" id="{B5980974-18D9-75FE-10DB-89A5165CCA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6" y="1189514"/>
            <a:ext cx="850693" cy="295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8" name="Tabla_DIF_DCHO">
            <a:extLst>
              <a:ext uri="{FF2B5EF4-FFF2-40B4-BE49-F238E27FC236}">
                <a16:creationId xmlns:a16="http://schemas.microsoft.com/office/drawing/2014/main" id="{9E7FFF60-74F8-0CA5-AAF6-E28DDD38E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501082"/>
              </p:ext>
            </p:extLst>
          </p:nvPr>
        </p:nvGraphicFramePr>
        <p:xfrm>
          <a:off x="11551750" y="1956595"/>
          <a:ext cx="2783845" cy="5259520"/>
        </p:xfrm>
        <a:graphic>
          <a:graphicData uri="http://schemas.openxmlformats.org/drawingml/2006/table">
            <a:tbl>
              <a:tblPr/>
              <a:tblGrid>
                <a:gridCol w="877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531">
                  <a:extLst>
                    <a:ext uri="{9D8B030D-6E8A-4147-A177-3AD203B41FA5}">
                      <a16:colId xmlns:a16="http://schemas.microsoft.com/office/drawing/2014/main" val="182502293"/>
                    </a:ext>
                  </a:extLst>
                </a:gridCol>
                <a:gridCol w="635531">
                  <a:extLst>
                    <a:ext uri="{9D8B030D-6E8A-4147-A177-3AD203B41FA5}">
                      <a16:colId xmlns:a16="http://schemas.microsoft.com/office/drawing/2014/main" val="1512344663"/>
                    </a:ext>
                  </a:extLst>
                </a:gridCol>
                <a:gridCol w="635531">
                  <a:extLst>
                    <a:ext uri="{9D8B030D-6E8A-4147-A177-3AD203B41FA5}">
                      <a16:colId xmlns:a16="http://schemas.microsoft.com/office/drawing/2014/main" val="2701683073"/>
                    </a:ext>
                  </a:extLst>
                </a:gridCol>
              </a:tblGrid>
              <a:tr h="473970"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  <a:t># </a:t>
                      </a:r>
                      <a:b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  <a:t>Colaboradores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805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IPN</a:t>
                      </a:r>
                      <a:br>
                        <a:rPr lang="es-ES_tradnl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s-ES_tradnl" sz="9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1Q 2026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8058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IPN</a:t>
                      </a:r>
                      <a:br>
                        <a:rPr lang="es-ES_tradnl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s-ES_tradnl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anose="020F0502020204030204" pitchFamily="34" charset="0"/>
                        </a:rPr>
                        <a:t>4Q 2025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  <a:t>Dif vs Ant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797123"/>
                  </a:ext>
                </a:extLst>
              </a:tr>
              <a:tr h="9571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1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71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706612"/>
                  </a:ext>
                </a:extLst>
              </a:tr>
              <a:tr h="9571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71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593863"/>
                  </a:ext>
                </a:extLst>
              </a:tr>
              <a:tr h="9571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490613"/>
                  </a:ext>
                </a:extLst>
              </a:tr>
            </a:tbl>
          </a:graphicData>
        </a:graphic>
      </p:graphicFrame>
      <p:graphicFrame>
        <p:nvGraphicFramePr>
          <p:cNvPr id="6" name="Grafico_bar_DCHO">
            <a:extLst>
              <a:ext uri="{FF2B5EF4-FFF2-40B4-BE49-F238E27FC236}">
                <a16:creationId xmlns:a16="http://schemas.microsoft.com/office/drawing/2014/main" id="{195CAC42-85CE-A86B-AF88-8D67814A12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2024319"/>
              </p:ext>
            </p:extLst>
          </p:nvPr>
        </p:nvGraphicFramePr>
        <p:xfrm>
          <a:off x="5045089" y="2424831"/>
          <a:ext cx="6479869" cy="4791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47" name="Conector angular 25">
            <a:extLst>
              <a:ext uri="{FF2B5EF4-FFF2-40B4-BE49-F238E27FC236}">
                <a16:creationId xmlns:a16="http://schemas.microsoft.com/office/drawing/2014/main" id="{7BD65B48-C312-C7EA-F571-623F2F63C3AC}"/>
              </a:ext>
            </a:extLst>
          </p:cNvPr>
          <p:cNvCxnSpPr>
            <a:cxnSpLocks/>
            <a:stCxn id="38" idx="3"/>
            <a:endCxn id="52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8" name="Conector angular 25">
            <a:extLst>
              <a:ext uri="{FF2B5EF4-FFF2-40B4-BE49-F238E27FC236}">
                <a16:creationId xmlns:a16="http://schemas.microsoft.com/office/drawing/2014/main" id="{931DCE88-58CA-AB51-41BA-5D8F969A48FC}"/>
              </a:ext>
            </a:extLst>
          </p:cNvPr>
          <p:cNvCxnSpPr>
            <a:cxnSpLocks/>
            <a:stCxn id="38" idx="1"/>
            <a:endCxn id="51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9" name="Conector angular 25">
            <a:extLst>
              <a:ext uri="{FF2B5EF4-FFF2-40B4-BE49-F238E27FC236}">
                <a16:creationId xmlns:a16="http://schemas.microsoft.com/office/drawing/2014/main" id="{3C8C86EC-5696-8A23-42B4-709F5AF1D1F0}"/>
              </a:ext>
            </a:extLst>
          </p:cNvPr>
          <p:cNvCxnSpPr>
            <a:cxnSpLocks/>
            <a:stCxn id="50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9" name="Tabla_ANTERIO_DCHO">
            <a:extLst>
              <a:ext uri="{FF2B5EF4-FFF2-40B4-BE49-F238E27FC236}">
                <a16:creationId xmlns:a16="http://schemas.microsoft.com/office/drawing/2014/main" id="{479BCE55-7E00-A3F2-BFC4-FA9E9A08C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341222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400" marR="7400" marT="7398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000</a:t>
                      </a:r>
                    </a:p>
                  </a:txBody>
                  <a:tcPr marL="7400" marR="7400" marT="7398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MX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400" marR="7400" marT="7398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120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0.0%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Tabla_IPN_DCHO">
            <a:extLst>
              <a:ext uri="{FF2B5EF4-FFF2-40B4-BE49-F238E27FC236}">
                <a16:creationId xmlns:a16="http://schemas.microsoft.com/office/drawing/2014/main" id="{CD74E6B7-7755-4216-09F3-8B897B08A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254404"/>
              </p:ext>
            </p:extLst>
          </p:nvPr>
        </p:nvGraphicFramePr>
        <p:xfrm>
          <a:off x="1545047" y="363993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32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0.0%</a:t>
                      </a:r>
                    </a:p>
                    <a:p>
                      <a:pPr algn="ctr"/>
                      <a:r>
                        <a:rPr lang="es-ES" altLang="es-MX" sz="11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IPN</a:t>
                      </a:r>
                      <a:endParaRPr lang="es-MX" sz="11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000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3877"/>
                  </a:ext>
                </a:extLst>
              </a:tr>
            </a:tbl>
          </a:graphicData>
        </a:graphic>
      </p:graphicFrame>
      <p:graphicFrame>
        <p:nvGraphicFramePr>
          <p:cNvPr id="50" name="Tabla_DET_DCHO">
            <a:extLst>
              <a:ext uri="{FF2B5EF4-FFF2-40B4-BE49-F238E27FC236}">
                <a16:creationId xmlns:a16="http://schemas.microsoft.com/office/drawing/2014/main" id="{98A48B77-99BD-D3A5-7AFF-1524A3B28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086236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0.0%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(000)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1" name="Tabla_PAS_DCHO">
            <a:extLst>
              <a:ext uri="{FF2B5EF4-FFF2-40B4-BE49-F238E27FC236}">
                <a16:creationId xmlns:a16="http://schemas.microsoft.com/office/drawing/2014/main" id="{46812283-B062-F7AF-2DD0-5088BF097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293862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0.0%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(000)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2" name="Tabla_PRO_DCHO">
            <a:extLst>
              <a:ext uri="{FF2B5EF4-FFF2-40B4-BE49-F238E27FC236}">
                <a16:creationId xmlns:a16="http://schemas.microsoft.com/office/drawing/2014/main" id="{34F1D492-9451-9E3B-3BD0-FF72CDBC2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180535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  <a:p>
                      <a:pPr algn="ctr"/>
                      <a:r>
                        <a:rPr lang="es-MX" sz="14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0.0% </a:t>
                      </a:r>
                    </a:p>
                    <a:p>
                      <a:pPr algn="ctr"/>
                      <a:r>
                        <a:rPr lang="es-MX" sz="105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(000)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54" name="Grafico _don_DCHO">
            <a:extLst>
              <a:ext uri="{FF2B5EF4-FFF2-40B4-BE49-F238E27FC236}">
                <a16:creationId xmlns:a16="http://schemas.microsoft.com/office/drawing/2014/main" id="{40D4E8A5-C8DF-D158-F95E-2A41442CC5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9694044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5" name="89 CuadroTexto">
            <a:extLst>
              <a:ext uri="{FF2B5EF4-FFF2-40B4-BE49-F238E27FC236}">
                <a16:creationId xmlns:a16="http://schemas.microsoft.com/office/drawing/2014/main" id="{80C36357-9DDD-9BC4-AD1F-75548E9A5AB7}"/>
              </a:ext>
            </a:extLst>
          </p:cNvPr>
          <p:cNvSpPr txBox="1"/>
          <p:nvPr/>
        </p:nvSpPr>
        <p:spPr>
          <a:xfrm>
            <a:off x="451566" y="1557478"/>
            <a:ext cx="4166962" cy="68997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53501">
              <a:defRPr/>
            </a:pPr>
            <a:r>
              <a:rPr lang="es-MX" sz="195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</a:t>
            </a:r>
          </a:p>
          <a:p>
            <a:pPr algn="ctr" defTabSz="1153501">
              <a:defRPr/>
            </a:pPr>
            <a:r>
              <a:rPr lang="es-MX" sz="195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Despachos</a:t>
            </a:r>
          </a:p>
        </p:txBody>
      </p:sp>
    </p:spTree>
    <p:extLst>
      <p:ext uri="{BB962C8B-B14F-4D97-AF65-F5344CB8AC3E}">
        <p14:creationId xmlns:p14="http://schemas.microsoft.com/office/powerpoint/2010/main" val="1211363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adroTexto 28">
            <a:extLst>
              <a:ext uri="{FF2B5EF4-FFF2-40B4-BE49-F238E27FC236}">
                <a16:creationId xmlns:a16="http://schemas.microsoft.com/office/drawing/2014/main" id="{9BCF4118-78DE-9594-50A6-DEA4BE9A1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01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B441A441-51EF-874D-BB94-44111EA09C50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39" name="Imagen 29">
              <a:extLst>
                <a:ext uri="{FF2B5EF4-FFF2-40B4-BE49-F238E27FC236}">
                  <a16:creationId xmlns:a16="http://schemas.microsoft.com/office/drawing/2014/main" id="{87911B62-E6BD-8E15-AC2E-C9B2F07214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Título 2">
              <a:extLst>
                <a:ext uri="{FF2B5EF4-FFF2-40B4-BE49-F238E27FC236}">
                  <a16:creationId xmlns:a16="http://schemas.microsoft.com/office/drawing/2014/main" id="{BC9B2148-1486-F344-C659-438904DF77E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ES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UPAX 1Q 2026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ES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Histórico</a:t>
              </a:r>
            </a:p>
          </p:txBody>
        </p:sp>
        <p:pic>
          <p:nvPicPr>
            <p:cNvPr id="41" name="Imagen 3">
              <a:extLst>
                <a:ext uri="{FF2B5EF4-FFF2-40B4-BE49-F238E27FC236}">
                  <a16:creationId xmlns:a16="http://schemas.microsoft.com/office/drawing/2014/main" id="{B6FCC977-DE40-1BAA-CAEA-2C6C954FD7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933" y="248132"/>
              <a:ext cx="700087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8" name="41 Conector recto">
            <a:extLst>
              <a:ext uri="{FF2B5EF4-FFF2-40B4-BE49-F238E27FC236}">
                <a16:creationId xmlns:a16="http://schemas.microsoft.com/office/drawing/2014/main" id="{A740FF9F-EC8A-690F-2391-26817BF8C66D}"/>
              </a:ext>
            </a:extLst>
          </p:cNvPr>
          <p:cNvCxnSpPr>
            <a:cxnSpLocks/>
          </p:cNvCxnSpPr>
          <p:nvPr/>
        </p:nvCxnSpPr>
        <p:spPr>
          <a:xfrm>
            <a:off x="285736" y="4334784"/>
            <a:ext cx="13320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42 Conector recto">
            <a:extLst>
              <a:ext uri="{FF2B5EF4-FFF2-40B4-BE49-F238E27FC236}">
                <a16:creationId xmlns:a16="http://schemas.microsoft.com/office/drawing/2014/main" id="{F81D63A8-776F-93A5-C926-1D4B7542D046}"/>
              </a:ext>
            </a:extLst>
          </p:cNvPr>
          <p:cNvCxnSpPr>
            <a:cxnSpLocks/>
          </p:cNvCxnSpPr>
          <p:nvPr/>
        </p:nvCxnSpPr>
        <p:spPr>
          <a:xfrm>
            <a:off x="285736" y="6090804"/>
            <a:ext cx="13320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93017FBC-3B34-5492-E6F0-FFA2A56BF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869104"/>
              </p:ext>
            </p:extLst>
          </p:nvPr>
        </p:nvGraphicFramePr>
        <p:xfrm>
          <a:off x="1815559" y="2347223"/>
          <a:ext cx="344911" cy="370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 SemiBold" panose="00000700000000000000" pitchFamily="2" charset="0"/>
                        </a:rPr>
                        <a:t>IPN</a:t>
                      </a:r>
                    </a:p>
                  </a:txBody>
                  <a:tcPr marL="7619" marR="7619" marT="761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3" name="Imagen 35">
            <a:hlinkClick r:id="rId4" action="ppaction://hlinksldjump"/>
            <a:extLst>
              <a:ext uri="{FF2B5EF4-FFF2-40B4-BE49-F238E27FC236}">
                <a16:creationId xmlns:a16="http://schemas.microsoft.com/office/drawing/2014/main" id="{4A1B1CF6-3A80-2442-4FCD-C1346FE02E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6" y="1249039"/>
            <a:ext cx="927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89 CuadroTexto">
            <a:extLst>
              <a:ext uri="{FF2B5EF4-FFF2-40B4-BE49-F238E27FC236}">
                <a16:creationId xmlns:a16="http://schemas.microsoft.com/office/drawing/2014/main" id="{85390669-1B5E-5A9E-AB58-6C3DA00B27D2}"/>
              </a:ext>
            </a:extLst>
          </p:cNvPr>
          <p:cNvSpPr txBox="1"/>
          <p:nvPr/>
        </p:nvSpPr>
        <p:spPr>
          <a:xfrm>
            <a:off x="310770" y="1923777"/>
            <a:ext cx="133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53501">
              <a:defRPr/>
            </a:pPr>
            <a:r>
              <a:rPr lang="es-MX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</a:t>
            </a:r>
          </a:p>
          <a:p>
            <a:pPr algn="ctr" defTabSz="1153501">
              <a:defRPr/>
            </a:pPr>
            <a:r>
              <a:rPr lang="es-MX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UPAX</a:t>
            </a:r>
          </a:p>
        </p:txBody>
      </p:sp>
      <p:graphicFrame>
        <p:nvGraphicFramePr>
          <p:cNvPr id="7" name="Grafico_historico_PRO">
            <a:extLst>
              <a:ext uri="{FF2B5EF4-FFF2-40B4-BE49-F238E27FC236}">
                <a16:creationId xmlns:a16="http://schemas.microsoft.com/office/drawing/2014/main" id="{292A9A79-78DA-7BDD-A9FA-B0D2CB5E99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4360219"/>
              </p:ext>
            </p:extLst>
          </p:nvPr>
        </p:nvGraphicFramePr>
        <p:xfrm>
          <a:off x="2157896" y="6225057"/>
          <a:ext cx="9720000" cy="14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" name="Grafico_historico_PAS">
            <a:extLst>
              <a:ext uri="{FF2B5EF4-FFF2-40B4-BE49-F238E27FC236}">
                <a16:creationId xmlns:a16="http://schemas.microsoft.com/office/drawing/2014/main" id="{50A94AAF-BCBE-8843-4100-63A1E578C8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244353"/>
              </p:ext>
            </p:extLst>
          </p:nvPr>
        </p:nvGraphicFramePr>
        <p:xfrm>
          <a:off x="2157896" y="4496158"/>
          <a:ext cx="9720000" cy="14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6" name="Grafico_historico_DET">
            <a:extLst>
              <a:ext uri="{FF2B5EF4-FFF2-40B4-BE49-F238E27FC236}">
                <a16:creationId xmlns:a16="http://schemas.microsoft.com/office/drawing/2014/main" id="{030F817F-FE74-488F-DE69-5C07F0F5FD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1291483"/>
              </p:ext>
            </p:extLst>
          </p:nvPr>
        </p:nvGraphicFramePr>
        <p:xfrm>
          <a:off x="2157896" y="2726401"/>
          <a:ext cx="9720000" cy="14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2" name="Grafico_historico_IPN">
            <a:extLst>
              <a:ext uri="{FF2B5EF4-FFF2-40B4-BE49-F238E27FC236}">
                <a16:creationId xmlns:a16="http://schemas.microsoft.com/office/drawing/2014/main" id="{A79CCBBA-D752-5687-9A79-0D75BFCFC3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5451969"/>
              </p:ext>
            </p:extLst>
          </p:nvPr>
        </p:nvGraphicFramePr>
        <p:xfrm>
          <a:off x="2157896" y="2084241"/>
          <a:ext cx="9720000" cy="637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4" name="Rectángulo redondeado 30">
            <a:extLst>
              <a:ext uri="{FF2B5EF4-FFF2-40B4-BE49-F238E27FC236}">
                <a16:creationId xmlns:a16="http://schemas.microsoft.com/office/drawing/2014/main" id="{47FC1531-F57F-688D-B961-4FAFBE692228}"/>
              </a:ext>
            </a:extLst>
          </p:cNvPr>
          <p:cNvSpPr/>
          <p:nvPr/>
        </p:nvSpPr>
        <p:spPr>
          <a:xfrm>
            <a:off x="11440161" y="3073021"/>
            <a:ext cx="437736" cy="4726281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80 CuadroTexto">
            <a:extLst>
              <a:ext uri="{FF2B5EF4-FFF2-40B4-BE49-F238E27FC236}">
                <a16:creationId xmlns:a16="http://schemas.microsoft.com/office/drawing/2014/main" id="{CA2B112A-6B35-10A1-952D-0DAC58AC7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3013" y="7164370"/>
            <a:ext cx="1404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s-MX" altLang="es-MX" sz="800" dirty="0">
                <a:latin typeface="Montserrat" panose="00000500000000000000" pitchFamily="2" charset="0"/>
                <a:cs typeface="Kanit" pitchFamily="2" charset="-34"/>
              </a:rPr>
              <a:t>Variación respecto al</a:t>
            </a:r>
          </a:p>
          <a:p>
            <a:pPr algn="ctr" eaLnBrk="1" hangingPunct="1">
              <a:defRPr/>
            </a:pPr>
            <a:r>
              <a:rPr lang="es-MX" altLang="es-MX" sz="800" dirty="0">
                <a:latin typeface="Montserrat" panose="00000500000000000000" pitchFamily="2" charset="0"/>
                <a:cs typeface="Kanit" pitchFamily="2" charset="-34"/>
              </a:rPr>
              <a:t>trimestre anterior</a:t>
            </a:r>
          </a:p>
        </p:txBody>
      </p:sp>
      <p:graphicFrame>
        <p:nvGraphicFramePr>
          <p:cNvPr id="58" name="Tabla_PRO_DIF_HIST">
            <a:extLst>
              <a:ext uri="{FF2B5EF4-FFF2-40B4-BE49-F238E27FC236}">
                <a16:creationId xmlns:a16="http://schemas.microsoft.com/office/drawing/2014/main" id="{51B07AC8-D6C0-94CA-1DCD-C70B56EC3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427945"/>
              </p:ext>
            </p:extLst>
          </p:nvPr>
        </p:nvGraphicFramePr>
        <p:xfrm>
          <a:off x="12353013" y="6731697"/>
          <a:ext cx="140400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2533715186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200" b="0" kern="1200" dirty="0">
                          <a:solidFill>
                            <a:srgbClr val="FF0000"/>
                          </a:solidFill>
                          <a:latin typeface="Webdings" panose="05030102010509060703" pitchFamily="18" charset="2"/>
                          <a:ea typeface="+mn-ea"/>
                          <a:cs typeface="Kanit" pitchFamily="2" charset="-34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-2.4 </a:t>
                      </a:r>
                      <a:r>
                        <a:rPr lang="es-MX" sz="1200" b="0" kern="1200" dirty="0" err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pp</a:t>
                      </a:r>
                      <a:endParaRPr lang="es-MX" sz="1200" b="0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Kanit" pitchFamily="2" charset="-3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sp>
        <p:nvSpPr>
          <p:cNvPr id="54" name="80 CuadroTexto">
            <a:extLst>
              <a:ext uri="{FF2B5EF4-FFF2-40B4-BE49-F238E27FC236}">
                <a16:creationId xmlns:a16="http://schemas.microsoft.com/office/drawing/2014/main" id="{3C6222D3-2257-344D-382B-6501D48B2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3013" y="5438151"/>
            <a:ext cx="1404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s-MX" altLang="es-MX" sz="800" dirty="0">
                <a:latin typeface="Montserrat" panose="00000500000000000000" pitchFamily="2" charset="0"/>
                <a:cs typeface="Kanit" pitchFamily="2" charset="-34"/>
              </a:rPr>
              <a:t>Variación respecto al</a:t>
            </a:r>
          </a:p>
          <a:p>
            <a:pPr algn="ctr" eaLnBrk="1" hangingPunct="1">
              <a:defRPr/>
            </a:pPr>
            <a:r>
              <a:rPr lang="es-MX" altLang="es-MX" sz="800" dirty="0">
                <a:latin typeface="Montserrat" panose="00000500000000000000" pitchFamily="2" charset="0"/>
                <a:cs typeface="Kanit" pitchFamily="2" charset="-34"/>
              </a:rPr>
              <a:t>trimestre anterior</a:t>
            </a:r>
          </a:p>
        </p:txBody>
      </p:sp>
      <p:graphicFrame>
        <p:nvGraphicFramePr>
          <p:cNvPr id="55" name="Tabla_PAS_DFI_HIST">
            <a:extLst>
              <a:ext uri="{FF2B5EF4-FFF2-40B4-BE49-F238E27FC236}">
                <a16:creationId xmlns:a16="http://schemas.microsoft.com/office/drawing/2014/main" id="{299D8145-263B-6F59-F045-1B3385D232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09681"/>
              </p:ext>
            </p:extLst>
          </p:nvPr>
        </p:nvGraphicFramePr>
        <p:xfrm>
          <a:off x="12353013" y="5002798"/>
          <a:ext cx="140400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2533715186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200" b="0" kern="1200" dirty="0">
                          <a:solidFill>
                            <a:srgbClr val="00B050"/>
                          </a:solidFill>
                          <a:latin typeface="Webdings" panose="05030102010509060703" pitchFamily="18" charset="2"/>
                          <a:ea typeface="+mn-ea"/>
                          <a:cs typeface="Kanit" pitchFamily="2" charset="-34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+2.1 </a:t>
                      </a:r>
                      <a:r>
                        <a:rPr lang="es-MX" sz="1200" b="0" kern="1200" dirty="0" err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pp</a:t>
                      </a:r>
                      <a:endParaRPr lang="es-MX" sz="1200" b="0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Kanit" pitchFamily="2" charset="-3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sp>
        <p:nvSpPr>
          <p:cNvPr id="10" name="80 CuadroTexto">
            <a:extLst>
              <a:ext uri="{FF2B5EF4-FFF2-40B4-BE49-F238E27FC236}">
                <a16:creationId xmlns:a16="http://schemas.microsoft.com/office/drawing/2014/main" id="{545B475B-F4BF-DF0A-35A4-A6D1DC5C0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3013" y="3663449"/>
            <a:ext cx="1404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s-MX" altLang="es-MX" sz="800" dirty="0">
                <a:latin typeface="Montserrat" panose="00000500000000000000" pitchFamily="2" charset="0"/>
                <a:cs typeface="Kanit" pitchFamily="2" charset="-34"/>
              </a:rPr>
              <a:t>Variación respecto al</a:t>
            </a:r>
          </a:p>
          <a:p>
            <a:pPr algn="ctr" eaLnBrk="1" hangingPunct="1">
              <a:defRPr/>
            </a:pPr>
            <a:r>
              <a:rPr lang="es-MX" altLang="es-MX" sz="800" dirty="0">
                <a:latin typeface="Montserrat" panose="00000500000000000000" pitchFamily="2" charset="0"/>
                <a:cs typeface="Kanit" pitchFamily="2" charset="-34"/>
              </a:rPr>
              <a:t>trimestre anterior</a:t>
            </a:r>
          </a:p>
        </p:txBody>
      </p:sp>
      <p:graphicFrame>
        <p:nvGraphicFramePr>
          <p:cNvPr id="53" name="Tabla_DET_DIF_HIST">
            <a:extLst>
              <a:ext uri="{FF2B5EF4-FFF2-40B4-BE49-F238E27FC236}">
                <a16:creationId xmlns:a16="http://schemas.microsoft.com/office/drawing/2014/main" id="{AFB442FE-E780-D5EF-6B91-17C4D23F7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609451"/>
              </p:ext>
            </p:extLst>
          </p:nvPr>
        </p:nvGraphicFramePr>
        <p:xfrm>
          <a:off x="12353013" y="3233041"/>
          <a:ext cx="140400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2533715186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2200" b="0" kern="1200" dirty="0">
                          <a:solidFill>
                            <a:srgbClr val="FF0000"/>
                          </a:solidFill>
                          <a:latin typeface="Webdings" panose="05030102010509060703" pitchFamily="18" charset="2"/>
                          <a:ea typeface="+mn-ea"/>
                          <a:cs typeface="Kanit" pitchFamily="2" charset="-34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2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+0.3 </a:t>
                      </a:r>
                      <a:r>
                        <a:rPr lang="es-MX" sz="1200" b="0" kern="1200" dirty="0" err="1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pp</a:t>
                      </a:r>
                      <a:endParaRPr lang="es-MX" sz="1200" b="0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Kanit" pitchFamily="2" charset="-34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7" name="Tabla_PRO_HIST">
            <a:extLst>
              <a:ext uri="{FF2B5EF4-FFF2-40B4-BE49-F238E27FC236}">
                <a16:creationId xmlns:a16="http://schemas.microsoft.com/office/drawing/2014/main" id="{AF4AE056-46AE-96C0-35EA-B268C372C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320752"/>
              </p:ext>
            </p:extLst>
          </p:nvPr>
        </p:nvGraphicFramePr>
        <p:xfrm>
          <a:off x="238770" y="6525957"/>
          <a:ext cx="1476000" cy="83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s-MX" sz="16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Promotores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s-MX" sz="16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0.0%</a:t>
                      </a:r>
                      <a:r>
                        <a:rPr lang="es-MX" sz="110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s-MX" sz="110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(000)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0794132"/>
                  </a:ext>
                </a:extLst>
              </a:tr>
            </a:tbl>
          </a:graphicData>
        </a:graphic>
      </p:graphicFrame>
      <p:graphicFrame>
        <p:nvGraphicFramePr>
          <p:cNvPr id="46" name="Tabla_PAS_HIST">
            <a:extLst>
              <a:ext uri="{FF2B5EF4-FFF2-40B4-BE49-F238E27FC236}">
                <a16:creationId xmlns:a16="http://schemas.microsoft.com/office/drawing/2014/main" id="{3D1C6326-48E3-CA3B-7802-ABA2684CF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174707"/>
              </p:ext>
            </p:extLst>
          </p:nvPr>
        </p:nvGraphicFramePr>
        <p:xfrm>
          <a:off x="238770" y="4797058"/>
          <a:ext cx="1476000" cy="83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s-MX" sz="16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Pasivos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s-MX" sz="16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0.0%</a:t>
                      </a:r>
                      <a:r>
                        <a:rPr lang="es-MX" sz="110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s-MX" sz="110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(000)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978275"/>
                  </a:ext>
                </a:extLst>
              </a:tr>
            </a:tbl>
          </a:graphicData>
        </a:graphic>
      </p:graphicFrame>
      <p:graphicFrame>
        <p:nvGraphicFramePr>
          <p:cNvPr id="45" name="Tabla_DET_HIST">
            <a:extLst>
              <a:ext uri="{FF2B5EF4-FFF2-40B4-BE49-F238E27FC236}">
                <a16:creationId xmlns:a16="http://schemas.microsoft.com/office/drawing/2014/main" id="{0B665BE1-927D-0F43-F3CB-CFFAB1619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253251"/>
              </p:ext>
            </p:extLst>
          </p:nvPr>
        </p:nvGraphicFramePr>
        <p:xfrm>
          <a:off x="238770" y="3027301"/>
          <a:ext cx="1476000" cy="83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MX" sz="16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Detractores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s-MX" sz="16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0.0%</a:t>
                      </a:r>
                      <a:r>
                        <a:rPr lang="es-MX" sz="110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s-MX" sz="1100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(00)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93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0707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43">
            <a:hlinkClick r:id="rId2" action="ppaction://hlinksldjump"/>
            <a:extLst>
              <a:ext uri="{FF2B5EF4-FFF2-40B4-BE49-F238E27FC236}">
                <a16:creationId xmlns:a16="http://schemas.microsoft.com/office/drawing/2014/main" id="{7A05525B-B8FE-23FF-15A3-8C41DC69C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5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3" name="Grupo 42">
            <a:extLst>
              <a:ext uri="{FF2B5EF4-FFF2-40B4-BE49-F238E27FC236}">
                <a16:creationId xmlns:a16="http://schemas.microsoft.com/office/drawing/2014/main" id="{30849298-9915-10E7-0EF8-2B574EAB0837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47" name="Imagen 29">
              <a:extLst>
                <a:ext uri="{FF2B5EF4-FFF2-40B4-BE49-F238E27FC236}">
                  <a16:creationId xmlns:a16="http://schemas.microsoft.com/office/drawing/2014/main" id="{A71AC3A7-7AE2-F320-23DF-EBEEB4D824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" name="Título 2">
              <a:extLst>
                <a:ext uri="{FF2B5EF4-FFF2-40B4-BE49-F238E27FC236}">
                  <a16:creationId xmlns:a16="http://schemas.microsoft.com/office/drawing/2014/main" id="{AF87A285-46F9-EB72-93A0-2F6307ED00D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UPAX</a:t>
              </a:r>
            </a:p>
          </p:txBody>
        </p:sp>
        <p:pic>
          <p:nvPicPr>
            <p:cNvPr id="49" name="Imagen 3">
              <a:extLst>
                <a:ext uri="{FF2B5EF4-FFF2-40B4-BE49-F238E27FC236}">
                  <a16:creationId xmlns:a16="http://schemas.microsoft.com/office/drawing/2014/main" id="{B350922D-E7C3-905E-5C07-9979416A45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BC1AFCE6-D780-D56A-24EB-944262B5DFFC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52" name="Cinta curvada hacia arriba 3">
              <a:extLst>
                <a:ext uri="{FF2B5EF4-FFF2-40B4-BE49-F238E27FC236}">
                  <a16:creationId xmlns:a16="http://schemas.microsoft.com/office/drawing/2014/main" id="{CC586F06-5C9E-1C46-2661-48CC2A83E4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2ED03C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53" name="CuadroTexto 5">
              <a:extLst>
                <a:ext uri="{FF2B5EF4-FFF2-40B4-BE49-F238E27FC236}">
                  <a16:creationId xmlns:a16="http://schemas.microsoft.com/office/drawing/2014/main" id="{F05BE3F4-34E5-C972-F0B9-B43B88A84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Promotores</a:t>
              </a:r>
            </a:p>
          </p:txBody>
        </p:sp>
      </p:grpSp>
      <p:pic>
        <p:nvPicPr>
          <p:cNvPr id="54" name="Imagen 46">
            <a:extLst>
              <a:ext uri="{FF2B5EF4-FFF2-40B4-BE49-F238E27FC236}">
                <a16:creationId xmlns:a16="http://schemas.microsoft.com/office/drawing/2014/main" id="{5CB18752-E34B-D93F-DCB4-EC5B968E8F8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7" t="33687" r="4427" b="38496"/>
          <a:stretch>
            <a:fillRect/>
          </a:stretch>
        </p:blipFill>
        <p:spPr bwMode="auto">
          <a:xfrm>
            <a:off x="3467107" y="1547191"/>
            <a:ext cx="931863" cy="906462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Elipse 54">
            <a:extLst>
              <a:ext uri="{FF2B5EF4-FFF2-40B4-BE49-F238E27FC236}">
                <a16:creationId xmlns:a16="http://schemas.microsoft.com/office/drawing/2014/main" id="{68E5E8EB-2ABC-BEA4-A36E-2C0AED04400D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1</a:t>
            </a:r>
            <a:endParaRPr lang="es-MX" sz="1600" b="1" dirty="0">
              <a:latin typeface="Montserrat" panose="00000500000000000000" pitchFamily="2" charset="0"/>
            </a:endParaRP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68C4A46F-13F5-5408-7B9F-2BB43ED209A2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34D4CE4B-F1CD-1EA6-3FF1-5D525987871F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58" name="Elipse 57">
            <a:extLst>
              <a:ext uri="{FF2B5EF4-FFF2-40B4-BE49-F238E27FC236}">
                <a16:creationId xmlns:a16="http://schemas.microsoft.com/office/drawing/2014/main" id="{A4840E48-355C-9ECB-C382-223603F106B9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286F0F8C-7F1C-84D8-A7B4-9EF5D635271D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23992F4B-74D0-9E77-E37A-77D43957F96E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19CB276F-D7CC-996E-C5DD-E9AC8D5DC7B8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9036BAAD-D82F-016A-873B-28080B0EC30D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332C18AE-650A-FD6E-B0E2-44C89F107188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2ED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64" name="Grupo 63">
            <a:extLst>
              <a:ext uri="{FF2B5EF4-FFF2-40B4-BE49-F238E27FC236}">
                <a16:creationId xmlns:a16="http://schemas.microsoft.com/office/drawing/2014/main" id="{AF1A704C-A39B-2A36-F600-C38F87119B5D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278735" y="7006654"/>
            <a:chExt cx="468000" cy="325438"/>
          </a:xfrm>
        </p:grpSpPr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5A1B8608-746A-A026-8F26-38D2EE2D65FA}"/>
                </a:ext>
              </a:extLst>
            </p:cNvPr>
            <p:cNvSpPr/>
            <p:nvPr/>
          </p:nvSpPr>
          <p:spPr bwMode="auto">
            <a:xfrm>
              <a:off x="1350810" y="7006654"/>
              <a:ext cx="323850" cy="325438"/>
            </a:xfrm>
            <a:prstGeom prst="ellipse">
              <a:avLst/>
            </a:prstGeom>
            <a:solidFill>
              <a:srgbClr val="2ED0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CD5ED0D1-BB10-549D-FA23-8815D484A6BF}"/>
                </a:ext>
              </a:extLst>
            </p:cNvPr>
            <p:cNvSpPr txBox="1"/>
            <p:nvPr/>
          </p:nvSpPr>
          <p:spPr>
            <a:xfrm>
              <a:off x="1278735" y="7015485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lt1"/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sp>
        <p:nvSpPr>
          <p:cNvPr id="67" name="CuadroTexto 28">
            <a:extLst>
              <a:ext uri="{FF2B5EF4-FFF2-40B4-BE49-F238E27FC236}">
                <a16:creationId xmlns:a16="http://schemas.microsoft.com/office/drawing/2014/main" id="{47F035F4-C195-C4FB-2B2D-1FFDCE33A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68" name="Tabla_PRO_MENS_UPAX">
            <a:extLst>
              <a:ext uri="{FF2B5EF4-FFF2-40B4-BE49-F238E27FC236}">
                <a16:creationId xmlns:a16="http://schemas.microsoft.com/office/drawing/2014/main" id="{0EE2F505-76D7-AE6B-687A-AFCD65036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867186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008037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970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43">
            <a:hlinkClick r:id="rId2" action="ppaction://hlinksldjump"/>
            <a:extLst>
              <a:ext uri="{FF2B5EF4-FFF2-40B4-BE49-F238E27FC236}">
                <a16:creationId xmlns:a16="http://schemas.microsoft.com/office/drawing/2014/main" id="{049A035F-9B76-0C0D-A927-8282719E3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4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45">
            <a:extLst>
              <a:ext uri="{FF2B5EF4-FFF2-40B4-BE49-F238E27FC236}">
                <a16:creationId xmlns:a16="http://schemas.microsoft.com/office/drawing/2014/main" id="{7C1798FE-E7DE-AD99-0E49-64D5E3854718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4" t="33391" r="35352" b="38200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" name="Grupo 46">
            <a:extLst>
              <a:ext uri="{FF2B5EF4-FFF2-40B4-BE49-F238E27FC236}">
                <a16:creationId xmlns:a16="http://schemas.microsoft.com/office/drawing/2014/main" id="{7CE50B3E-D827-EB80-47BF-8BFB96B792A1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48" name="Imagen 29">
              <a:extLst>
                <a:ext uri="{FF2B5EF4-FFF2-40B4-BE49-F238E27FC236}">
                  <a16:creationId xmlns:a16="http://schemas.microsoft.com/office/drawing/2014/main" id="{2EC3821B-2409-692C-B7D5-967A6D27F3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" name="Título 2">
              <a:extLst>
                <a:ext uri="{FF2B5EF4-FFF2-40B4-BE49-F238E27FC236}">
                  <a16:creationId xmlns:a16="http://schemas.microsoft.com/office/drawing/2014/main" id="{9049689E-71E5-FCC5-397F-A9C6A2A0DADE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RESEARCHLAND</a:t>
              </a:r>
            </a:p>
          </p:txBody>
        </p:sp>
        <p:pic>
          <p:nvPicPr>
            <p:cNvPr id="50" name="Imagen 3">
              <a:extLst>
                <a:ext uri="{FF2B5EF4-FFF2-40B4-BE49-F238E27FC236}">
                  <a16:creationId xmlns:a16="http://schemas.microsoft.com/office/drawing/2014/main" id="{D43EC93D-15DB-0FAE-6DDB-697307A4EE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D13FAE6B-1CEF-CBC4-7CA5-3345C7BFB344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52" name="Cinta curvada hacia arriba 3">
              <a:extLst>
                <a:ext uri="{FF2B5EF4-FFF2-40B4-BE49-F238E27FC236}">
                  <a16:creationId xmlns:a16="http://schemas.microsoft.com/office/drawing/2014/main" id="{C25160A0-4B54-B662-C520-788D5F6C6B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EE912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53" name="CuadroTexto 5">
              <a:extLst>
                <a:ext uri="{FF2B5EF4-FFF2-40B4-BE49-F238E27FC236}">
                  <a16:creationId xmlns:a16="http://schemas.microsoft.com/office/drawing/2014/main" id="{70FC950A-DE26-50C3-A248-4A8F904B8F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Pasivos</a:t>
              </a:r>
            </a:p>
          </p:txBody>
        </p:sp>
      </p:grpSp>
      <p:sp>
        <p:nvSpPr>
          <p:cNvPr id="54" name="CuadroTexto 28">
            <a:extLst>
              <a:ext uri="{FF2B5EF4-FFF2-40B4-BE49-F238E27FC236}">
                <a16:creationId xmlns:a16="http://schemas.microsoft.com/office/drawing/2014/main" id="{88175458-D986-2149-28C5-AE2AB7C40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FAFFA68B-74F1-54F2-05F0-98C8F1A4C480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1</a:t>
            </a:r>
            <a:endParaRPr lang="es-MX" sz="1600" b="1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B394F25D-FCF4-E762-ABBD-A67DE7BE5F9E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D0B53F8B-ABE3-F81B-265B-0373B23FD841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58" name="Elipse 57">
            <a:extLst>
              <a:ext uri="{FF2B5EF4-FFF2-40B4-BE49-F238E27FC236}">
                <a16:creationId xmlns:a16="http://schemas.microsoft.com/office/drawing/2014/main" id="{8B317EBF-16E6-2078-8EBE-D84B7F48DCE0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4A68991E-D780-A5C7-D5A6-295F475AA8FD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C3E81279-B600-875E-2F81-BB5D199FF519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0AA40FD8-1B88-8905-F06D-15DF845E4041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E53EF652-0A81-2609-524E-25B1AD79A31B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9D849FCC-17AF-759D-C15D-B78E8693A111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FEE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64" name="Grupo 63">
            <a:extLst>
              <a:ext uri="{FF2B5EF4-FFF2-40B4-BE49-F238E27FC236}">
                <a16:creationId xmlns:a16="http://schemas.microsoft.com/office/drawing/2014/main" id="{C45B645F-2BE9-88D8-AAA3-DFFDB7B7B373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084297" y="6963788"/>
            <a:chExt cx="468000" cy="325438"/>
          </a:xfrm>
        </p:grpSpPr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A72A4493-2EF9-1884-A4E6-8B9D1198BE1D}"/>
                </a:ext>
              </a:extLst>
            </p:cNvPr>
            <p:cNvSpPr/>
            <p:nvPr/>
          </p:nvSpPr>
          <p:spPr bwMode="auto">
            <a:xfrm>
              <a:off x="1156372" y="6963788"/>
              <a:ext cx="323850" cy="325438"/>
            </a:xfrm>
            <a:prstGeom prst="ellipse">
              <a:avLst/>
            </a:prstGeom>
            <a:solidFill>
              <a:srgbClr val="FEE91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B08426A1-E75A-B59D-0DA4-EE152E9F8683}"/>
                </a:ext>
              </a:extLst>
            </p:cNvPr>
            <p:cNvSpPr txBox="1"/>
            <p:nvPr/>
          </p:nvSpPr>
          <p:spPr>
            <a:xfrm>
              <a:off x="1084297" y="6972619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graphicFrame>
        <p:nvGraphicFramePr>
          <p:cNvPr id="67" name="Tabla_PAS_MENS_UPAX">
            <a:extLst>
              <a:ext uri="{FF2B5EF4-FFF2-40B4-BE49-F238E27FC236}">
                <a16:creationId xmlns:a16="http://schemas.microsoft.com/office/drawing/2014/main" id="{BD8701B8-54BE-A84E-D227-1086C1B3A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393204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EE912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4943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43">
            <a:hlinkClick r:id="rId2" action="ppaction://hlinksldjump"/>
            <a:extLst>
              <a:ext uri="{FF2B5EF4-FFF2-40B4-BE49-F238E27FC236}">
                <a16:creationId xmlns:a16="http://schemas.microsoft.com/office/drawing/2014/main" id="{7BF5EFF6-770F-ACA5-C90D-1C72CBEA3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3" y="1249039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EBD37CA6-7384-CD95-E716-1961CCDBB730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3" t="33426" r="67165" b="38184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" name="Grupo 28">
            <a:extLst>
              <a:ext uri="{FF2B5EF4-FFF2-40B4-BE49-F238E27FC236}">
                <a16:creationId xmlns:a16="http://schemas.microsoft.com/office/drawing/2014/main" id="{377D89E2-30A7-D48F-8997-1174F861CAF6}"/>
              </a:ext>
            </a:extLst>
          </p:cNvPr>
          <p:cNvGrpSpPr/>
          <p:nvPr/>
        </p:nvGrpSpPr>
        <p:grpSpPr>
          <a:xfrm>
            <a:off x="543878" y="21121"/>
            <a:ext cx="9599114" cy="1258888"/>
            <a:chOff x="543878" y="21121"/>
            <a:chExt cx="9599114" cy="1258888"/>
          </a:xfrm>
        </p:grpSpPr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C7D8548F-4CFD-BCA5-50C0-C95821D5BE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878" y="21121"/>
              <a:ext cx="9599114" cy="1258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" name="Título 2">
              <a:extLst>
                <a:ext uri="{FF2B5EF4-FFF2-40B4-BE49-F238E27FC236}">
                  <a16:creationId xmlns:a16="http://schemas.microsoft.com/office/drawing/2014/main" id="{CB5AAD94-AD4F-216C-C3F8-44A7FFC6B2EE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809121" y="292404"/>
              <a:ext cx="550386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 defTabSz="455613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 defTabSz="455613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 defTabSz="455613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defTabSz="455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s-MX" altLang="es-MX" sz="27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IPN Orden de importancia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s-MX" altLang="es-MX" sz="27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RESEARCHLAND</a:t>
              </a:r>
            </a:p>
          </p:txBody>
        </p:sp>
        <p:pic>
          <p:nvPicPr>
            <p:cNvPr id="32" name="Imagen 3">
              <a:extLst>
                <a:ext uri="{FF2B5EF4-FFF2-40B4-BE49-F238E27FC236}">
                  <a16:creationId xmlns:a16="http://schemas.microsoft.com/office/drawing/2014/main" id="{3012F115-FD7F-1BD5-76BF-FF400AA8E1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72" y="192568"/>
              <a:ext cx="833437" cy="769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52992D87-DD95-926F-241D-E107F0EA2923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34" name="Cinta curvada hacia arriba 3">
              <a:extLst>
                <a:ext uri="{FF2B5EF4-FFF2-40B4-BE49-F238E27FC236}">
                  <a16:creationId xmlns:a16="http://schemas.microsoft.com/office/drawing/2014/main" id="{B0B090EE-25E3-5EFC-73A2-7FC76C38DF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D4F58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35" name="CuadroTexto 5">
              <a:extLst>
                <a:ext uri="{FF2B5EF4-FFF2-40B4-BE49-F238E27FC236}">
                  <a16:creationId xmlns:a16="http://schemas.microsoft.com/office/drawing/2014/main" id="{DE17ACB1-0C2C-9CBF-2E8C-B89032F99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752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10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Detractores</a:t>
              </a:r>
            </a:p>
          </p:txBody>
        </p:sp>
      </p:grpSp>
      <p:sp>
        <p:nvSpPr>
          <p:cNvPr id="36" name="CuadroTexto 28">
            <a:extLst>
              <a:ext uri="{FF2B5EF4-FFF2-40B4-BE49-F238E27FC236}">
                <a16:creationId xmlns:a16="http://schemas.microsoft.com/office/drawing/2014/main" id="{C8482D96-3F3C-C0CC-9DD5-8B27338FF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FE33A6EF-6CFF-2EF4-9735-3AD2B7B52E97}"/>
              </a:ext>
            </a:extLst>
          </p:cNvPr>
          <p:cNvSpPr/>
          <p:nvPr/>
        </p:nvSpPr>
        <p:spPr bwMode="auto">
          <a:xfrm>
            <a:off x="1156372" y="3063166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1</a:t>
            </a:r>
            <a:endParaRPr lang="es-MX" sz="1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736DD15B-529B-B4E1-A9D3-CA53324E7F6B}"/>
              </a:ext>
            </a:extLst>
          </p:cNvPr>
          <p:cNvSpPr/>
          <p:nvPr/>
        </p:nvSpPr>
        <p:spPr bwMode="auto">
          <a:xfrm>
            <a:off x="1156372" y="3505211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2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0DB517E2-3FF3-8840-6D9F-77014659A551}"/>
              </a:ext>
            </a:extLst>
          </p:cNvPr>
          <p:cNvSpPr/>
          <p:nvPr/>
        </p:nvSpPr>
        <p:spPr bwMode="auto">
          <a:xfrm>
            <a:off x="1156372" y="3939330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3</a:t>
            </a: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54B2883C-D5DC-1DA0-65CC-4E48A65B47CE}"/>
              </a:ext>
            </a:extLst>
          </p:cNvPr>
          <p:cNvSpPr/>
          <p:nvPr/>
        </p:nvSpPr>
        <p:spPr bwMode="auto">
          <a:xfrm>
            <a:off x="1156372" y="4361939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4</a:t>
            </a: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D52C99C7-4C32-B6EF-878F-07CA73D2095A}"/>
              </a:ext>
            </a:extLst>
          </p:cNvPr>
          <p:cNvSpPr/>
          <p:nvPr/>
        </p:nvSpPr>
        <p:spPr bwMode="auto">
          <a:xfrm>
            <a:off x="1156372" y="4796197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5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13B4672D-38E5-B39F-7308-E0D6C14DC3CA}"/>
              </a:ext>
            </a:extLst>
          </p:cNvPr>
          <p:cNvSpPr/>
          <p:nvPr/>
        </p:nvSpPr>
        <p:spPr bwMode="auto">
          <a:xfrm>
            <a:off x="1156372" y="5231072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6</a:t>
            </a: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1BA40804-1E19-7B40-E135-82006C0B7E9C}"/>
              </a:ext>
            </a:extLst>
          </p:cNvPr>
          <p:cNvSpPr/>
          <p:nvPr/>
        </p:nvSpPr>
        <p:spPr bwMode="auto">
          <a:xfrm>
            <a:off x="1156372" y="5661388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7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8389B05D-2C1A-073B-A57C-34C697FE5285}"/>
              </a:ext>
            </a:extLst>
          </p:cNvPr>
          <p:cNvSpPr/>
          <p:nvPr/>
        </p:nvSpPr>
        <p:spPr bwMode="auto">
          <a:xfrm>
            <a:off x="1156372" y="6092711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8</a:t>
            </a:r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3EF243B7-D2DC-7E4F-93F4-A5CCF1775072}"/>
              </a:ext>
            </a:extLst>
          </p:cNvPr>
          <p:cNvSpPr/>
          <p:nvPr/>
        </p:nvSpPr>
        <p:spPr bwMode="auto">
          <a:xfrm>
            <a:off x="1156372" y="6518876"/>
            <a:ext cx="323850" cy="325438"/>
          </a:xfrm>
          <a:prstGeom prst="ellipse">
            <a:avLst/>
          </a:prstGeom>
          <a:solidFill>
            <a:srgbClr val="FD4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MX" sz="1400" b="1" dirty="0">
                <a:solidFill>
                  <a:schemeClr val="bg1"/>
                </a:solidFill>
                <a:latin typeface="Montserrat" panose="00000500000000000000" pitchFamily="2" charset="0"/>
              </a:rPr>
              <a:t>9</a:t>
            </a:r>
          </a:p>
        </p:txBody>
      </p:sp>
      <p:grpSp>
        <p:nvGrpSpPr>
          <p:cNvPr id="67" name="Grupo 66">
            <a:extLst>
              <a:ext uri="{FF2B5EF4-FFF2-40B4-BE49-F238E27FC236}">
                <a16:creationId xmlns:a16="http://schemas.microsoft.com/office/drawing/2014/main" id="{195ACFBC-FB50-CAD2-4D06-A293653C0580}"/>
              </a:ext>
            </a:extLst>
          </p:cNvPr>
          <p:cNvGrpSpPr/>
          <p:nvPr/>
        </p:nvGrpSpPr>
        <p:grpSpPr>
          <a:xfrm>
            <a:off x="1084297" y="6963788"/>
            <a:ext cx="468000" cy="325438"/>
            <a:chOff x="1084297" y="6963788"/>
            <a:chExt cx="468000" cy="325438"/>
          </a:xfrm>
        </p:grpSpPr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26D7BE71-43DF-3554-6D77-22BA4989082D}"/>
                </a:ext>
              </a:extLst>
            </p:cNvPr>
            <p:cNvSpPr/>
            <p:nvPr/>
          </p:nvSpPr>
          <p:spPr bwMode="auto">
            <a:xfrm>
              <a:off x="1156372" y="6963788"/>
              <a:ext cx="323850" cy="325438"/>
            </a:xfrm>
            <a:prstGeom prst="ellipse">
              <a:avLst/>
            </a:prstGeom>
            <a:solidFill>
              <a:srgbClr val="FD4F5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 sz="1400" b="1" dirty="0">
                <a:latin typeface="Montserrat" panose="00000500000000000000" pitchFamily="2" charset="0"/>
              </a:endParaRPr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087CC9EC-6B69-AE79-51A4-F25ECFC69F49}"/>
                </a:ext>
              </a:extLst>
            </p:cNvPr>
            <p:cNvSpPr txBox="1"/>
            <p:nvPr/>
          </p:nvSpPr>
          <p:spPr>
            <a:xfrm>
              <a:off x="1084297" y="6972619"/>
              <a:ext cx="468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10</a:t>
              </a:r>
            </a:p>
          </p:txBody>
        </p:sp>
      </p:grpSp>
      <p:graphicFrame>
        <p:nvGraphicFramePr>
          <p:cNvPr id="63" name="Tabla_DET_MENS_UPAX">
            <a:extLst>
              <a:ext uri="{FF2B5EF4-FFF2-40B4-BE49-F238E27FC236}">
                <a16:creationId xmlns:a16="http://schemas.microsoft.com/office/drawing/2014/main" id="{3E7151A2-A11D-38BB-66A4-68209BEF6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834020"/>
              </p:ext>
            </p:extLst>
          </p:nvPr>
        </p:nvGraphicFramePr>
        <p:xfrm>
          <a:off x="1640898" y="2627029"/>
          <a:ext cx="11118417" cy="4713224"/>
        </p:xfrm>
        <a:graphic>
          <a:graphicData uri="http://schemas.openxmlformats.org/drawingml/2006/table">
            <a:tbl>
              <a:tblPr/>
              <a:tblGrid>
                <a:gridCol w="7092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r>
                        <a:rPr lang="es-MX" sz="1400" b="1" kern="1200" dirty="0">
                          <a:solidFill>
                            <a:srgbClr val="FD4F58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Menciones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Rubro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4855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31305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MX" sz="1400" b="0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8058" rtl="0" eaLnBrk="1" fontAlgn="b" latinLnBrk="0" hangingPunct="1">
                        <a:buNone/>
                      </a:pPr>
                      <a:endParaRPr lang="es-MX" sz="1400" b="1" i="0" u="none" strike="noStrike" kern="1200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MX" sz="1400" b="1" i="0" u="none" strike="noStrike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03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004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6A8F6D7-062C-C740-B506-550D5798212F}" vid="{0E6D6A99-6957-7549-A8BF-442E27D975B0}"/>
    </a:ext>
  </a:extLst>
</a:theme>
</file>

<file path=ppt/theme/theme2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4268</TotalTime>
  <Words>496</Words>
  <Application>Microsoft Office PowerPoint</Application>
  <PresentationFormat>Personalizado</PresentationFormat>
  <Paragraphs>215</Paragraphs>
  <Slides>11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8</vt:i4>
      </vt:variant>
      <vt:variant>
        <vt:lpstr>Tema</vt:lpstr>
      </vt:variant>
      <vt:variant>
        <vt:i4>4</vt:i4>
      </vt:variant>
      <vt:variant>
        <vt:lpstr>Servidores OLE incrustados</vt:lpstr>
      </vt:variant>
      <vt:variant>
        <vt:i4>0</vt:i4>
      </vt:variant>
      <vt:variant>
        <vt:lpstr>Títulos de diapositiva</vt:lpstr>
      </vt:variant>
      <vt:variant>
        <vt:i4>11</vt:i4>
      </vt:variant>
    </vt:vector>
  </HeadingPairs>
  <TitlesOfParts>
    <vt:vector size="23" baseType="lpstr">
      <vt:lpstr>Arial</vt:lpstr>
      <vt:lpstr>Calibri</vt:lpstr>
      <vt:lpstr>Calibri Light</vt:lpstr>
      <vt:lpstr>Kanit</vt:lpstr>
      <vt:lpstr>Montserrat</vt:lpstr>
      <vt:lpstr>Montserrat SemiBold</vt:lpstr>
      <vt:lpstr>Muller thin</vt:lpstr>
      <vt:lpstr>Webdings</vt:lpstr>
      <vt:lpstr>Office Theme</vt:lpstr>
      <vt:lpstr>1_Diseño personalizado</vt:lpstr>
      <vt:lpstr>2_Diseño personalizado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EKT_BAZ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nsanchezgo</dc:creator>
  <cp:lastModifiedBy>Jesus Noel De Jesus Guerrero</cp:lastModifiedBy>
  <cp:revision>320</cp:revision>
  <dcterms:created xsi:type="dcterms:W3CDTF">2022-08-08T19:17:56Z</dcterms:created>
  <dcterms:modified xsi:type="dcterms:W3CDTF">2026-10-05T21:59:42Z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e3a633-3d5f-462b-ba19-31157bb9a57b_Enabled">
    <vt:lpwstr>true</vt:lpwstr>
  </property>
  <property fmtid="{D5CDD505-2E9C-101B-9397-08002B2CF9AE}" pid="3" name="MSIP_Label_8ae3a633-3d5f-462b-ba19-31157bb9a57b_SetDate">
    <vt:lpwstr>2023-05-02T23:57:49Z</vt:lpwstr>
  </property>
  <property fmtid="{D5CDD505-2E9C-101B-9397-08002B2CF9AE}" pid="4" name="MSIP_Label_8ae3a633-3d5f-462b-ba19-31157bb9a57b_Method">
    <vt:lpwstr>Standard</vt:lpwstr>
  </property>
  <property fmtid="{D5CDD505-2E9C-101B-9397-08002B2CF9AE}" pid="5" name="MSIP_Label_8ae3a633-3d5f-462b-ba19-31157bb9a57b_Name">
    <vt:lpwstr>Uso interno</vt:lpwstr>
  </property>
  <property fmtid="{D5CDD505-2E9C-101B-9397-08002B2CF9AE}" pid="6" name="MSIP_Label_8ae3a633-3d5f-462b-ba19-31157bb9a57b_SiteId">
    <vt:lpwstr>5448d52d-fbb8-4285-8d6f-aa67453bc50c</vt:lpwstr>
  </property>
  <property fmtid="{D5CDD505-2E9C-101B-9397-08002B2CF9AE}" pid="7" name="MSIP_Label_8ae3a633-3d5f-462b-ba19-31157bb9a57b_ActionId">
    <vt:lpwstr>a7b805a7-66c3-4c85-a875-bbad85febbac</vt:lpwstr>
  </property>
  <property fmtid="{D5CDD505-2E9C-101B-9397-08002B2CF9AE}" pid="8" name="MSIP_Label_8ae3a633-3d5f-462b-ba19-31157bb9a57b_ContentBits">
    <vt:lpwstr>0</vt:lpwstr>
  </property>
</Properties>
</file>