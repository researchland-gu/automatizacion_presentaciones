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3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3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8" r:id="rId2"/>
    <p:sldMasterId id="2147483692" r:id="rId3"/>
    <p:sldMasterId id="2147483707" r:id="rId4"/>
  </p:sldMasterIdLst>
  <p:notesMasterIdLst>
    <p:notesMasterId r:id="rId16"/>
  </p:notesMasterIdLst>
  <p:sldIdLst>
    <p:sldId id="837" r:id="rId5"/>
    <p:sldId id="839" r:id="rId6"/>
    <p:sldId id="847" r:id="rId7"/>
    <p:sldId id="863" r:id="rId8"/>
    <p:sldId id="842" r:id="rId9"/>
    <p:sldId id="858" r:id="rId10"/>
    <p:sldId id="850" r:id="rId11"/>
    <p:sldId id="844" r:id="rId12"/>
    <p:sldId id="285" r:id="rId13"/>
    <p:sldId id="845" r:id="rId14"/>
    <p:sldId id="846" r:id="rId15"/>
  </p:sldIdLst>
  <p:sldSz cx="14400213" cy="8135938"/>
  <p:notesSz cx="6858000" cy="9144000"/>
  <p:defaultTextStyle>
    <a:defPPr>
      <a:defRPr lang="es-MX"/>
    </a:defPPr>
    <a:lvl1pPr marL="0" algn="l" defTabSz="1112614" rtl="0" eaLnBrk="1" latinLnBrk="0" hangingPunct="1">
      <a:defRPr sz="2215" kern="1200">
        <a:solidFill>
          <a:schemeClr val="tx1"/>
        </a:solidFill>
        <a:latin typeface="+mn-lt"/>
        <a:ea typeface="+mn-ea"/>
        <a:cs typeface="+mn-cs"/>
      </a:defRPr>
    </a:lvl1pPr>
    <a:lvl2pPr marL="556307" algn="l" defTabSz="1112614" rtl="0" eaLnBrk="1" latinLnBrk="0" hangingPunct="1">
      <a:defRPr sz="2215" kern="1200">
        <a:solidFill>
          <a:schemeClr val="tx1"/>
        </a:solidFill>
        <a:latin typeface="+mn-lt"/>
        <a:ea typeface="+mn-ea"/>
        <a:cs typeface="+mn-cs"/>
      </a:defRPr>
    </a:lvl2pPr>
    <a:lvl3pPr marL="1112614" algn="l" defTabSz="1112614" rtl="0" eaLnBrk="1" latinLnBrk="0" hangingPunct="1">
      <a:defRPr sz="2215" kern="1200">
        <a:solidFill>
          <a:schemeClr val="tx1"/>
        </a:solidFill>
        <a:latin typeface="+mn-lt"/>
        <a:ea typeface="+mn-ea"/>
        <a:cs typeface="+mn-cs"/>
      </a:defRPr>
    </a:lvl3pPr>
    <a:lvl4pPr marL="1668921" algn="l" defTabSz="1112614" rtl="0" eaLnBrk="1" latinLnBrk="0" hangingPunct="1">
      <a:defRPr sz="2215" kern="1200">
        <a:solidFill>
          <a:schemeClr val="tx1"/>
        </a:solidFill>
        <a:latin typeface="+mn-lt"/>
        <a:ea typeface="+mn-ea"/>
        <a:cs typeface="+mn-cs"/>
      </a:defRPr>
    </a:lvl4pPr>
    <a:lvl5pPr marL="2225228" algn="l" defTabSz="1112614" rtl="0" eaLnBrk="1" latinLnBrk="0" hangingPunct="1">
      <a:defRPr sz="2215" kern="1200">
        <a:solidFill>
          <a:schemeClr val="tx1"/>
        </a:solidFill>
        <a:latin typeface="+mn-lt"/>
        <a:ea typeface="+mn-ea"/>
        <a:cs typeface="+mn-cs"/>
      </a:defRPr>
    </a:lvl5pPr>
    <a:lvl6pPr marL="2781535" algn="l" defTabSz="1112614" rtl="0" eaLnBrk="1" latinLnBrk="0" hangingPunct="1">
      <a:defRPr sz="2215" kern="1200">
        <a:solidFill>
          <a:schemeClr val="tx1"/>
        </a:solidFill>
        <a:latin typeface="+mn-lt"/>
        <a:ea typeface="+mn-ea"/>
        <a:cs typeface="+mn-cs"/>
      </a:defRPr>
    </a:lvl6pPr>
    <a:lvl7pPr marL="3337842" algn="l" defTabSz="1112614" rtl="0" eaLnBrk="1" latinLnBrk="0" hangingPunct="1">
      <a:defRPr sz="2215" kern="1200">
        <a:solidFill>
          <a:schemeClr val="tx1"/>
        </a:solidFill>
        <a:latin typeface="+mn-lt"/>
        <a:ea typeface="+mn-ea"/>
        <a:cs typeface="+mn-cs"/>
      </a:defRPr>
    </a:lvl7pPr>
    <a:lvl8pPr marL="3894151" algn="l" defTabSz="1112614" rtl="0" eaLnBrk="1" latinLnBrk="0" hangingPunct="1">
      <a:defRPr sz="2215" kern="1200">
        <a:solidFill>
          <a:schemeClr val="tx1"/>
        </a:solidFill>
        <a:latin typeface="+mn-lt"/>
        <a:ea typeface="+mn-ea"/>
        <a:cs typeface="+mn-cs"/>
      </a:defRPr>
    </a:lvl8pPr>
    <a:lvl9pPr marL="4450458" algn="l" defTabSz="1112614" rtl="0" eaLnBrk="1" latinLnBrk="0" hangingPunct="1">
      <a:defRPr sz="221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563" userDrawn="1">
          <p15:clr>
            <a:srgbClr val="A4A3A4"/>
          </p15:clr>
        </p15:guide>
        <p15:guide id="2" pos="453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4F58"/>
    <a:srgbClr val="360086"/>
    <a:srgbClr val="3D0096"/>
    <a:srgbClr val="5800DA"/>
    <a:srgbClr val="E6E6E6"/>
    <a:srgbClr val="00642D"/>
    <a:srgbClr val="C89800"/>
    <a:srgbClr val="F0FA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024" autoAdjust="0"/>
    <p:restoredTop sz="94660"/>
  </p:normalViewPr>
  <p:slideViewPr>
    <p:cSldViewPr snapToGrid="0">
      <p:cViewPr varScale="1">
        <p:scale>
          <a:sx n="94" d="100"/>
          <a:sy n="94" d="100"/>
        </p:scale>
        <p:origin x="2514" y="66"/>
      </p:cViewPr>
      <p:guideLst>
        <p:guide orient="horz" pos="2563"/>
        <p:guide pos="453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46136217421609593"/>
          <c:y val="0"/>
          <c:w val="0.53863782578390407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F0000"/>
            </a:solidFill>
            <a:ln w="25130">
              <a:noFill/>
            </a:ln>
          </c:spPr>
          <c:invertIfNegative val="0"/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01-66F6-42EA-9CC5-C2DD6645DB07}"/>
              </c:ext>
            </c:extLst>
          </c:dPt>
          <c:dLbls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6F6-42EA-9CC5-C2DD6645DB07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66F6-42EA-9CC5-C2DD6645DB07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66F6-42EA-9CC5-C2DD6645DB07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Hoja1!$A$2:$A$11</c:f>
              <c:strCache>
                <c:ptCount val="10"/>
                <c:pt idx="0">
                  <c:v>Grupo Salinas</c:v>
                </c:pt>
                <c:pt idx="1">
                  <c:v>Grupo Elektra
Ricardo Benjamín Salinas Pliego</c:v>
                </c:pt>
                <c:pt idx="2">
                  <c:v>Despachos
Ricardo Benjamín Salinas Pliego</c:v>
                </c:pt>
                <c:pt idx="3">
                  <c:v>Grupo Totalplay
Eduardo Kuri Romo</c:v>
                </c:pt>
                <c:pt idx="4">
                  <c:v>Grupo Tv Azteca
Benjamín Francisco Salinas Sada</c:v>
                </c:pt>
                <c:pt idx="5">
                  <c:v>Soporte Estratégico
Ricardo Benjamín Salinas Pliego</c:v>
                </c:pt>
                <c:pt idx="6">
                  <c:v>Otros Negocios
Ricardo Benjamín Salinas Pliego</c:v>
                </c:pt>
                <c:pt idx="7">
                  <c:v>Negocios Familia
Ricardo Benjamín Salinas Pliego</c:v>
                </c:pt>
                <c:pt idx="8">
                  <c:v>Educación
Fernando Jorge Espinosa De Los Reyes Aguirre</c:v>
                </c:pt>
                <c:pt idx="9">
                  <c:v>Oficina De La Presidencia
Jorge Nikaido Bernal</c:v>
                </c:pt>
              </c:strCache>
            </c:strRef>
          </c:cat>
          <c:val>
            <c:numRef>
              <c:f>Hoja1!$B$2:$B$11</c:f>
              <c:numCache>
                <c:formatCode>0.0%</c:formatCode>
                <c:ptCount val="10"/>
                <c:pt idx="0">
                  <c:v>0.33329999999999999</c:v>
                </c:pt>
                <c:pt idx="1">
                  <c:v>0.33329999999999999</c:v>
                </c:pt>
                <c:pt idx="2">
                  <c:v>0.33329999999999999</c:v>
                </c:pt>
                <c:pt idx="3">
                  <c:v>0.33329999999999999</c:v>
                </c:pt>
                <c:pt idx="4">
                  <c:v>0.33329999999999999</c:v>
                </c:pt>
                <c:pt idx="5">
                  <c:v>0.33329999999999999</c:v>
                </c:pt>
                <c:pt idx="6">
                  <c:v>0.33329999999999999</c:v>
                </c:pt>
                <c:pt idx="7">
                  <c:v>0.33329999999999999</c:v>
                </c:pt>
                <c:pt idx="8">
                  <c:v>0.33329999999999999</c:v>
                </c:pt>
                <c:pt idx="9">
                  <c:v>0.33329999999999999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66F6-42EA-9CC5-C2DD6645DB07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rgbClr val="FFC000"/>
            </a:solidFill>
            <a:ln w="25130">
              <a:noFill/>
            </a:ln>
          </c:spPr>
          <c:invertIfNegative val="0"/>
          <c:dLbls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66F6-42EA-9CC5-C2DD6645DB07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Hoja1!$A$2:$A$11</c:f>
              <c:strCache>
                <c:ptCount val="10"/>
                <c:pt idx="0">
                  <c:v>Grupo Salinas</c:v>
                </c:pt>
                <c:pt idx="1">
                  <c:v>Grupo Elektra
Ricardo Benjamín Salinas Pliego</c:v>
                </c:pt>
                <c:pt idx="2">
                  <c:v>Despachos
Ricardo Benjamín Salinas Pliego</c:v>
                </c:pt>
                <c:pt idx="3">
                  <c:v>Grupo Totalplay
Eduardo Kuri Romo</c:v>
                </c:pt>
                <c:pt idx="4">
                  <c:v>Grupo Tv Azteca
Benjamín Francisco Salinas Sada</c:v>
                </c:pt>
                <c:pt idx="5">
                  <c:v>Soporte Estratégico
Ricardo Benjamín Salinas Pliego</c:v>
                </c:pt>
                <c:pt idx="6">
                  <c:v>Otros Negocios
Ricardo Benjamín Salinas Pliego</c:v>
                </c:pt>
                <c:pt idx="7">
                  <c:v>Negocios Familia
Ricardo Benjamín Salinas Pliego</c:v>
                </c:pt>
                <c:pt idx="8">
                  <c:v>Educación
Fernando Jorge Espinosa De Los Reyes Aguirre</c:v>
                </c:pt>
                <c:pt idx="9">
                  <c:v>Oficina De La Presidencia
Jorge Nikaido Bernal</c:v>
                </c:pt>
              </c:strCache>
            </c:strRef>
          </c:cat>
          <c:val>
            <c:numRef>
              <c:f>Hoja1!$C$2:$C$11</c:f>
              <c:numCache>
                <c:formatCode>0.0%</c:formatCode>
                <c:ptCount val="10"/>
                <c:pt idx="0">
                  <c:v>0.33329999999999999</c:v>
                </c:pt>
                <c:pt idx="1">
                  <c:v>0.33329999999999999</c:v>
                </c:pt>
                <c:pt idx="2">
                  <c:v>0.33329999999999999</c:v>
                </c:pt>
                <c:pt idx="3">
                  <c:v>0.33329999999999999</c:v>
                </c:pt>
                <c:pt idx="4">
                  <c:v>0.33329999999999999</c:v>
                </c:pt>
                <c:pt idx="5">
                  <c:v>0.33329999999999999</c:v>
                </c:pt>
                <c:pt idx="6">
                  <c:v>0.33329999999999999</c:v>
                </c:pt>
                <c:pt idx="7">
                  <c:v>0.33329999999999999</c:v>
                </c:pt>
                <c:pt idx="8">
                  <c:v>0.33329999999999999</c:v>
                </c:pt>
                <c:pt idx="9">
                  <c:v>0.33329999999999999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E-66F6-42EA-9CC5-C2DD6645DB07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rgbClr val="00B050"/>
            </a:solidFill>
            <a:ln w="25130">
              <a:noFill/>
            </a:ln>
          </c:spPr>
          <c:invertIfNegative val="0"/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C-6F8D-4463-B583-7A471FDBDA68}"/>
              </c:ext>
            </c:extLst>
          </c:dPt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0-66F6-42EA-9CC5-C2DD6645DB07}"/>
              </c:ext>
            </c:extLst>
          </c:dPt>
          <c:dPt>
            <c:idx val="1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2-66F6-42EA-9CC5-C2DD6645DB07}"/>
              </c:ext>
            </c:extLst>
          </c:dPt>
          <c:dPt>
            <c:idx val="1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4-66F6-42EA-9CC5-C2DD6645DB07}"/>
              </c:ext>
            </c:extLst>
          </c:dPt>
          <c:dPt>
            <c:idx val="1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6-66F6-42EA-9CC5-C2DD6645DB07}"/>
              </c:ext>
            </c:extLst>
          </c:dPt>
          <c:dPt>
            <c:idx val="15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 w="25130">
                <a:noFill/>
              </a:ln>
            </c:spPr>
            <c:extLst>
              <c:ext xmlns:c16="http://schemas.microsoft.com/office/drawing/2014/chart" uri="{C3380CC4-5D6E-409C-BE32-E72D297353CC}">
                <c16:uniqueId val="{00000028-66F6-42EA-9CC5-C2DD6645DB07}"/>
              </c:ext>
            </c:extLst>
          </c:dPt>
          <c:dLbls>
            <c:dLbl>
              <c:idx val="9"/>
              <c:layout>
                <c:manualLayout>
                  <c:x val="0.38156146939053326"/>
                  <c:y val="3.0187346460704241E-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6F8D-4463-B583-7A471FDBDA68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0-66F6-42EA-9CC5-C2DD6645DB07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2-66F6-42EA-9CC5-C2DD6645DB07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4-66F6-42EA-9CC5-C2DD6645DB07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6-66F6-42EA-9CC5-C2DD6645DB07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8-66F6-42EA-9CC5-C2DD6645DB07}"/>
                </c:ext>
              </c:extLst>
            </c:dLbl>
            <c:spPr>
              <a:noFill/>
              <a:ln w="25130">
                <a:noFill/>
              </a:ln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90" b="1" i="0" u="none" strike="noStrike" kern="1200" baseline="0">
                    <a:solidFill>
                      <a:schemeClr val="bg1"/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Hoja1!$A$2:$A$11</c:f>
              <c:strCache>
                <c:ptCount val="10"/>
                <c:pt idx="0">
                  <c:v>Grupo Salinas</c:v>
                </c:pt>
                <c:pt idx="1">
                  <c:v>Grupo Elektra
Ricardo Benjamín Salinas Pliego</c:v>
                </c:pt>
                <c:pt idx="2">
                  <c:v>Despachos
Ricardo Benjamín Salinas Pliego</c:v>
                </c:pt>
                <c:pt idx="3">
                  <c:v>Grupo Totalplay
Eduardo Kuri Romo</c:v>
                </c:pt>
                <c:pt idx="4">
                  <c:v>Grupo Tv Azteca
Benjamín Francisco Salinas Sada</c:v>
                </c:pt>
                <c:pt idx="5">
                  <c:v>Soporte Estratégico
Ricardo Benjamín Salinas Pliego</c:v>
                </c:pt>
                <c:pt idx="6">
                  <c:v>Otros Negocios
Ricardo Benjamín Salinas Pliego</c:v>
                </c:pt>
                <c:pt idx="7">
                  <c:v>Negocios Familia
Ricardo Benjamín Salinas Pliego</c:v>
                </c:pt>
                <c:pt idx="8">
                  <c:v>Educación
Fernando Jorge Espinosa De Los Reyes Aguirre</c:v>
                </c:pt>
                <c:pt idx="9">
                  <c:v>Oficina De La Presidencia
Jorge Nikaido Bernal</c:v>
                </c:pt>
              </c:strCache>
            </c:strRef>
          </c:cat>
          <c:val>
            <c:numRef>
              <c:f>Hoja1!$D$2:$D$11</c:f>
              <c:numCache>
                <c:formatCode>0.0%</c:formatCode>
                <c:ptCount val="10"/>
                <c:pt idx="0">
                  <c:v>0.33329999999999999</c:v>
                </c:pt>
                <c:pt idx="1">
                  <c:v>0.33329999999999999</c:v>
                </c:pt>
                <c:pt idx="2">
                  <c:v>0.33329999999999999</c:v>
                </c:pt>
                <c:pt idx="3">
                  <c:v>0.33329999999999999</c:v>
                </c:pt>
                <c:pt idx="4">
                  <c:v>0.33329999999999999</c:v>
                </c:pt>
                <c:pt idx="5">
                  <c:v>0.33329999999999999</c:v>
                </c:pt>
                <c:pt idx="6">
                  <c:v>0.33329999999999999</c:v>
                </c:pt>
                <c:pt idx="7">
                  <c:v>0.33329999999999999</c:v>
                </c:pt>
                <c:pt idx="8">
                  <c:v>0.33329999999999999</c:v>
                </c:pt>
                <c:pt idx="9">
                  <c:v>0.33329999999999999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9-66F6-42EA-9CC5-C2DD6645DB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822949119"/>
        <c:axId val="1"/>
      </c:barChart>
      <c:catAx>
        <c:axId val="822949119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tx1">
                <a:lumMod val="50000"/>
                <a:lumOff val="50000"/>
              </a:schemeClr>
            </a:solidFill>
          </a:ln>
        </c:spPr>
        <c:txPr>
          <a:bodyPr rot="-60000000" vert="horz"/>
          <a:lstStyle/>
          <a:p>
            <a:pPr algn="r">
              <a:defRPr sz="1100">
                <a:latin typeface="Montserrat" panose="000005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822949119"/>
        <c:crosses val="autoZero"/>
        <c:crossBetween val="between"/>
      </c:valAx>
      <c:spPr>
        <a:noFill/>
        <a:ln w="25355">
          <a:noFill/>
        </a:ln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FCF-4A4A-BAEC-EACA0FBFE329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FCF-4A4A-BAEC-EACA0FBFE329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FCF-4A4A-BAEC-EACA0FBFE329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0.58799999999999997</c:v>
                </c:pt>
                <c:pt idx="1">
                  <c:v>0.311</c:v>
                </c:pt>
                <c:pt idx="2">
                  <c:v>0.10100000000000001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FCF-4A4A-BAEC-EACA0FBFE3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65B-47E3-842E-DA16EFBF9E52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65B-47E3-842E-DA16EFBF9E52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B65B-47E3-842E-DA16EFBF9E52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0.58799999999999997</c:v>
                </c:pt>
                <c:pt idx="1">
                  <c:v>0.311</c:v>
                </c:pt>
                <c:pt idx="2">
                  <c:v>0.10100000000000001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65B-47E3-842E-DA16EFBF9E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41693034614456775"/>
          <c:y val="0"/>
          <c:w val="0.5830696538554323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 det </c:v>
                </c:pt>
              </c:strCache>
            </c:strRef>
          </c:tx>
          <c:spPr>
            <a:solidFill>
              <a:srgbClr val="FF0000"/>
            </a:solidFill>
          </c:spPr>
          <c:invertIfNegative val="0"/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10AD-44FB-90B4-DECCA02B5C02}"/>
              </c:ext>
            </c:extLst>
          </c:dPt>
          <c:dPt>
            <c:idx val="1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0AD-44FB-90B4-DECCA02B5C02}"/>
              </c:ext>
            </c:extLst>
          </c:dPt>
          <c:dLbls>
            <c:dLbl>
              <c:idx val="0"/>
              <c:spPr>
                <a:noFill/>
                <a:ln w="24691">
                  <a:noFill/>
                </a:ln>
              </c:spPr>
              <c:txPr>
                <a:bodyPr/>
                <a:lstStyle/>
                <a:p>
                  <a:pPr algn="r">
                    <a:defRPr sz="900" b="1">
                      <a:solidFill>
                        <a:schemeClr val="bg1"/>
                      </a:solidFill>
                    </a:defRPr>
                  </a:pPr>
                  <a:endParaRPr lang="es-MX"/>
                </a:p>
              </c:txPr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2-10AD-44FB-90B4-DECCA02B5C02}"/>
                </c:ext>
              </c:extLst>
            </c:dLbl>
            <c:dLbl>
              <c:idx val="1"/>
              <c:spPr>
                <a:noFill/>
                <a:ln w="24691">
                  <a:noFill/>
                </a:ln>
              </c:spPr>
              <c:txPr>
                <a:bodyPr/>
                <a:lstStyle/>
                <a:p>
                  <a:pPr algn="r">
                    <a:defRPr sz="900" b="1">
                      <a:solidFill>
                        <a:schemeClr val="bg1"/>
                      </a:solidFill>
                    </a:defRPr>
                  </a:pPr>
                  <a:endParaRPr lang="es-MX"/>
                </a:p>
              </c:txPr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10AD-44FB-90B4-DECCA02B5C02}"/>
                </c:ext>
              </c:extLst>
            </c:dLbl>
            <c:spPr>
              <a:noFill/>
              <a:ln w="24691">
                <a:noFill/>
              </a:ln>
            </c:spPr>
            <c:txPr>
              <a:bodyPr/>
              <a:lstStyle/>
              <a:p>
                <a:pPr>
                  <a:defRPr sz="900" b="1">
                    <a:solidFill>
                      <a:schemeClr val="bg1"/>
                    </a:solidFill>
                  </a:defRPr>
                </a:pPr>
                <a:endParaRPr lang="es-MX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Hoja1!$A$2:$A$17</c:f>
              <c:strCache>
                <c:ptCount val="16"/>
                <c:pt idx="0">
                  <c:v>Upax - Cecilia Laura Fallabrino</c:v>
                </c:pt>
                <c:pt idx="1">
                  <c:v>Neracode - Gerardo Pizarro Ducuing</c:v>
                </c:pt>
                <c:pt idx="2">
                  <c:v>Mexa Creativa - Jorge Eduardo Ibarra Martínez</c:v>
                </c:pt>
                <c:pt idx="3">
                  <c:v>Experiencia de Usuario - Miguel Angel Flores Reyes</c:v>
                </c:pt>
                <c:pt idx="4">
                  <c:v>Research Land - Pablo Federico Levy Covarrubias</c:v>
                </c:pt>
                <c:pt idx="5">
                  <c:v>Promoespacio - Sergio Jorge Larrañaga Mendiola</c:v>
                </c:pt>
                <c:pt idx="6">
                  <c:v>Despachos - Cecilia Laura Fallabrino</c:v>
                </c:pt>
                <c:pt idx="7">
                  <c:v>Marketing Experience - Jaime Ávalos Peña</c:v>
                </c:pt>
                <c:pt idx="8">
                  <c:v>House Of Films - Luis Fermín Acosta Alonso</c:v>
                </c:pt>
                <c:pt idx="9">
                  <c:v>Trade Marketing - Carlos Alberto Ongay Valle</c:v>
                </c:pt>
                <c:pt idx="10">
                  <c:v>Software Factory - Gerardo Pizarro Ducuing</c:v>
                </c:pt>
                <c:pt idx="11">
                  <c:v>Mas Salud - Cecilia Laura Fallabrino</c:v>
                </c:pt>
                <c:pt idx="12">
                  <c:v>Zeus - Sin Responsable</c:v>
                </c:pt>
                <c:pt idx="13">
                  <c:v>Marketing Upax Corporativo - Franco Vadir Cruzat Albiña</c:v>
                </c:pt>
                <c:pt idx="14">
                  <c:v>Sin Etiqueta</c:v>
                </c:pt>
                <c:pt idx="15">
                  <c:v>Staff Upax - José Manuel Muñoz De Cote Boelsterly</c:v>
                </c:pt>
              </c:strCache>
            </c:strRef>
          </c:cat>
          <c:val>
            <c:numRef>
              <c:f>Hoja1!$B$2:$B$17</c:f>
              <c:numCache>
                <c:formatCode>0.0%</c:formatCode>
                <c:ptCount val="16"/>
                <c:pt idx="0">
                  <c:v>0.33329999999999999</c:v>
                </c:pt>
                <c:pt idx="1">
                  <c:v>0.33329999999999999</c:v>
                </c:pt>
                <c:pt idx="2">
                  <c:v>0.33329999999999999</c:v>
                </c:pt>
                <c:pt idx="3">
                  <c:v>0.33329999999999999</c:v>
                </c:pt>
                <c:pt idx="4">
                  <c:v>0.33329999999999999</c:v>
                </c:pt>
                <c:pt idx="5">
                  <c:v>0.33329999999999999</c:v>
                </c:pt>
                <c:pt idx="6">
                  <c:v>0.33329999999999999</c:v>
                </c:pt>
                <c:pt idx="7">
                  <c:v>0.33329999999999999</c:v>
                </c:pt>
                <c:pt idx="8">
                  <c:v>0.33329999999999999</c:v>
                </c:pt>
                <c:pt idx="9">
                  <c:v>0.33329999999999999</c:v>
                </c:pt>
                <c:pt idx="10">
                  <c:v>0.33329999999999999</c:v>
                </c:pt>
                <c:pt idx="11">
                  <c:v>0.33329999999999999</c:v>
                </c:pt>
                <c:pt idx="12">
                  <c:v>0.33329999999999999</c:v>
                </c:pt>
                <c:pt idx="13">
                  <c:v>0.33329999999999999</c:v>
                </c:pt>
                <c:pt idx="14">
                  <c:v>0.33329999999999999</c:v>
                </c:pt>
                <c:pt idx="15">
                  <c:v>0.33329999999999999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0AD-44FB-90B4-DECCA02B5C02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 pas </c:v>
                </c:pt>
              </c:strCache>
            </c:strRef>
          </c:tx>
          <c:spPr>
            <a:solidFill>
              <a:srgbClr val="FFC000"/>
            </a:solidFill>
          </c:spPr>
          <c:invertIfNegative val="0"/>
          <c:dLbls>
            <c:dLbl>
              <c:idx val="4"/>
              <c:spPr>
                <a:noFill/>
                <a:ln w="24691">
                  <a:noFill/>
                </a:ln>
              </c:spPr>
              <c:txPr>
                <a:bodyPr/>
                <a:lstStyle/>
                <a:p>
                  <a:pPr algn="r">
                    <a:defRPr sz="900" b="1"/>
                  </a:pPr>
                  <a:endParaRPr lang="es-MX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6-10AD-44FB-90B4-DECCA02B5C02}"/>
                </c:ext>
              </c:extLst>
            </c:dLbl>
            <c:spPr>
              <a:noFill/>
              <a:ln w="24691">
                <a:noFill/>
              </a:ln>
            </c:spPr>
            <c:txPr>
              <a:bodyPr/>
              <a:lstStyle/>
              <a:p>
                <a:pPr>
                  <a:defRPr sz="900" b="1"/>
                </a:pPr>
                <a:endParaRPr lang="es-MX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Hoja1!$A$2:$A$17</c:f>
              <c:strCache>
                <c:ptCount val="16"/>
                <c:pt idx="0">
                  <c:v>Upax - Cecilia Laura Fallabrino</c:v>
                </c:pt>
                <c:pt idx="1">
                  <c:v>Neracode - Gerardo Pizarro Ducuing</c:v>
                </c:pt>
                <c:pt idx="2">
                  <c:v>Mexa Creativa - Jorge Eduardo Ibarra Martínez</c:v>
                </c:pt>
                <c:pt idx="3">
                  <c:v>Experiencia de Usuario - Miguel Angel Flores Reyes</c:v>
                </c:pt>
                <c:pt idx="4">
                  <c:v>Research Land - Pablo Federico Levy Covarrubias</c:v>
                </c:pt>
                <c:pt idx="5">
                  <c:v>Promoespacio - Sergio Jorge Larrañaga Mendiola</c:v>
                </c:pt>
                <c:pt idx="6">
                  <c:v>Despachos - Cecilia Laura Fallabrino</c:v>
                </c:pt>
                <c:pt idx="7">
                  <c:v>Marketing Experience - Jaime Ávalos Peña</c:v>
                </c:pt>
                <c:pt idx="8">
                  <c:v>House Of Films - Luis Fermín Acosta Alonso</c:v>
                </c:pt>
                <c:pt idx="9">
                  <c:v>Trade Marketing - Carlos Alberto Ongay Valle</c:v>
                </c:pt>
                <c:pt idx="10">
                  <c:v>Software Factory - Gerardo Pizarro Ducuing</c:v>
                </c:pt>
                <c:pt idx="11">
                  <c:v>Mas Salud - Cecilia Laura Fallabrino</c:v>
                </c:pt>
                <c:pt idx="12">
                  <c:v>Zeus - Sin Responsable</c:v>
                </c:pt>
                <c:pt idx="13">
                  <c:v>Marketing Upax Corporativo - Franco Vadir Cruzat Albiña</c:v>
                </c:pt>
                <c:pt idx="14">
                  <c:v>Sin Etiqueta</c:v>
                </c:pt>
                <c:pt idx="15">
                  <c:v>Staff Upax - José Manuel Muñoz De Cote Boelsterly</c:v>
                </c:pt>
              </c:strCache>
            </c:strRef>
          </c:cat>
          <c:val>
            <c:numRef>
              <c:f>Hoja1!$C$2:$C$17</c:f>
              <c:numCache>
                <c:formatCode>0.0%</c:formatCode>
                <c:ptCount val="16"/>
                <c:pt idx="0">
                  <c:v>0.33329999999999999</c:v>
                </c:pt>
                <c:pt idx="1">
                  <c:v>0.33329999999999999</c:v>
                </c:pt>
                <c:pt idx="2">
                  <c:v>0.33329999999999999</c:v>
                </c:pt>
                <c:pt idx="3">
                  <c:v>0.33329999999999999</c:v>
                </c:pt>
                <c:pt idx="4">
                  <c:v>0.33329999999999999</c:v>
                </c:pt>
                <c:pt idx="5">
                  <c:v>0.33329999999999999</c:v>
                </c:pt>
                <c:pt idx="6">
                  <c:v>0.33329999999999999</c:v>
                </c:pt>
                <c:pt idx="7">
                  <c:v>0.33329999999999999</c:v>
                </c:pt>
                <c:pt idx="8">
                  <c:v>0.33329999999999999</c:v>
                </c:pt>
                <c:pt idx="9">
                  <c:v>0.33329999999999999</c:v>
                </c:pt>
                <c:pt idx="10">
                  <c:v>0.33329999999999999</c:v>
                </c:pt>
                <c:pt idx="11">
                  <c:v>0.33329999999999999</c:v>
                </c:pt>
                <c:pt idx="12">
                  <c:v>0.33329999999999999</c:v>
                </c:pt>
                <c:pt idx="13">
                  <c:v>0.33329999999999999</c:v>
                </c:pt>
                <c:pt idx="14">
                  <c:v>0.33329999999999999</c:v>
                </c:pt>
                <c:pt idx="15">
                  <c:v>0.33329999999999999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10AD-44FB-90B4-DECCA02B5C02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 pro </c:v>
                </c:pt>
              </c:strCache>
            </c:strRef>
          </c:tx>
          <c:spPr>
            <a:solidFill>
              <a:srgbClr val="00B050"/>
            </a:solidFill>
          </c:spPr>
          <c:invertIfNegative val="0"/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8-10AD-44FB-90B4-DECCA02B5C02}"/>
              </c:ext>
            </c:extLst>
          </c:dPt>
          <c:dPt>
            <c:idx val="1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10AD-44FB-90B4-DECCA02B5C02}"/>
              </c:ext>
            </c:extLst>
          </c:dPt>
          <c:dPt>
            <c:idx val="1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A-10AD-44FB-90B4-DECCA02B5C02}"/>
              </c:ext>
            </c:extLst>
          </c:dPt>
          <c:dPt>
            <c:idx val="1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10AD-44FB-90B4-DECCA02B5C02}"/>
              </c:ext>
            </c:extLst>
          </c:dPt>
          <c:dPt>
            <c:idx val="1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D-10AD-44FB-90B4-DECCA02B5C02}"/>
              </c:ext>
            </c:extLst>
          </c:dPt>
          <c:dPt>
            <c:idx val="1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F-10AD-44FB-90B4-DECCA02B5C02}"/>
              </c:ext>
            </c:extLst>
          </c:dPt>
          <c:dPt>
            <c:idx val="1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1-10AD-44FB-90B4-DECCA02B5C02}"/>
              </c:ext>
            </c:extLst>
          </c:dPt>
          <c:dPt>
            <c:idx val="1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3-10AD-44FB-90B4-DECCA02B5C02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900" b="1">
                    <a:solidFill>
                      <a:schemeClr val="bg1"/>
                    </a:solidFill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Hoja1!$A$2:$A$17</c:f>
              <c:strCache>
                <c:ptCount val="16"/>
                <c:pt idx="0">
                  <c:v>Upax - Cecilia Laura Fallabrino</c:v>
                </c:pt>
                <c:pt idx="1">
                  <c:v>Neracode - Gerardo Pizarro Ducuing</c:v>
                </c:pt>
                <c:pt idx="2">
                  <c:v>Mexa Creativa - Jorge Eduardo Ibarra Martínez</c:v>
                </c:pt>
                <c:pt idx="3">
                  <c:v>Experiencia de Usuario - Miguel Angel Flores Reyes</c:v>
                </c:pt>
                <c:pt idx="4">
                  <c:v>Research Land - Pablo Federico Levy Covarrubias</c:v>
                </c:pt>
                <c:pt idx="5">
                  <c:v>Promoespacio - Sergio Jorge Larrañaga Mendiola</c:v>
                </c:pt>
                <c:pt idx="6">
                  <c:v>Despachos - Cecilia Laura Fallabrino</c:v>
                </c:pt>
                <c:pt idx="7">
                  <c:v>Marketing Experience - Jaime Ávalos Peña</c:v>
                </c:pt>
                <c:pt idx="8">
                  <c:v>House Of Films - Luis Fermín Acosta Alonso</c:v>
                </c:pt>
                <c:pt idx="9">
                  <c:v>Trade Marketing - Carlos Alberto Ongay Valle</c:v>
                </c:pt>
                <c:pt idx="10">
                  <c:v>Software Factory - Gerardo Pizarro Ducuing</c:v>
                </c:pt>
                <c:pt idx="11">
                  <c:v>Mas Salud - Cecilia Laura Fallabrino</c:v>
                </c:pt>
                <c:pt idx="12">
                  <c:v>Zeus - Sin Responsable</c:v>
                </c:pt>
                <c:pt idx="13">
                  <c:v>Marketing Upax Corporativo - Franco Vadir Cruzat Albiña</c:v>
                </c:pt>
                <c:pt idx="14">
                  <c:v>Sin Etiqueta</c:v>
                </c:pt>
                <c:pt idx="15">
                  <c:v>Staff Upax - José Manuel Muñoz De Cote Boelsterly</c:v>
                </c:pt>
              </c:strCache>
            </c:strRef>
          </c:cat>
          <c:val>
            <c:numRef>
              <c:f>Hoja1!$D$2:$D$17</c:f>
              <c:numCache>
                <c:formatCode>0.0%</c:formatCode>
                <c:ptCount val="16"/>
                <c:pt idx="0">
                  <c:v>0.33329999999999999</c:v>
                </c:pt>
                <c:pt idx="1">
                  <c:v>0.33329999999999999</c:v>
                </c:pt>
                <c:pt idx="2">
                  <c:v>0.33329999999999999</c:v>
                </c:pt>
                <c:pt idx="3">
                  <c:v>0.33329999999999999</c:v>
                </c:pt>
                <c:pt idx="4">
                  <c:v>0.33329999999999999</c:v>
                </c:pt>
                <c:pt idx="5">
                  <c:v>0.33329999999999999</c:v>
                </c:pt>
                <c:pt idx="6">
                  <c:v>0.33329999999999999</c:v>
                </c:pt>
                <c:pt idx="7">
                  <c:v>0.33329999999999999</c:v>
                </c:pt>
                <c:pt idx="8">
                  <c:v>0.33329999999999999</c:v>
                </c:pt>
                <c:pt idx="9">
                  <c:v>0.33329999999999999</c:v>
                </c:pt>
                <c:pt idx="10">
                  <c:v>0.33329999999999999</c:v>
                </c:pt>
                <c:pt idx="11">
                  <c:v>0.33329999999999999</c:v>
                </c:pt>
                <c:pt idx="12">
                  <c:v>0.33329999999999999</c:v>
                </c:pt>
                <c:pt idx="13">
                  <c:v>0.33329999999999999</c:v>
                </c:pt>
                <c:pt idx="14">
                  <c:v>0.33329999999999999</c:v>
                </c:pt>
                <c:pt idx="15">
                  <c:v>0.33329999999999999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10AD-44FB-90B4-DECCA02B5C02}"/>
            </c:ext>
          </c:extLst>
        </c:ser>
        <c:dLbls>
          <c:dLblPos val="inBase"/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1648548239"/>
        <c:axId val="1"/>
      </c:barChart>
      <c:catAx>
        <c:axId val="1648548239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1648548239"/>
        <c:crosses val="autoZero"/>
        <c:crossBetween val="between"/>
      </c:valAx>
      <c:spPr>
        <a:noFill/>
        <a:ln w="25360">
          <a:noFill/>
        </a:ln>
      </c:spPr>
    </c:plotArea>
    <c:plotVisOnly val="1"/>
    <c:dispBlanksAs val="gap"/>
    <c:showDLblsOverMax val="0"/>
  </c:chart>
  <c:spPr>
    <a:ln>
      <a:noFill/>
    </a:ln>
  </c:spPr>
  <c:txPr>
    <a:bodyPr/>
    <a:lstStyle/>
    <a:p>
      <a:pPr>
        <a:defRPr sz="1747">
          <a:latin typeface="Montserrat" panose="00000500000000000000" pitchFamily="2" charset="0"/>
        </a:defRPr>
      </a:pPr>
      <a:endParaRPr lang="es-MX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41693034614456775"/>
          <c:y val="0"/>
          <c:w val="0.5830696538554323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 det </c:v>
                </c:pt>
              </c:strCache>
            </c:strRef>
          </c:tx>
          <c:spPr>
            <a:solidFill>
              <a:srgbClr val="FF0000"/>
            </a:solidFill>
          </c:spPr>
          <c:invertIfNegative val="0"/>
          <c:dPt>
            <c:idx val="5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1-F106-43F1-A90E-D417DAC4D38E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00" b="1">
                    <a:solidFill>
                      <a:schemeClr val="bg1"/>
                    </a:solidFill>
                    <a:latin typeface="Montserrat" panose="00000500000000000000" pitchFamily="2" charset="0"/>
                  </a:defRPr>
                </a:pPr>
                <a:endParaRPr lang="es-MX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Hoja1!$A$2:$A$6</c:f>
              <c:strCache>
                <c:ptCount val="5"/>
                <c:pt idx="0">
                  <c:v>Despachos - Cecilia Laura Fallabrino</c:v>
                </c:pt>
                <c:pt idx="1">
                  <c:v>Control De Negocios Y Servicios - Ernesto Lagunes Gómez</c:v>
                </c:pt>
                <c:pt idx="2">
                  <c:v>Capital Humano - Gracia Ávila Herrera</c:v>
                </c:pt>
                <c:pt idx="3">
                  <c:v>Mercadotecnia - David Porchini Medina</c:v>
                </c:pt>
                <c:pt idx="4">
                  <c:v>Jurídico - Santiago Diaz Suarez</c:v>
                </c:pt>
              </c:strCache>
            </c:strRef>
          </c:cat>
          <c:val>
            <c:numRef>
              <c:f>Hoja1!$B$2:$B$6</c:f>
              <c:numCache>
                <c:formatCode>0.0%</c:formatCode>
                <c:ptCount val="5"/>
                <c:pt idx="0">
                  <c:v>0.33</c:v>
                </c:pt>
                <c:pt idx="1">
                  <c:v>0.33</c:v>
                </c:pt>
                <c:pt idx="2">
                  <c:v>0.33</c:v>
                </c:pt>
                <c:pt idx="3">
                  <c:v>0.33</c:v>
                </c:pt>
                <c:pt idx="4">
                  <c:v>0.33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B31-4268-8EE2-17B469D836AA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 pas </c:v>
                </c:pt>
              </c:strCache>
            </c:strRef>
          </c:tx>
          <c:spPr>
            <a:solidFill>
              <a:srgbClr val="FFC000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00" b="1">
                    <a:latin typeface="Montserrat" panose="00000500000000000000" pitchFamily="2" charset="0"/>
                  </a:defRPr>
                </a:pPr>
                <a:endParaRPr lang="es-MX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Hoja1!$A$2:$A$6</c:f>
              <c:strCache>
                <c:ptCount val="5"/>
                <c:pt idx="0">
                  <c:v>Despachos - Cecilia Laura Fallabrino</c:v>
                </c:pt>
                <c:pt idx="1">
                  <c:v>Control De Negocios Y Servicios - Ernesto Lagunes Gómez</c:v>
                </c:pt>
                <c:pt idx="2">
                  <c:v>Capital Humano - Gracia Ávila Herrera</c:v>
                </c:pt>
                <c:pt idx="3">
                  <c:v>Mercadotecnia - David Porchini Medina</c:v>
                </c:pt>
                <c:pt idx="4">
                  <c:v>Jurídico - Santiago Diaz Suarez</c:v>
                </c:pt>
              </c:strCache>
            </c:strRef>
          </c:cat>
          <c:val>
            <c:numRef>
              <c:f>Hoja1!$C$2:$C$6</c:f>
              <c:numCache>
                <c:formatCode>0.0%</c:formatCode>
                <c:ptCount val="5"/>
                <c:pt idx="0">
                  <c:v>0.33</c:v>
                </c:pt>
                <c:pt idx="1">
                  <c:v>0.33</c:v>
                </c:pt>
                <c:pt idx="2">
                  <c:v>0.33</c:v>
                </c:pt>
                <c:pt idx="3">
                  <c:v>0.33</c:v>
                </c:pt>
                <c:pt idx="4">
                  <c:v>0.33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5B31-4268-8EE2-17B469D836AA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 pro </c:v>
                </c:pt>
              </c:strCache>
            </c:strRef>
          </c:tx>
          <c:spPr>
            <a:solidFill>
              <a:srgbClr val="00B050"/>
            </a:solidFill>
          </c:spPr>
          <c:invertIfNegative val="0"/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C-8FE0-42D7-9965-A6AB4A5FD0B8}"/>
              </c:ext>
            </c:extLst>
          </c:dPt>
          <c:dPt>
            <c:idx val="5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0-F106-43F1-A90E-D417DAC4D38E}"/>
              </c:ext>
            </c:extLst>
          </c:dPt>
          <c:dPt>
            <c:idx val="9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2-5B31-4268-8EE2-17B469D836AA}"/>
              </c:ext>
            </c:extLst>
          </c:dPt>
          <c:dPt>
            <c:idx val="10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4-5B31-4268-8EE2-17B469D836AA}"/>
              </c:ext>
            </c:extLst>
          </c:dPt>
          <c:dPt>
            <c:idx val="1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6-5B31-4268-8EE2-17B469D836AA}"/>
              </c:ext>
            </c:extLst>
          </c:dPt>
          <c:dPt>
            <c:idx val="1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8-5B31-4268-8EE2-17B469D836AA}"/>
              </c:ext>
            </c:extLst>
          </c:dPt>
          <c:dPt>
            <c:idx val="1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A-5B31-4268-8EE2-17B469D836A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00" b="1">
                    <a:solidFill>
                      <a:schemeClr val="bg1"/>
                    </a:solidFill>
                    <a:latin typeface="Montserrat" panose="00000500000000000000" pitchFamily="2" charset="0"/>
                  </a:defRPr>
                </a:pPr>
                <a:endParaRPr lang="es-MX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Hoja1!$A$2:$A$6</c:f>
              <c:strCache>
                <c:ptCount val="5"/>
                <c:pt idx="0">
                  <c:v>Despachos - Cecilia Laura Fallabrino</c:v>
                </c:pt>
                <c:pt idx="1">
                  <c:v>Control De Negocios Y Servicios - Ernesto Lagunes Gómez</c:v>
                </c:pt>
                <c:pt idx="2">
                  <c:v>Capital Humano - Gracia Ávila Herrera</c:v>
                </c:pt>
                <c:pt idx="3">
                  <c:v>Mercadotecnia - David Porchini Medina</c:v>
                </c:pt>
                <c:pt idx="4">
                  <c:v>Jurídico - Santiago Diaz Suarez</c:v>
                </c:pt>
              </c:strCache>
            </c:strRef>
          </c:cat>
          <c:val>
            <c:numRef>
              <c:f>Hoja1!$D$2:$D$6</c:f>
              <c:numCache>
                <c:formatCode>0.0%</c:formatCode>
                <c:ptCount val="5"/>
                <c:pt idx="0">
                  <c:v>0.33</c:v>
                </c:pt>
                <c:pt idx="1">
                  <c:v>0.33</c:v>
                </c:pt>
                <c:pt idx="2">
                  <c:v>0.33</c:v>
                </c:pt>
                <c:pt idx="3">
                  <c:v>0.33</c:v>
                </c:pt>
                <c:pt idx="4">
                  <c:v>0.33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B-5B31-4268-8EE2-17B469D836A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4"/>
        <c:overlap val="100"/>
        <c:axId val="1648548239"/>
        <c:axId val="1"/>
      </c:barChart>
      <c:catAx>
        <c:axId val="1648548239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lang="es-ES" sz="110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defRPr>
            </a:pPr>
            <a:endParaRPr lang="es-MX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1648548239"/>
        <c:crosses val="autoZero"/>
        <c:crossBetween val="between"/>
      </c:valAx>
      <c:spPr>
        <a:noFill/>
        <a:ln w="25360">
          <a:noFill/>
        </a:ln>
      </c:spPr>
    </c:plotArea>
    <c:plotVisOnly val="1"/>
    <c:dispBlanksAs val="gap"/>
    <c:showDLblsOverMax val="0"/>
  </c:chart>
  <c:spPr>
    <a:ln>
      <a:noFill/>
    </a:ln>
  </c:spPr>
  <c:txPr>
    <a:bodyPr/>
    <a:lstStyle/>
    <a:p>
      <a:pPr>
        <a:defRPr sz="1747"/>
      </a:pPr>
      <a:endParaRPr lang="es-MX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9F27-4751-85B1-AD63206A9DA5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9F27-4751-85B1-AD63206A9DA5}"/>
              </c:ext>
            </c:extLst>
          </c:dPt>
          <c:dPt>
            <c:idx val="2"/>
            <c:bubble3D val="0"/>
            <c:spPr>
              <a:solidFill>
                <a:srgbClr val="FF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9F27-4751-85B1-AD63206A9DA5}"/>
              </c:ext>
            </c:extLst>
          </c:dPt>
          <c:cat>
            <c:strRef>
              <c:f>Hoja1!$A$2:$A$4</c:f>
              <c:strCache>
                <c:ptCount val="3"/>
                <c:pt idx="0">
                  <c:v>Promotores</c:v>
                </c:pt>
                <c:pt idx="1">
                  <c:v>Pasivos</c:v>
                </c:pt>
                <c:pt idx="2">
                  <c:v>Detractores</c:v>
                </c:pt>
              </c:strCache>
            </c:strRef>
          </c:cat>
          <c:val>
            <c:numRef>
              <c:f>Hoja1!$B$2:$B$4</c:f>
              <c:numCache>
                <c:formatCode>0.0%</c:formatCode>
                <c:ptCount val="3"/>
                <c:pt idx="0">
                  <c:v>0.58799999999999997</c:v>
                </c:pt>
                <c:pt idx="1">
                  <c:v>0.311</c:v>
                </c:pt>
                <c:pt idx="2">
                  <c:v>0.10100000000000001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F27-4751-85B1-AD63206A9DA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330"/>
        <c:holeSize val="7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MX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Hoja1!$A$2</c:f>
              <c:strCache>
                <c:ptCount val="1"/>
                <c:pt idx="0">
                  <c:v>Promotor</c:v>
                </c:pt>
              </c:strCache>
            </c:strRef>
          </c:tx>
          <c:spPr>
            <a:solidFill>
              <a:schemeClr val="bg1">
                <a:lumMod val="85000"/>
              </a:schemeClr>
            </a:solidFill>
          </c:spPr>
          <c:invertIfNegative val="0"/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B18F-4F94-A9E5-3F2690B03BFA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B18F-4F94-A9E5-3F2690B03BFA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2-B18F-4F94-A9E5-3F2690B03BFA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B18F-4F94-A9E5-3F2690B03BFA}"/>
              </c:ext>
            </c:extLst>
          </c:dPt>
          <c:dPt>
            <c:idx val="7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4-B18F-4F94-A9E5-3F2690B03BFA}"/>
              </c:ext>
            </c:extLst>
          </c:dPt>
          <c:dPt>
            <c:idx val="8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B18F-4F94-A9E5-3F2690B03BFA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6-B18F-4F94-A9E5-3F2690B03BFA}"/>
              </c:ext>
            </c:extLst>
          </c:dPt>
          <c:dPt>
            <c:idx val="1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8-B18F-4F94-A9E5-3F2690B03BFA}"/>
              </c:ext>
            </c:extLst>
          </c:dPt>
          <c:dPt>
            <c:idx val="1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B18F-4F94-A9E5-3F2690B03BFA}"/>
              </c:ext>
            </c:extLst>
          </c:dPt>
          <c:dPt>
            <c:idx val="1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A-B18F-4F94-A9E5-3F2690B03BFA}"/>
              </c:ext>
            </c:extLst>
          </c:dPt>
          <c:dPt>
            <c:idx val="1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B18F-4F94-A9E5-3F2690B03BFA}"/>
              </c:ext>
            </c:extLst>
          </c:dPt>
          <c:dPt>
            <c:idx val="1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C-7D0C-46D8-BCAA-5ED62882E58C}"/>
              </c:ext>
            </c:extLst>
          </c:dPt>
          <c:dPt>
            <c:idx val="1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D-7F44-453F-B7C8-8F4B3581E128}"/>
              </c:ext>
            </c:extLst>
          </c:dPt>
          <c:dPt>
            <c:idx val="1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E-DECF-4060-8A9F-62F151DB9748}"/>
              </c:ext>
            </c:extLst>
          </c:dPt>
          <c:dPt>
            <c:idx val="17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F-184B-46E5-9F14-7305392FDDE4}"/>
              </c:ext>
            </c:extLst>
          </c:dPt>
          <c:dPt>
            <c:idx val="18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0-1E30-48D7-92A8-DA648233CCD4}"/>
              </c:ext>
            </c:extLst>
          </c:dPt>
          <c:dPt>
            <c:idx val="1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1-659C-49BA-817E-5B64E1B6DC9C}"/>
              </c:ext>
            </c:extLst>
          </c:dPt>
          <c:dPt>
            <c:idx val="21"/>
            <c:invertIfNegative val="0"/>
            <c:bubble3D val="0"/>
            <c:spPr>
              <a:solidFill>
                <a:schemeClr val="bg1">
                  <a:lumMod val="5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2-B878-4153-9594-A84663B7F462}"/>
              </c:ext>
            </c:extLst>
          </c:dPt>
          <c:dLbls>
            <c:dLbl>
              <c:idx val="3"/>
              <c:layout>
                <c:manualLayout>
                  <c:x val="0"/>
                  <c:y val="2.0914886293831494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B18F-4F94-A9E5-3F2690B03BFA}"/>
                </c:ext>
              </c:extLst>
            </c:dLbl>
            <c:dLbl>
              <c:idx val="4"/>
              <c:layout>
                <c:manualLayout>
                  <c:x val="-5.4273504273505404E-3"/>
                  <c:y val="2.0914886293831494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B18F-4F94-A9E5-3F2690B03BFA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fld id="{471543F6-ABCD-457D-B484-35A1D34A1F82}" type="VALUE">
                      <a:rPr lang="en-US" b="1"/>
                      <a:pPr/>
                      <a:t>[VALOR]</a:t>
                    </a:fld>
                    <a:endParaRPr lang="es-MX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B-B18F-4F94-A9E5-3F2690B03BFA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fld id="{26B631C8-FBD3-4906-9C9C-027DCAC40FD2}" type="VALUE">
                      <a:rPr lang="en-US" b="1"/>
                      <a:pPr/>
                      <a:t>[VALOR]</a:t>
                    </a:fld>
                    <a:endParaRPr lang="es-MX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C-7D0C-46D8-BCAA-5ED62882E58C}"/>
                </c:ext>
              </c:extLst>
            </c:dLbl>
            <c:spPr>
              <a:noFill/>
              <a:ln w="25198">
                <a:noFill/>
              </a:ln>
            </c:spPr>
            <c:txPr>
              <a:bodyPr/>
              <a:lstStyle/>
              <a:p>
                <a:pPr>
                  <a:defRPr lang="es-ES" sz="900" b="1"/>
                </a:pPr>
                <a:endParaRPr lang="es-MX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Hoja1!$B$1:$W$1</c:f>
              <c:strCache>
                <c:ptCount val="22"/>
                <c:pt idx="0">
                  <c:v>3Q-2020</c:v>
                </c:pt>
                <c:pt idx="1">
                  <c:v>1Q-2021</c:v>
                </c:pt>
                <c:pt idx="2">
                  <c:v>2Q-2021</c:v>
                </c:pt>
                <c:pt idx="3">
                  <c:v>3Q-2021</c:v>
                </c:pt>
                <c:pt idx="4">
                  <c:v>4Q-2021</c:v>
                </c:pt>
                <c:pt idx="5">
                  <c:v>1Q-2022</c:v>
                </c:pt>
                <c:pt idx="6">
                  <c:v>2Q-20222</c:v>
                </c:pt>
                <c:pt idx="7">
                  <c:v>3Q-2022</c:v>
                </c:pt>
                <c:pt idx="8">
                  <c:v>3Q-20222</c:v>
                </c:pt>
                <c:pt idx="9">
                  <c:v>1Q-20223</c:v>
                </c:pt>
                <c:pt idx="10">
                  <c:v>2Q-2023</c:v>
                </c:pt>
                <c:pt idx="11">
                  <c:v>3Q-2023</c:v>
                </c:pt>
                <c:pt idx="12">
                  <c:v>4Q-2023</c:v>
                </c:pt>
                <c:pt idx="13">
                  <c:v>1Q-2024</c:v>
                </c:pt>
                <c:pt idx="14">
                  <c:v>2Q-2024</c:v>
                </c:pt>
                <c:pt idx="15">
                  <c:v>3Q-2024</c:v>
                </c:pt>
                <c:pt idx="16">
                  <c:v>4Q-2024</c:v>
                </c:pt>
                <c:pt idx="17">
                  <c:v>1Q-2025</c:v>
                </c:pt>
                <c:pt idx="18">
                  <c:v>2Q-2025</c:v>
                </c:pt>
                <c:pt idx="19">
                  <c:v>3Q-2025</c:v>
                </c:pt>
                <c:pt idx="20">
                  <c:v>4Q-2025</c:v>
                </c:pt>
                <c:pt idx="21">
                  <c:v>1Q-2026</c:v>
                </c:pt>
              </c:strCache>
            </c:strRef>
          </c:cat>
          <c:val>
            <c:numRef>
              <c:f>Hoja1!$B$2:$W$2</c:f>
              <c:numCache>
                <c:formatCode>0.0%</c:formatCode>
                <c:ptCount val="22"/>
                <c:pt idx="0">
                  <c:v>0.68799999999999994</c:v>
                </c:pt>
                <c:pt idx="1">
                  <c:v>0.68899999999999995</c:v>
                </c:pt>
                <c:pt idx="2">
                  <c:v>0.63400000000000001</c:v>
                </c:pt>
                <c:pt idx="3">
                  <c:v>0.59699999999999998</c:v>
                </c:pt>
                <c:pt idx="4">
                  <c:v>0.65100000000000002</c:v>
                </c:pt>
                <c:pt idx="5">
                  <c:v>0.56799999999999995</c:v>
                </c:pt>
                <c:pt idx="6">
                  <c:v>0.61099999999999999</c:v>
                </c:pt>
                <c:pt idx="7">
                  <c:v>0.65200000000000002</c:v>
                </c:pt>
                <c:pt idx="8">
                  <c:v>0.622</c:v>
                </c:pt>
                <c:pt idx="9">
                  <c:v>0.60899999999999999</c:v>
                </c:pt>
                <c:pt idx="10">
                  <c:v>0.64100000000000001</c:v>
                </c:pt>
                <c:pt idx="11">
                  <c:v>0.65700000000000003</c:v>
                </c:pt>
                <c:pt idx="12">
                  <c:v>0.67700000000000005</c:v>
                </c:pt>
                <c:pt idx="13">
                  <c:v>0.68100000000000005</c:v>
                </c:pt>
                <c:pt idx="14">
                  <c:v>0.63200000000000001</c:v>
                </c:pt>
                <c:pt idx="15">
                  <c:v>0.61599999999999999</c:v>
                </c:pt>
                <c:pt idx="16">
                  <c:v>0.60799999999999998</c:v>
                </c:pt>
                <c:pt idx="17">
                  <c:v>0.57199999999999995</c:v>
                </c:pt>
                <c:pt idx="18">
                  <c:v>0.57399999999999995</c:v>
                </c:pt>
                <c:pt idx="19">
                  <c:v>0.55100000000000005</c:v>
                </c:pt>
                <c:pt idx="20">
                  <c:v>0.61199999999999999</c:v>
                </c:pt>
                <c:pt idx="21">
                  <c:v>0.58799999999999997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B18F-4F94-A9E5-3F2690B03B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530868463"/>
        <c:axId val="1"/>
      </c:barChart>
      <c:catAx>
        <c:axId val="1530868463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  <c:max val="1"/>
          <c:min val="0"/>
        </c:scaling>
        <c:delete val="1"/>
        <c:axPos val="l"/>
        <c:numFmt formatCode="0.0%" sourceLinked="1"/>
        <c:majorTickMark val="out"/>
        <c:minorTickMark val="none"/>
        <c:tickLblPos val="nextTo"/>
        <c:crossAx val="1530868463"/>
        <c:crosses val="autoZero"/>
        <c:crossBetween val="between"/>
      </c:valAx>
      <c:spPr>
        <a:noFill/>
        <a:ln w="25366">
          <a:noFill/>
        </a:ln>
      </c:spPr>
    </c:plotArea>
    <c:plotVisOnly val="1"/>
    <c:dispBlanksAs val="gap"/>
    <c:showDLblsOverMax val="0"/>
  </c:chart>
  <c:spPr>
    <a:ln>
      <a:noFill/>
    </a:ln>
  </c:spPr>
  <c:txPr>
    <a:bodyPr/>
    <a:lstStyle/>
    <a:p>
      <a:pPr>
        <a:defRPr sz="1788"/>
      </a:pPr>
      <a:endParaRPr lang="es-MX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Hoja1!$A$2</c:f>
              <c:strCache>
                <c:ptCount val="1"/>
                <c:pt idx="0">
                  <c:v>Pasivo</c:v>
                </c:pt>
              </c:strCache>
            </c:strRef>
          </c:tx>
          <c:spPr>
            <a:solidFill>
              <a:schemeClr val="bg1">
                <a:lumMod val="85000"/>
              </a:schemeClr>
            </a:solidFill>
          </c:spPr>
          <c:invertIfNegative val="0"/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9765-4FA7-B5CD-B0C464510099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9765-4FA7-B5CD-B0C464510099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2-9765-4FA7-B5CD-B0C464510099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9765-4FA7-B5CD-B0C464510099}"/>
              </c:ext>
            </c:extLst>
          </c:dPt>
          <c:dPt>
            <c:idx val="7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4-9765-4FA7-B5CD-B0C464510099}"/>
              </c:ext>
            </c:extLst>
          </c:dPt>
          <c:dPt>
            <c:idx val="8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9765-4FA7-B5CD-B0C464510099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6-9765-4FA7-B5CD-B0C464510099}"/>
              </c:ext>
            </c:extLst>
          </c:dPt>
          <c:dPt>
            <c:idx val="1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8-9765-4FA7-B5CD-B0C464510099}"/>
              </c:ext>
            </c:extLst>
          </c:dPt>
          <c:dPt>
            <c:idx val="1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9765-4FA7-B5CD-B0C464510099}"/>
              </c:ext>
            </c:extLst>
          </c:dPt>
          <c:dPt>
            <c:idx val="1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A-9765-4FA7-B5CD-B0C464510099}"/>
              </c:ext>
            </c:extLst>
          </c:dPt>
          <c:dPt>
            <c:idx val="1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9765-4FA7-B5CD-B0C464510099}"/>
              </c:ext>
            </c:extLst>
          </c:dPt>
          <c:dPt>
            <c:idx val="1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C-5ED0-4E65-8D7D-1E8E27223A4B}"/>
              </c:ext>
            </c:extLst>
          </c:dPt>
          <c:dPt>
            <c:idx val="1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D-74D9-4DD2-AD87-F6D8C1F379BA}"/>
              </c:ext>
            </c:extLst>
          </c:dPt>
          <c:dPt>
            <c:idx val="1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E-B031-44AF-9BCE-EC652B3F7416}"/>
              </c:ext>
            </c:extLst>
          </c:dPt>
          <c:dPt>
            <c:idx val="17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F-421F-4DFB-8ACF-FEB30C053CF1}"/>
              </c:ext>
            </c:extLst>
          </c:dPt>
          <c:dPt>
            <c:idx val="18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0-40A3-4D66-93BE-73303B54E992}"/>
              </c:ext>
            </c:extLst>
          </c:dPt>
          <c:dPt>
            <c:idx val="1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1-C75D-44C4-BD21-638D571D8C1B}"/>
              </c:ext>
            </c:extLst>
          </c:dPt>
          <c:dPt>
            <c:idx val="21"/>
            <c:invertIfNegative val="0"/>
            <c:bubble3D val="0"/>
            <c:spPr>
              <a:solidFill>
                <a:schemeClr val="bg1">
                  <a:lumMod val="5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2-D3AA-4C8C-874D-13EA55BB394C}"/>
              </c:ext>
            </c:extLst>
          </c:dPt>
          <c:dLbls>
            <c:dLbl>
              <c:idx val="13"/>
              <c:tx>
                <c:rich>
                  <a:bodyPr/>
                  <a:lstStyle/>
                  <a:p>
                    <a:fld id="{40E367BF-67A1-473C-B8CE-BC40BBEF65F8}" type="VALUE">
                      <a:rPr lang="en-US" b="1"/>
                      <a:pPr/>
                      <a:t>[VALOR]</a:t>
                    </a:fld>
                    <a:endParaRPr lang="es-MX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B-9765-4FA7-B5CD-B0C464510099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fld id="{45327F6B-5A7A-4B6B-98B8-7F460D83D363}" type="VALUE">
                      <a:rPr lang="en-US" b="1"/>
                      <a:pPr/>
                      <a:t>[VALOR]</a:t>
                    </a:fld>
                    <a:endParaRPr lang="es-MX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C-5ED0-4E65-8D7D-1E8E27223A4B}"/>
                </c:ext>
              </c:extLst>
            </c:dLbl>
            <c:spPr>
              <a:noFill/>
              <a:ln w="24801">
                <a:noFill/>
              </a:ln>
            </c:spPr>
            <c:txPr>
              <a:bodyPr/>
              <a:lstStyle/>
              <a:p>
                <a:pPr>
                  <a:defRPr lang="es-ES" sz="900" b="1"/>
                </a:pPr>
                <a:endParaRPr lang="es-MX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Hoja1!$B$1:$W$1</c:f>
              <c:strCache>
                <c:ptCount val="22"/>
                <c:pt idx="0">
                  <c:v>3C - 2020</c:v>
                </c:pt>
                <c:pt idx="1">
                  <c:v>1Q-2021</c:v>
                </c:pt>
                <c:pt idx="2">
                  <c:v>2Q-2021</c:v>
                </c:pt>
                <c:pt idx="3">
                  <c:v>3Q-2021</c:v>
                </c:pt>
                <c:pt idx="4">
                  <c:v>4Q-2021</c:v>
                </c:pt>
                <c:pt idx="5">
                  <c:v>1Q-2022</c:v>
                </c:pt>
                <c:pt idx="6">
                  <c:v>2Q-20222</c:v>
                </c:pt>
                <c:pt idx="7">
                  <c:v>3Q-2022</c:v>
                </c:pt>
                <c:pt idx="8">
                  <c:v>4Q-2022</c:v>
                </c:pt>
                <c:pt idx="9">
                  <c:v>1Q-2023</c:v>
                </c:pt>
                <c:pt idx="10">
                  <c:v>2Q-2023</c:v>
                </c:pt>
                <c:pt idx="11">
                  <c:v>3Q-2023</c:v>
                </c:pt>
                <c:pt idx="12">
                  <c:v>4Q-2023</c:v>
                </c:pt>
                <c:pt idx="13">
                  <c:v>1Q-2024</c:v>
                </c:pt>
                <c:pt idx="14">
                  <c:v>2Q-2024</c:v>
                </c:pt>
                <c:pt idx="15">
                  <c:v>3Q-2024</c:v>
                </c:pt>
                <c:pt idx="16">
                  <c:v>4Q-2024</c:v>
                </c:pt>
                <c:pt idx="17">
                  <c:v>1Q-2025</c:v>
                </c:pt>
                <c:pt idx="18">
                  <c:v>2Q-2025</c:v>
                </c:pt>
                <c:pt idx="19">
                  <c:v>3Q-2025</c:v>
                </c:pt>
                <c:pt idx="20">
                  <c:v>4Q-2025</c:v>
                </c:pt>
                <c:pt idx="21">
                  <c:v>1Q-2026</c:v>
                </c:pt>
              </c:strCache>
            </c:strRef>
          </c:cat>
          <c:val>
            <c:numRef>
              <c:f>Hoja1!$B$2:$W$2</c:f>
              <c:numCache>
                <c:formatCode>0.0%</c:formatCode>
                <c:ptCount val="22"/>
                <c:pt idx="0">
                  <c:v>0.255</c:v>
                </c:pt>
                <c:pt idx="1">
                  <c:v>0.248</c:v>
                </c:pt>
                <c:pt idx="2">
                  <c:v>0.25</c:v>
                </c:pt>
                <c:pt idx="3">
                  <c:v>0.29599999999999999</c:v>
                </c:pt>
                <c:pt idx="4">
                  <c:v>0.20200000000000001</c:v>
                </c:pt>
                <c:pt idx="5">
                  <c:v>0.31</c:v>
                </c:pt>
                <c:pt idx="6">
                  <c:v>0.254</c:v>
                </c:pt>
                <c:pt idx="7">
                  <c:v>0.251</c:v>
                </c:pt>
                <c:pt idx="8">
                  <c:v>0.252</c:v>
                </c:pt>
                <c:pt idx="9">
                  <c:v>0.26200000000000001</c:v>
                </c:pt>
                <c:pt idx="10">
                  <c:v>0.26</c:v>
                </c:pt>
                <c:pt idx="11">
                  <c:v>0.251</c:v>
                </c:pt>
                <c:pt idx="12">
                  <c:v>0.245</c:v>
                </c:pt>
                <c:pt idx="13">
                  <c:v>0.23</c:v>
                </c:pt>
                <c:pt idx="14">
                  <c:v>0.24399999999999999</c:v>
                </c:pt>
                <c:pt idx="15">
                  <c:v>0.28399999999999997</c:v>
                </c:pt>
                <c:pt idx="16">
                  <c:v>0.29899999999999999</c:v>
                </c:pt>
                <c:pt idx="17">
                  <c:v>0.29499999999999998</c:v>
                </c:pt>
                <c:pt idx="18">
                  <c:v>0.308</c:v>
                </c:pt>
                <c:pt idx="19">
                  <c:v>0.30199999999999999</c:v>
                </c:pt>
                <c:pt idx="20">
                  <c:v>0.28999999999999998</c:v>
                </c:pt>
                <c:pt idx="21">
                  <c:v>0.311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9765-4FA7-B5CD-B0C4645100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828602655"/>
        <c:axId val="1"/>
      </c:barChart>
      <c:catAx>
        <c:axId val="18286026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  <c:max val="1"/>
          <c:min val="0"/>
        </c:scaling>
        <c:delete val="1"/>
        <c:axPos val="l"/>
        <c:numFmt formatCode="0.0%" sourceLinked="1"/>
        <c:majorTickMark val="out"/>
        <c:minorTickMark val="none"/>
        <c:tickLblPos val="nextTo"/>
        <c:crossAx val="1828602655"/>
        <c:crosses val="autoZero"/>
        <c:crossBetween val="between"/>
      </c:valAx>
      <c:spPr>
        <a:noFill/>
        <a:ln w="25279">
          <a:noFill/>
        </a:ln>
      </c:spPr>
    </c:plotArea>
    <c:plotVisOnly val="1"/>
    <c:dispBlanksAs val="gap"/>
    <c:showDLblsOverMax val="0"/>
  </c:chart>
  <c:spPr>
    <a:ln>
      <a:noFill/>
    </a:ln>
  </c:spPr>
  <c:txPr>
    <a:bodyPr/>
    <a:lstStyle/>
    <a:p>
      <a:pPr>
        <a:defRPr sz="1758"/>
      </a:pPr>
      <a:endParaRPr lang="es-MX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Hoja1!$A$2</c:f>
              <c:strCache>
                <c:ptCount val="1"/>
                <c:pt idx="0">
                  <c:v>Detractor</c:v>
                </c:pt>
              </c:strCache>
            </c:strRef>
          </c:tx>
          <c:spPr>
            <a:solidFill>
              <a:schemeClr val="bg1">
                <a:lumMod val="85000"/>
              </a:schemeClr>
            </a:solidFill>
          </c:spPr>
          <c:invertIfNegative val="0"/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13D4-49ED-8AD4-CFF708E87431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3D4-49ED-8AD4-CFF708E87431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2-13D4-49ED-8AD4-CFF708E87431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13D4-49ED-8AD4-CFF708E87431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4-13D4-49ED-8AD4-CFF708E87431}"/>
              </c:ext>
            </c:extLst>
          </c:dPt>
          <c:dPt>
            <c:idx val="7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13D4-49ED-8AD4-CFF708E87431}"/>
              </c:ext>
            </c:extLst>
          </c:dPt>
          <c:dPt>
            <c:idx val="8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6-13D4-49ED-8AD4-CFF708E87431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13D4-49ED-8AD4-CFF708E87431}"/>
              </c:ext>
            </c:extLst>
          </c:dPt>
          <c:dPt>
            <c:idx val="1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13D4-49ED-8AD4-CFF708E87431}"/>
              </c:ext>
            </c:extLst>
          </c:dPt>
          <c:dPt>
            <c:idx val="1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A-13D4-49ED-8AD4-CFF708E87431}"/>
              </c:ext>
            </c:extLst>
          </c:dPt>
          <c:dPt>
            <c:idx val="1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13D4-49ED-8AD4-CFF708E87431}"/>
              </c:ext>
            </c:extLst>
          </c:dPt>
          <c:dPt>
            <c:idx val="1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C-13D4-49ED-8AD4-CFF708E87431}"/>
              </c:ext>
            </c:extLst>
          </c:dPt>
          <c:dPt>
            <c:idx val="1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D-73FA-4BEA-8F9F-3ACF2659BA1D}"/>
              </c:ext>
            </c:extLst>
          </c:dPt>
          <c:dPt>
            <c:idx val="1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E-5B7E-4165-997A-1275E1DD2B11}"/>
              </c:ext>
            </c:extLst>
          </c:dPt>
          <c:dPt>
            <c:idx val="1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F-3510-42B4-B627-079984C59ED3}"/>
              </c:ext>
            </c:extLst>
          </c:dPt>
          <c:dPt>
            <c:idx val="17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0-8A86-44CD-9F77-95A04D2B294E}"/>
              </c:ext>
            </c:extLst>
          </c:dPt>
          <c:dPt>
            <c:idx val="18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1-03A2-4B8B-BEC0-E76577D14DE8}"/>
              </c:ext>
            </c:extLst>
          </c:dPt>
          <c:dPt>
            <c:idx val="1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2-F54A-4A15-8FAD-CB50BF0FAA22}"/>
              </c:ext>
            </c:extLst>
          </c:dPt>
          <c:dPt>
            <c:idx val="21"/>
            <c:invertIfNegative val="0"/>
            <c:bubble3D val="0"/>
            <c:spPr>
              <a:solidFill>
                <a:schemeClr val="bg1">
                  <a:lumMod val="5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13-34C2-48E1-883C-E676094F78BE}"/>
              </c:ext>
            </c:extLst>
          </c:dPt>
          <c:dLbls>
            <c:dLbl>
              <c:idx val="13"/>
              <c:tx>
                <c:rich>
                  <a:bodyPr/>
                  <a:lstStyle/>
                  <a:p>
                    <a:fld id="{6981AD19-829C-4EDD-8763-AA9B9C429B5E}" type="VALUE">
                      <a:rPr lang="en-US" b="1"/>
                      <a:pPr/>
                      <a:t>[VALOR]</a:t>
                    </a:fld>
                    <a:endParaRPr lang="es-MX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C-13D4-49ED-8AD4-CFF708E87431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fld id="{69F07254-84FB-40D3-B1B7-13CF26445F9B}" type="VALUE">
                      <a:rPr lang="en-US" b="1"/>
                      <a:pPr/>
                      <a:t>[VALOR]</a:t>
                    </a:fld>
                    <a:endParaRPr lang="es-MX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D-73FA-4BEA-8F9F-3ACF2659BA1D}"/>
                </c:ext>
              </c:extLst>
            </c:dLbl>
            <c:spPr>
              <a:noFill/>
              <a:ln w="24732">
                <a:noFill/>
              </a:ln>
            </c:spPr>
            <c:txPr>
              <a:bodyPr/>
              <a:lstStyle/>
              <a:p>
                <a:pPr>
                  <a:defRPr lang="es-ES" sz="900" b="1"/>
                </a:pPr>
                <a:endParaRPr lang="es-MX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Hoja1!$B$1:$W$1</c:f>
              <c:strCache>
                <c:ptCount val="22"/>
                <c:pt idx="0">
                  <c:v>3C-2020</c:v>
                </c:pt>
                <c:pt idx="1">
                  <c:v>1Q-2021</c:v>
                </c:pt>
                <c:pt idx="2">
                  <c:v>2Q-2021</c:v>
                </c:pt>
                <c:pt idx="3">
                  <c:v>3Q-2021</c:v>
                </c:pt>
                <c:pt idx="4">
                  <c:v>4Q-2021</c:v>
                </c:pt>
                <c:pt idx="5">
                  <c:v>1Q-2022</c:v>
                </c:pt>
                <c:pt idx="6">
                  <c:v>2Q-20222</c:v>
                </c:pt>
                <c:pt idx="7">
                  <c:v>3Q-2022</c:v>
                </c:pt>
                <c:pt idx="8">
                  <c:v>4Q-2022</c:v>
                </c:pt>
                <c:pt idx="9">
                  <c:v>1Q-2023</c:v>
                </c:pt>
                <c:pt idx="10">
                  <c:v>2Q-20232</c:v>
                </c:pt>
                <c:pt idx="11">
                  <c:v>3Q-20232</c:v>
                </c:pt>
                <c:pt idx="12">
                  <c:v>4Q-202322</c:v>
                </c:pt>
                <c:pt idx="13">
                  <c:v>1Q-2024</c:v>
                </c:pt>
                <c:pt idx="14">
                  <c:v>2Q-2024</c:v>
                </c:pt>
                <c:pt idx="15">
                  <c:v>3Q-2024</c:v>
                </c:pt>
                <c:pt idx="16">
                  <c:v>4Q-2024</c:v>
                </c:pt>
                <c:pt idx="17">
                  <c:v>1Q-2025</c:v>
                </c:pt>
                <c:pt idx="18">
                  <c:v>2Q-2025</c:v>
                </c:pt>
                <c:pt idx="19">
                  <c:v>3Q-2025</c:v>
                </c:pt>
                <c:pt idx="20">
                  <c:v>4Q-2025</c:v>
                </c:pt>
                <c:pt idx="21">
                  <c:v>1Q-2026</c:v>
                </c:pt>
              </c:strCache>
            </c:strRef>
          </c:cat>
          <c:val>
            <c:numRef>
              <c:f>Hoja1!$B$2:$W$2</c:f>
              <c:numCache>
                <c:formatCode>0.0%</c:formatCode>
                <c:ptCount val="22"/>
                <c:pt idx="0">
                  <c:v>5.7000000000000002E-2</c:v>
                </c:pt>
                <c:pt idx="1">
                  <c:v>6.3E-2</c:v>
                </c:pt>
                <c:pt idx="2">
                  <c:v>0.11600000000000001</c:v>
                </c:pt>
                <c:pt idx="3">
                  <c:v>0.107</c:v>
                </c:pt>
                <c:pt idx="4">
                  <c:v>0.14699999999999999</c:v>
                </c:pt>
                <c:pt idx="5">
                  <c:v>0.122</c:v>
                </c:pt>
                <c:pt idx="6">
                  <c:v>0.13600000000000001</c:v>
                </c:pt>
                <c:pt idx="7">
                  <c:v>9.7000000000000003E-2</c:v>
                </c:pt>
                <c:pt idx="8">
                  <c:v>0.126</c:v>
                </c:pt>
                <c:pt idx="9">
                  <c:v>0.129</c:v>
                </c:pt>
                <c:pt idx="10">
                  <c:v>9.9000000000000005E-2</c:v>
                </c:pt>
                <c:pt idx="11">
                  <c:v>9.0999999999999998E-2</c:v>
                </c:pt>
                <c:pt idx="12">
                  <c:v>7.6999999999999999E-2</c:v>
                </c:pt>
                <c:pt idx="13">
                  <c:v>8.7999999999999995E-2</c:v>
                </c:pt>
                <c:pt idx="14">
                  <c:v>0.124</c:v>
                </c:pt>
                <c:pt idx="15">
                  <c:v>0.1</c:v>
                </c:pt>
                <c:pt idx="16">
                  <c:v>9.2999999999999999E-2</c:v>
                </c:pt>
                <c:pt idx="17">
                  <c:v>0.13300000000000001</c:v>
                </c:pt>
                <c:pt idx="18">
                  <c:v>0.11700000000000001</c:v>
                </c:pt>
                <c:pt idx="19">
                  <c:v>0.14699999999999999</c:v>
                </c:pt>
                <c:pt idx="20">
                  <c:v>9.8000000000000004E-2</c:v>
                </c:pt>
                <c:pt idx="21">
                  <c:v>0.10100000000000001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3D4-49ED-8AD4-CFF708E8743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492649903"/>
        <c:axId val="1"/>
      </c:barChart>
      <c:catAx>
        <c:axId val="492649903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  <c:max val="1"/>
          <c:min val="0"/>
        </c:scaling>
        <c:delete val="1"/>
        <c:axPos val="l"/>
        <c:numFmt formatCode="0.0%" sourceLinked="1"/>
        <c:majorTickMark val="out"/>
        <c:minorTickMark val="none"/>
        <c:tickLblPos val="nextTo"/>
        <c:crossAx val="492649903"/>
        <c:crosses val="autoZero"/>
        <c:crossBetween val="between"/>
      </c:valAx>
      <c:spPr>
        <a:noFill/>
        <a:ln w="25283">
          <a:noFill/>
        </a:ln>
      </c:spPr>
    </c:plotArea>
    <c:plotVisOnly val="1"/>
    <c:dispBlanksAs val="gap"/>
    <c:showDLblsOverMax val="0"/>
  </c:chart>
  <c:spPr>
    <a:ln>
      <a:noFill/>
    </a:ln>
  </c:spPr>
  <c:txPr>
    <a:bodyPr/>
    <a:lstStyle/>
    <a:p>
      <a:pPr>
        <a:defRPr sz="1753"/>
      </a:pPr>
      <a:endParaRPr lang="es-MX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0.3264520833333333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IPN</c:v>
                </c:pt>
              </c:strCache>
            </c:strRef>
          </c:tx>
          <c:spPr>
            <a:noFill/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 SemiBold" panose="00000700000000000000" pitchFamily="2" charset="0"/>
                    <a:ea typeface="+mn-ea"/>
                    <a:cs typeface="+mn-cs"/>
                  </a:defRPr>
                </a:pPr>
                <a:endParaRPr lang="es-MX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Hoja1!$A$2:$A$23</c:f>
              <c:strCache>
                <c:ptCount val="22"/>
                <c:pt idx="0">
                  <c:v>3C
2020</c:v>
                </c:pt>
                <c:pt idx="1">
                  <c:v>1Q
2021</c:v>
                </c:pt>
                <c:pt idx="2">
                  <c:v>2Q
2021</c:v>
                </c:pt>
                <c:pt idx="3">
                  <c:v>3Q
2021</c:v>
                </c:pt>
                <c:pt idx="4">
                  <c:v>4Q
2021</c:v>
                </c:pt>
                <c:pt idx="5">
                  <c:v>1Q
2022</c:v>
                </c:pt>
                <c:pt idx="6">
                  <c:v>2Q
2022</c:v>
                </c:pt>
                <c:pt idx="7">
                  <c:v>3Q
2022</c:v>
                </c:pt>
                <c:pt idx="8">
                  <c:v>4Q
2022</c:v>
                </c:pt>
                <c:pt idx="9">
                  <c:v>1Q
2023</c:v>
                </c:pt>
                <c:pt idx="10">
                  <c:v>2Q
2023</c:v>
                </c:pt>
                <c:pt idx="11">
                  <c:v>3Q
2023</c:v>
                </c:pt>
                <c:pt idx="12">
                  <c:v>4Q
2023</c:v>
                </c:pt>
                <c:pt idx="13">
                  <c:v>1Q
2024</c:v>
                </c:pt>
                <c:pt idx="14">
                  <c:v>2Q
2024</c:v>
                </c:pt>
                <c:pt idx="15">
                  <c:v>3Q
2024</c:v>
                </c:pt>
                <c:pt idx="16">
                  <c:v>4Q
2024</c:v>
                </c:pt>
                <c:pt idx="17">
                  <c:v>1Q
2025</c:v>
                </c:pt>
                <c:pt idx="18">
                  <c:v>2Q
2025</c:v>
                </c:pt>
                <c:pt idx="19">
                  <c:v>3Q
2025</c:v>
                </c:pt>
                <c:pt idx="20">
                  <c:v>4Q
2025</c:v>
                </c:pt>
                <c:pt idx="21">
                  <c:v>1Q
2026</c:v>
                </c:pt>
              </c:strCache>
            </c:strRef>
          </c:cat>
          <c:val>
            <c:numRef>
              <c:f>Hoja1!$B$2:$B$23</c:f>
              <c:numCache>
                <c:formatCode>0.0%</c:formatCode>
                <c:ptCount val="22"/>
                <c:pt idx="0">
                  <c:v>0.63100000000000001</c:v>
                </c:pt>
                <c:pt idx="1">
                  <c:v>0.626</c:v>
                </c:pt>
                <c:pt idx="2">
                  <c:v>0.51900000000000002</c:v>
                </c:pt>
                <c:pt idx="3">
                  <c:v>0.49</c:v>
                </c:pt>
                <c:pt idx="4">
                  <c:v>0.504</c:v>
                </c:pt>
                <c:pt idx="5">
                  <c:v>0.44600000000000001</c:v>
                </c:pt>
                <c:pt idx="6">
                  <c:v>0.47499999999999998</c:v>
                </c:pt>
                <c:pt idx="7">
                  <c:v>0.55500000000000005</c:v>
                </c:pt>
                <c:pt idx="8">
                  <c:v>0.46899999999999997</c:v>
                </c:pt>
                <c:pt idx="9">
                  <c:v>0.48</c:v>
                </c:pt>
                <c:pt idx="10">
                  <c:v>0.54200000000000004</c:v>
                </c:pt>
                <c:pt idx="11">
                  <c:v>0.56599999999999995</c:v>
                </c:pt>
                <c:pt idx="12">
                  <c:v>0.6</c:v>
                </c:pt>
                <c:pt idx="13">
                  <c:v>0.59299999999999997</c:v>
                </c:pt>
                <c:pt idx="14">
                  <c:v>0.50700000000000001</c:v>
                </c:pt>
                <c:pt idx="15">
                  <c:v>0.51500000000000001</c:v>
                </c:pt>
                <c:pt idx="16">
                  <c:v>0.51500000000000001</c:v>
                </c:pt>
                <c:pt idx="17">
                  <c:v>0.439</c:v>
                </c:pt>
                <c:pt idx="18">
                  <c:v>0.45700000000000002</c:v>
                </c:pt>
                <c:pt idx="19">
                  <c:v>0.40300000000000002</c:v>
                </c:pt>
                <c:pt idx="20">
                  <c:v>0.51400000000000001</c:v>
                </c:pt>
                <c:pt idx="21">
                  <c:v>0.48699999999999999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F5B-43A5-8AEC-8361E8AEC7D6}"/>
            </c:ext>
          </c:extLst>
        </c:ser>
        <c:dLbls>
          <c:dLblPos val="inBase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964034143"/>
        <c:axId val="964014943"/>
      </c:barChart>
      <c:catAx>
        <c:axId val="9640341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high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 ExtraBold" panose="00000900000000000000" pitchFamily="2" charset="0"/>
                <a:ea typeface="+mn-ea"/>
                <a:cs typeface="+mn-cs"/>
              </a:defRPr>
            </a:pPr>
            <a:endParaRPr lang="es-MX"/>
          </a:p>
        </c:txPr>
        <c:crossAx val="964014943"/>
        <c:crosses val="autoZero"/>
        <c:auto val="1"/>
        <c:lblAlgn val="ctr"/>
        <c:lblOffset val="100"/>
        <c:noMultiLvlLbl val="0"/>
      </c:catAx>
      <c:valAx>
        <c:axId val="964014943"/>
        <c:scaling>
          <c:orientation val="minMax"/>
        </c:scaling>
        <c:delete val="1"/>
        <c:axPos val="l"/>
        <c:numFmt formatCode="0.0%" sourceLinked="1"/>
        <c:majorTickMark val="none"/>
        <c:minorTickMark val="none"/>
        <c:tickLblPos val="nextTo"/>
        <c:crossAx val="964034143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 ExtraBold" panose="00000900000000000000" pitchFamily="2" charset="0"/>
        </a:defRPr>
      </a:pPr>
      <a:endParaRPr lang="es-MX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 dirty="0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F42C5E-06A3-4F95-B26A-C7C5C507386D}" type="datetimeFigureOut">
              <a:rPr lang="es-MX" smtClean="0"/>
              <a:pPr/>
              <a:t>06/09/2026</a:t>
            </a:fld>
            <a:endParaRPr lang="es-MX" dirty="0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95288" y="685800"/>
            <a:ext cx="60674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 dirty="0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AA6188-9C7D-4ACB-9B5E-CC4E5CD048FF}" type="slidenum">
              <a:rPr lang="es-MX" smtClean="0"/>
              <a:pPr/>
              <a:t>‹Nº›</a:t>
            </a:fld>
            <a:endParaRPr lang="es-MX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065825" rtl="0" eaLnBrk="1" latinLnBrk="0" hangingPunct="1">
      <a:defRPr sz="1399" kern="1200">
        <a:solidFill>
          <a:schemeClr val="tx1"/>
        </a:solidFill>
        <a:latin typeface="+mn-lt"/>
        <a:ea typeface="+mn-ea"/>
        <a:cs typeface="+mn-cs"/>
      </a:defRPr>
    </a:lvl1pPr>
    <a:lvl2pPr marL="532912" algn="l" defTabSz="1065825" rtl="0" eaLnBrk="1" latinLnBrk="0" hangingPunct="1">
      <a:defRPr sz="1399" kern="1200">
        <a:solidFill>
          <a:schemeClr val="tx1"/>
        </a:solidFill>
        <a:latin typeface="+mn-lt"/>
        <a:ea typeface="+mn-ea"/>
        <a:cs typeface="+mn-cs"/>
      </a:defRPr>
    </a:lvl2pPr>
    <a:lvl3pPr marL="1065825" algn="l" defTabSz="1065825" rtl="0" eaLnBrk="1" latinLnBrk="0" hangingPunct="1">
      <a:defRPr sz="1399" kern="1200">
        <a:solidFill>
          <a:schemeClr val="tx1"/>
        </a:solidFill>
        <a:latin typeface="+mn-lt"/>
        <a:ea typeface="+mn-ea"/>
        <a:cs typeface="+mn-cs"/>
      </a:defRPr>
    </a:lvl3pPr>
    <a:lvl4pPr marL="1598737" algn="l" defTabSz="1065825" rtl="0" eaLnBrk="1" latinLnBrk="0" hangingPunct="1">
      <a:defRPr sz="1399" kern="1200">
        <a:solidFill>
          <a:schemeClr val="tx1"/>
        </a:solidFill>
        <a:latin typeface="+mn-lt"/>
        <a:ea typeface="+mn-ea"/>
        <a:cs typeface="+mn-cs"/>
      </a:defRPr>
    </a:lvl4pPr>
    <a:lvl5pPr marL="2131649" algn="l" defTabSz="1065825" rtl="0" eaLnBrk="1" latinLnBrk="0" hangingPunct="1">
      <a:defRPr sz="1399" kern="1200">
        <a:solidFill>
          <a:schemeClr val="tx1"/>
        </a:solidFill>
        <a:latin typeface="+mn-lt"/>
        <a:ea typeface="+mn-ea"/>
        <a:cs typeface="+mn-cs"/>
      </a:defRPr>
    </a:lvl5pPr>
    <a:lvl6pPr marL="2664562" algn="l" defTabSz="1065825" rtl="0" eaLnBrk="1" latinLnBrk="0" hangingPunct="1">
      <a:defRPr sz="1399" kern="1200">
        <a:solidFill>
          <a:schemeClr val="tx1"/>
        </a:solidFill>
        <a:latin typeface="+mn-lt"/>
        <a:ea typeface="+mn-ea"/>
        <a:cs typeface="+mn-cs"/>
      </a:defRPr>
    </a:lvl6pPr>
    <a:lvl7pPr marL="3197474" algn="l" defTabSz="1065825" rtl="0" eaLnBrk="1" latinLnBrk="0" hangingPunct="1">
      <a:defRPr sz="1399" kern="1200">
        <a:solidFill>
          <a:schemeClr val="tx1"/>
        </a:solidFill>
        <a:latin typeface="+mn-lt"/>
        <a:ea typeface="+mn-ea"/>
        <a:cs typeface="+mn-cs"/>
      </a:defRPr>
    </a:lvl7pPr>
    <a:lvl8pPr marL="3730386" algn="l" defTabSz="1065825" rtl="0" eaLnBrk="1" latinLnBrk="0" hangingPunct="1">
      <a:defRPr sz="1399" kern="1200">
        <a:solidFill>
          <a:schemeClr val="tx1"/>
        </a:solidFill>
        <a:latin typeface="+mn-lt"/>
        <a:ea typeface="+mn-ea"/>
        <a:cs typeface="+mn-cs"/>
      </a:defRPr>
    </a:lvl8pPr>
    <a:lvl9pPr marL="4263299" algn="l" defTabSz="1065825" rtl="0" eaLnBrk="1" latinLnBrk="0" hangingPunct="1">
      <a:defRPr sz="139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8050A-A434-1570-E777-662852D3D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E59731E-34BF-4431-38BE-4873A7CC29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95288" y="685800"/>
            <a:ext cx="6067425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66E7355-320E-103D-030D-796F778E72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C7389AC-417A-B6E0-4984-D8C35C0C5D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4011296-2D5F-4DDA-BDC4-271B5B9CAFCE}" type="slidenum">
              <a:rPr lang="es-ES_tradnl" altLang="es-MX" smtClean="0"/>
              <a:pPr>
                <a:defRPr/>
              </a:pPr>
              <a:t>4</a:t>
            </a:fld>
            <a:endParaRPr lang="es-ES_tradnl" altLang="es-MX"/>
          </a:p>
        </p:txBody>
      </p:sp>
    </p:spTree>
    <p:extLst>
      <p:ext uri="{BB962C8B-B14F-4D97-AF65-F5344CB8AC3E}">
        <p14:creationId xmlns:p14="http://schemas.microsoft.com/office/powerpoint/2010/main" val="36321764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7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AA4A3B2-8603-91AF-F5E6-8A515C0F682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-1977691" y="-1084791"/>
            <a:ext cx="14400213" cy="8135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819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6211231-253D-537A-3FE3-3F849AEB55A0}"/>
              </a:ext>
            </a:extLst>
          </p:cNvPr>
          <p:cNvPicPr preferRelativeResize="0"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4250210" cy="8135938"/>
          </a:xfrm>
          <a:prstGeom prst="rect">
            <a:avLst/>
          </a:prstGeom>
        </p:spPr>
      </p:pic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70FF1CEF-A93E-2B02-B651-88D8EA883A8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08833" y="0"/>
            <a:ext cx="8891381" cy="8135938"/>
          </a:xfrm>
          <a:custGeom>
            <a:avLst/>
            <a:gdLst>
              <a:gd name="connsiteX0" fmla="*/ 0 w 7527925"/>
              <a:gd name="connsiteY0" fmla="*/ 0 h 6858000"/>
              <a:gd name="connsiteX1" fmla="*/ 7527925 w 7527925"/>
              <a:gd name="connsiteY1" fmla="*/ 0 h 6858000"/>
              <a:gd name="connsiteX2" fmla="*/ 7527925 w 7527925"/>
              <a:gd name="connsiteY2" fmla="*/ 6858000 h 6858000"/>
              <a:gd name="connsiteX3" fmla="*/ 0 w 7527925"/>
              <a:gd name="connsiteY3" fmla="*/ 6858000 h 6858000"/>
              <a:gd name="connsiteX4" fmla="*/ 0 w 7527925"/>
              <a:gd name="connsiteY4" fmla="*/ 0 h 6858000"/>
              <a:gd name="connsiteX0" fmla="*/ 1993392 w 7527925"/>
              <a:gd name="connsiteY0" fmla="*/ 0 h 6858000"/>
              <a:gd name="connsiteX1" fmla="*/ 7527925 w 7527925"/>
              <a:gd name="connsiteY1" fmla="*/ 0 h 6858000"/>
              <a:gd name="connsiteX2" fmla="*/ 7527925 w 7527925"/>
              <a:gd name="connsiteY2" fmla="*/ 6858000 h 6858000"/>
              <a:gd name="connsiteX3" fmla="*/ 0 w 7527925"/>
              <a:gd name="connsiteY3" fmla="*/ 6858000 h 6858000"/>
              <a:gd name="connsiteX4" fmla="*/ 1993392 w 752792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27925" h="6858000">
                <a:moveTo>
                  <a:pt x="1993392" y="0"/>
                </a:moveTo>
                <a:lnTo>
                  <a:pt x="7527925" y="0"/>
                </a:lnTo>
                <a:lnTo>
                  <a:pt x="7527925" y="6858000"/>
                </a:lnTo>
                <a:lnTo>
                  <a:pt x="0" y="6858000"/>
                </a:lnTo>
                <a:lnTo>
                  <a:pt x="1993392" y="0"/>
                </a:ln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</p:spPr>
        <p:txBody>
          <a:bodyPr lIns="92802" tIns="46401" rIns="92802" bIns="46401"/>
          <a:lstStyle/>
          <a:p>
            <a:endParaRPr lang="x-none" dirty="0"/>
          </a:p>
        </p:txBody>
      </p:sp>
    </p:spTree>
    <p:extLst>
      <p:ext uri="{BB962C8B-B14F-4D97-AF65-F5344CB8AC3E}">
        <p14:creationId xmlns:p14="http://schemas.microsoft.com/office/powerpoint/2010/main" val="3923845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6211231-253D-537A-3FE3-3F849AEB55A0}"/>
              </a:ext>
            </a:extLst>
          </p:cNvPr>
          <p:cNvPicPr preferRelativeResize="0"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4250210" cy="8135938"/>
          </a:xfrm>
          <a:prstGeom prst="rect">
            <a:avLst/>
          </a:prstGeom>
        </p:spPr>
      </p:pic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70FF1CEF-A93E-2B02-B651-88D8EA883A8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73632" y="-10847"/>
            <a:ext cx="8826581" cy="8146786"/>
          </a:xfrm>
          <a:custGeom>
            <a:avLst/>
            <a:gdLst>
              <a:gd name="connsiteX0" fmla="*/ 0 w 7527925"/>
              <a:gd name="connsiteY0" fmla="*/ 0 h 6858000"/>
              <a:gd name="connsiteX1" fmla="*/ 7527925 w 7527925"/>
              <a:gd name="connsiteY1" fmla="*/ 0 h 6858000"/>
              <a:gd name="connsiteX2" fmla="*/ 7527925 w 7527925"/>
              <a:gd name="connsiteY2" fmla="*/ 6858000 h 6858000"/>
              <a:gd name="connsiteX3" fmla="*/ 0 w 7527925"/>
              <a:gd name="connsiteY3" fmla="*/ 6858000 h 6858000"/>
              <a:gd name="connsiteX4" fmla="*/ 0 w 7527925"/>
              <a:gd name="connsiteY4" fmla="*/ 0 h 6858000"/>
              <a:gd name="connsiteX0" fmla="*/ 1993392 w 7527925"/>
              <a:gd name="connsiteY0" fmla="*/ 0 h 6858000"/>
              <a:gd name="connsiteX1" fmla="*/ 7527925 w 7527925"/>
              <a:gd name="connsiteY1" fmla="*/ 0 h 6858000"/>
              <a:gd name="connsiteX2" fmla="*/ 7527925 w 7527925"/>
              <a:gd name="connsiteY2" fmla="*/ 6858000 h 6858000"/>
              <a:gd name="connsiteX3" fmla="*/ 0 w 7527925"/>
              <a:gd name="connsiteY3" fmla="*/ 6858000 h 6858000"/>
              <a:gd name="connsiteX4" fmla="*/ 1993392 w 7527925"/>
              <a:gd name="connsiteY4" fmla="*/ 0 h 6858000"/>
              <a:gd name="connsiteX0" fmla="*/ 54864 w 7527925"/>
              <a:gd name="connsiteY0" fmla="*/ 0 h 6867144"/>
              <a:gd name="connsiteX1" fmla="*/ 7527925 w 7527925"/>
              <a:gd name="connsiteY1" fmla="*/ 9144 h 6867144"/>
              <a:gd name="connsiteX2" fmla="*/ 7527925 w 7527925"/>
              <a:gd name="connsiteY2" fmla="*/ 6867144 h 6867144"/>
              <a:gd name="connsiteX3" fmla="*/ 0 w 7527925"/>
              <a:gd name="connsiteY3" fmla="*/ 6867144 h 6867144"/>
              <a:gd name="connsiteX4" fmla="*/ 54864 w 7527925"/>
              <a:gd name="connsiteY4" fmla="*/ 0 h 6867144"/>
              <a:gd name="connsiteX0" fmla="*/ 0 w 7473061"/>
              <a:gd name="connsiteY0" fmla="*/ 0 h 6867144"/>
              <a:gd name="connsiteX1" fmla="*/ 7473061 w 7473061"/>
              <a:gd name="connsiteY1" fmla="*/ 9144 h 6867144"/>
              <a:gd name="connsiteX2" fmla="*/ 7473061 w 7473061"/>
              <a:gd name="connsiteY2" fmla="*/ 6867144 h 6867144"/>
              <a:gd name="connsiteX3" fmla="*/ 2084832 w 7473061"/>
              <a:gd name="connsiteY3" fmla="*/ 6867144 h 6867144"/>
              <a:gd name="connsiteX4" fmla="*/ 0 w 7473061"/>
              <a:gd name="connsiteY4" fmla="*/ 0 h 6867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473061" h="6867144">
                <a:moveTo>
                  <a:pt x="0" y="0"/>
                </a:moveTo>
                <a:lnTo>
                  <a:pt x="7473061" y="9144"/>
                </a:lnTo>
                <a:lnTo>
                  <a:pt x="7473061" y="6867144"/>
                </a:lnTo>
                <a:lnTo>
                  <a:pt x="2084832" y="6867144"/>
                </a:lnTo>
                <a:lnTo>
                  <a:pt x="0" y="0"/>
                </a:ln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</p:spPr>
        <p:txBody>
          <a:bodyPr lIns="92802" tIns="46401" rIns="92802" bIns="46401"/>
          <a:lstStyle/>
          <a:p>
            <a:endParaRPr lang="x-none" dirty="0"/>
          </a:p>
        </p:txBody>
      </p:sp>
    </p:spTree>
    <p:extLst>
      <p:ext uri="{BB962C8B-B14F-4D97-AF65-F5344CB8AC3E}">
        <p14:creationId xmlns:p14="http://schemas.microsoft.com/office/powerpoint/2010/main" val="1118078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apositiva de títul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2 Marcador de posición de imagen" descr="ico-destinonegocio-asociacion-istock-getty-images-849x430-1.jpg">
            <a:extLst>
              <a:ext uri="{FF2B5EF4-FFF2-40B4-BE49-F238E27FC236}">
                <a16:creationId xmlns:a16="http://schemas.microsoft.com/office/drawing/2014/main" id="{F1CCE65C-336C-7414-53B4-94FE5EB10C0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7107" r="17107"/>
          <a:stretch>
            <a:fillRect/>
          </a:stretch>
        </p:blipFill>
        <p:spPr>
          <a:xfrm>
            <a:off x="5801001" y="511775"/>
            <a:ext cx="7560000" cy="7139677"/>
          </a:xfrm>
          <a:custGeom>
            <a:avLst/>
            <a:gdLst>
              <a:gd name="connsiteX0" fmla="*/ 0 w 7527925"/>
              <a:gd name="connsiteY0" fmla="*/ 0 h 6858000"/>
              <a:gd name="connsiteX1" fmla="*/ 7527925 w 7527925"/>
              <a:gd name="connsiteY1" fmla="*/ 0 h 6858000"/>
              <a:gd name="connsiteX2" fmla="*/ 7527925 w 7527925"/>
              <a:gd name="connsiteY2" fmla="*/ 6858000 h 6858000"/>
              <a:gd name="connsiteX3" fmla="*/ 0 w 7527925"/>
              <a:gd name="connsiteY3" fmla="*/ 6858000 h 6858000"/>
              <a:gd name="connsiteX4" fmla="*/ 0 w 7527925"/>
              <a:gd name="connsiteY4" fmla="*/ 0 h 6858000"/>
              <a:gd name="connsiteX0" fmla="*/ 1993392 w 7527925"/>
              <a:gd name="connsiteY0" fmla="*/ 0 h 6858000"/>
              <a:gd name="connsiteX1" fmla="*/ 7527925 w 7527925"/>
              <a:gd name="connsiteY1" fmla="*/ 0 h 6858000"/>
              <a:gd name="connsiteX2" fmla="*/ 7527925 w 7527925"/>
              <a:gd name="connsiteY2" fmla="*/ 6858000 h 6858000"/>
              <a:gd name="connsiteX3" fmla="*/ 0 w 7527925"/>
              <a:gd name="connsiteY3" fmla="*/ 6858000 h 6858000"/>
              <a:gd name="connsiteX4" fmla="*/ 1993392 w 7527925"/>
              <a:gd name="connsiteY4" fmla="*/ 0 h 6858000"/>
              <a:gd name="connsiteX0" fmla="*/ 54864 w 7527925"/>
              <a:gd name="connsiteY0" fmla="*/ 0 h 6867144"/>
              <a:gd name="connsiteX1" fmla="*/ 7527925 w 7527925"/>
              <a:gd name="connsiteY1" fmla="*/ 9144 h 6867144"/>
              <a:gd name="connsiteX2" fmla="*/ 7527925 w 7527925"/>
              <a:gd name="connsiteY2" fmla="*/ 6867144 h 6867144"/>
              <a:gd name="connsiteX3" fmla="*/ 0 w 7527925"/>
              <a:gd name="connsiteY3" fmla="*/ 6867144 h 6867144"/>
              <a:gd name="connsiteX4" fmla="*/ 54864 w 7527925"/>
              <a:gd name="connsiteY4" fmla="*/ 0 h 6867144"/>
              <a:gd name="connsiteX0" fmla="*/ 0 w 7473061"/>
              <a:gd name="connsiteY0" fmla="*/ 0 h 6867144"/>
              <a:gd name="connsiteX1" fmla="*/ 7473061 w 7473061"/>
              <a:gd name="connsiteY1" fmla="*/ 9144 h 6867144"/>
              <a:gd name="connsiteX2" fmla="*/ 7473061 w 7473061"/>
              <a:gd name="connsiteY2" fmla="*/ 6867144 h 6867144"/>
              <a:gd name="connsiteX3" fmla="*/ 2084832 w 7473061"/>
              <a:gd name="connsiteY3" fmla="*/ 6867144 h 6867144"/>
              <a:gd name="connsiteX4" fmla="*/ 0 w 7473061"/>
              <a:gd name="connsiteY4" fmla="*/ 0 h 6867144"/>
              <a:gd name="connsiteX0" fmla="*/ 0 w 8920861"/>
              <a:gd name="connsiteY0" fmla="*/ 16256 h 6858000"/>
              <a:gd name="connsiteX1" fmla="*/ 8920861 w 8920861"/>
              <a:gd name="connsiteY1" fmla="*/ 0 h 6858000"/>
              <a:gd name="connsiteX2" fmla="*/ 8920861 w 8920861"/>
              <a:gd name="connsiteY2" fmla="*/ 6858000 h 6858000"/>
              <a:gd name="connsiteX3" fmla="*/ 3532632 w 8920861"/>
              <a:gd name="connsiteY3" fmla="*/ 6858000 h 6858000"/>
              <a:gd name="connsiteX4" fmla="*/ 0 w 8920861"/>
              <a:gd name="connsiteY4" fmla="*/ 16256 h 6858000"/>
              <a:gd name="connsiteX0" fmla="*/ 0 w 8196961"/>
              <a:gd name="connsiteY0" fmla="*/ 371856 h 6858000"/>
              <a:gd name="connsiteX1" fmla="*/ 8196961 w 8196961"/>
              <a:gd name="connsiteY1" fmla="*/ 0 h 6858000"/>
              <a:gd name="connsiteX2" fmla="*/ 8196961 w 8196961"/>
              <a:gd name="connsiteY2" fmla="*/ 6858000 h 6858000"/>
              <a:gd name="connsiteX3" fmla="*/ 2808732 w 8196961"/>
              <a:gd name="connsiteY3" fmla="*/ 6858000 h 6858000"/>
              <a:gd name="connsiteX4" fmla="*/ 0 w 8196961"/>
              <a:gd name="connsiteY4" fmla="*/ 371856 h 6858000"/>
              <a:gd name="connsiteX0" fmla="*/ 0 w 8920861"/>
              <a:gd name="connsiteY0" fmla="*/ 0 h 6867144"/>
              <a:gd name="connsiteX1" fmla="*/ 8920861 w 8920861"/>
              <a:gd name="connsiteY1" fmla="*/ 9144 h 6867144"/>
              <a:gd name="connsiteX2" fmla="*/ 8920861 w 8920861"/>
              <a:gd name="connsiteY2" fmla="*/ 6867144 h 6867144"/>
              <a:gd name="connsiteX3" fmla="*/ 3532632 w 8920861"/>
              <a:gd name="connsiteY3" fmla="*/ 6867144 h 6867144"/>
              <a:gd name="connsiteX4" fmla="*/ 0 w 8920861"/>
              <a:gd name="connsiteY4" fmla="*/ 0 h 6867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20861" h="6867144">
                <a:moveTo>
                  <a:pt x="0" y="0"/>
                </a:moveTo>
                <a:lnTo>
                  <a:pt x="8920861" y="9144"/>
                </a:lnTo>
                <a:lnTo>
                  <a:pt x="8920861" y="6867144"/>
                </a:lnTo>
                <a:lnTo>
                  <a:pt x="3532632" y="6867144"/>
                </a:lnTo>
                <a:lnTo>
                  <a:pt x="0" y="0"/>
                </a:ln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</p:spPr>
      </p:pic>
    </p:spTree>
    <p:extLst>
      <p:ext uri="{BB962C8B-B14F-4D97-AF65-F5344CB8AC3E}">
        <p14:creationId xmlns:p14="http://schemas.microsoft.com/office/powerpoint/2010/main" val="21791175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7" y="2528675"/>
            <a:ext cx="12240181" cy="1742699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3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119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239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359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479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599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7195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839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959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088F6CB-EB12-1D39-C386-ADCCC1ACCF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172B2E8D-C67F-4F72-B452-01570758631A}" type="datetimeFigureOut">
              <a:rPr lang="es-ES"/>
              <a:pPr>
                <a:defRPr/>
              </a:pPr>
              <a:t>06/09/2026</a:t>
            </a:fld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639B2C6-20B4-BADC-4A22-799251BA4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B594C5E-4A77-63BA-893F-8A34EC037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AC38227-3424-494A-85D4-66AFEC0D2CBD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1178477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4BAC639-8713-2315-638E-CD98BE01B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D2B6C2FC-0BD9-4CA5-8DDD-A04016BFD163}" type="datetimeFigureOut">
              <a:rPr lang="es-ES"/>
              <a:pPr>
                <a:defRPr/>
              </a:pPr>
              <a:t>06/09/2026</a:t>
            </a:fld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300BD57-266C-0EE4-8BE7-BEAA96500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D6E1123-3021-C677-F368-7AB1CE460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33B298E-DF9B-4454-A5E8-E53CEBB5539D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7042712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9" y="5228095"/>
            <a:ext cx="12240181" cy="1617143"/>
          </a:xfrm>
        </p:spPr>
        <p:txBody>
          <a:bodyPr anchor="t"/>
          <a:lstStyle>
            <a:lvl1pPr algn="l">
              <a:defRPr sz="5354" b="1" cap="all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9" y="3447734"/>
            <a:ext cx="12240181" cy="1780363"/>
          </a:xfrm>
        </p:spPr>
        <p:txBody>
          <a:bodyPr anchor="b"/>
          <a:lstStyle>
            <a:lvl1pPr marL="0" indent="0">
              <a:buNone/>
              <a:defRPr sz="2678">
                <a:solidFill>
                  <a:schemeClr val="tx1">
                    <a:tint val="75000"/>
                  </a:schemeClr>
                </a:solidFill>
              </a:defRPr>
            </a:lvl1pPr>
            <a:lvl2pPr marL="611993" indent="0">
              <a:buNone/>
              <a:defRPr sz="2410">
                <a:solidFill>
                  <a:schemeClr val="tx1">
                    <a:tint val="75000"/>
                  </a:schemeClr>
                </a:solidFill>
              </a:defRPr>
            </a:lvl2pPr>
            <a:lvl3pPr marL="1223986" indent="0">
              <a:buNone/>
              <a:defRPr sz="2142">
                <a:solidFill>
                  <a:schemeClr val="tx1">
                    <a:tint val="75000"/>
                  </a:schemeClr>
                </a:solidFill>
              </a:defRPr>
            </a:lvl3pPr>
            <a:lvl4pPr marL="1835979" indent="0">
              <a:buNone/>
              <a:defRPr sz="1874">
                <a:solidFill>
                  <a:schemeClr val="tx1">
                    <a:tint val="75000"/>
                  </a:schemeClr>
                </a:solidFill>
              </a:defRPr>
            </a:lvl4pPr>
            <a:lvl5pPr marL="2447971" indent="0">
              <a:buNone/>
              <a:defRPr sz="1874">
                <a:solidFill>
                  <a:schemeClr val="tx1">
                    <a:tint val="75000"/>
                  </a:schemeClr>
                </a:solidFill>
              </a:defRPr>
            </a:lvl5pPr>
            <a:lvl6pPr marL="3059963" indent="0">
              <a:buNone/>
              <a:defRPr sz="1874">
                <a:solidFill>
                  <a:schemeClr val="tx1">
                    <a:tint val="75000"/>
                  </a:schemeClr>
                </a:solidFill>
              </a:defRPr>
            </a:lvl6pPr>
            <a:lvl7pPr marL="3671956" indent="0">
              <a:buNone/>
              <a:defRPr sz="1874">
                <a:solidFill>
                  <a:schemeClr val="tx1">
                    <a:tint val="75000"/>
                  </a:schemeClr>
                </a:solidFill>
              </a:defRPr>
            </a:lvl7pPr>
            <a:lvl8pPr marL="4283948" indent="0">
              <a:buNone/>
              <a:defRPr sz="1874">
                <a:solidFill>
                  <a:schemeClr val="tx1">
                    <a:tint val="75000"/>
                  </a:schemeClr>
                </a:solidFill>
              </a:defRPr>
            </a:lvl8pPr>
            <a:lvl9pPr marL="4895941" indent="0">
              <a:buNone/>
              <a:defRPr sz="187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A4DC4D4-512D-24D4-98DC-1E372564A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3F5D7CC3-5E6A-466C-856F-698278740569}" type="datetimeFigureOut">
              <a:rPr lang="es-ES"/>
              <a:pPr>
                <a:defRPr/>
              </a:pPr>
              <a:t>06/09/2026</a:t>
            </a:fld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800D2F4-58F4-F7CF-0652-C57917529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94529BD-D3E7-BD5C-497E-2D8663C82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219268A-E748-474F-B80C-135EF63B4F7D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3327201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1898391"/>
            <a:ext cx="6360094" cy="5368714"/>
          </a:xfrm>
        </p:spPr>
        <p:txBody>
          <a:bodyPr/>
          <a:lstStyle>
            <a:lvl1pPr>
              <a:defRPr sz="3748"/>
            </a:lvl1pPr>
            <a:lvl2pPr>
              <a:defRPr sz="3213"/>
            </a:lvl2pPr>
            <a:lvl3pPr>
              <a:defRPr sz="2678"/>
            </a:lvl3pPr>
            <a:lvl4pPr>
              <a:defRPr sz="2410"/>
            </a:lvl4pPr>
            <a:lvl5pPr>
              <a:defRPr sz="2410"/>
            </a:lvl5pPr>
            <a:lvl6pPr>
              <a:defRPr sz="2410"/>
            </a:lvl6pPr>
            <a:lvl7pPr>
              <a:defRPr sz="2410"/>
            </a:lvl7pPr>
            <a:lvl8pPr>
              <a:defRPr sz="2410"/>
            </a:lvl8pPr>
            <a:lvl9pPr>
              <a:defRPr sz="241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1898391"/>
            <a:ext cx="6360094" cy="5368714"/>
          </a:xfrm>
        </p:spPr>
        <p:txBody>
          <a:bodyPr/>
          <a:lstStyle>
            <a:lvl1pPr>
              <a:defRPr sz="3748"/>
            </a:lvl1pPr>
            <a:lvl2pPr>
              <a:defRPr sz="3213"/>
            </a:lvl2pPr>
            <a:lvl3pPr>
              <a:defRPr sz="2678"/>
            </a:lvl3pPr>
            <a:lvl4pPr>
              <a:defRPr sz="2410"/>
            </a:lvl4pPr>
            <a:lvl5pPr>
              <a:defRPr sz="2410"/>
            </a:lvl5pPr>
            <a:lvl6pPr>
              <a:defRPr sz="2410"/>
            </a:lvl6pPr>
            <a:lvl7pPr>
              <a:defRPr sz="2410"/>
            </a:lvl7pPr>
            <a:lvl8pPr>
              <a:defRPr sz="2410"/>
            </a:lvl8pPr>
            <a:lvl9pPr>
              <a:defRPr sz="241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5631604-8B21-7E64-D890-60C8F0F2A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AF7F7B70-6A16-4639-BCE2-FA8D6CA9A7A1}" type="datetimeFigureOut">
              <a:rPr lang="es-ES"/>
              <a:pPr>
                <a:defRPr/>
              </a:pPr>
              <a:t>06/09/2026</a:t>
            </a:fld>
            <a:endParaRPr lang="es-ES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BBCBF10-701F-DC05-BB8C-687228BD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22DACD5-A2A9-35B8-B351-3CB52A88E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49742CC-B160-4A81-A688-4992F1190A26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30341617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2" y="1820543"/>
            <a:ext cx="6362594" cy="760860"/>
          </a:xfrm>
        </p:spPr>
        <p:txBody>
          <a:bodyPr anchor="b"/>
          <a:lstStyle>
            <a:lvl1pPr marL="0" indent="0">
              <a:buNone/>
              <a:defRPr sz="3213" b="1"/>
            </a:lvl1pPr>
            <a:lvl2pPr marL="611993" indent="0">
              <a:buNone/>
              <a:defRPr sz="2678" b="1"/>
            </a:lvl2pPr>
            <a:lvl3pPr marL="1223986" indent="0">
              <a:buNone/>
              <a:defRPr sz="2410" b="1"/>
            </a:lvl3pPr>
            <a:lvl4pPr marL="1835979" indent="0">
              <a:buNone/>
              <a:defRPr sz="2142" b="1"/>
            </a:lvl4pPr>
            <a:lvl5pPr marL="2447971" indent="0">
              <a:buNone/>
              <a:defRPr sz="2142" b="1"/>
            </a:lvl5pPr>
            <a:lvl6pPr marL="3059963" indent="0">
              <a:buNone/>
              <a:defRPr sz="2142" b="1"/>
            </a:lvl6pPr>
            <a:lvl7pPr marL="3671956" indent="0">
              <a:buNone/>
              <a:defRPr sz="2142" b="1"/>
            </a:lvl7pPr>
            <a:lvl8pPr marL="4283948" indent="0">
              <a:buNone/>
              <a:defRPr sz="2142" b="1"/>
            </a:lvl8pPr>
            <a:lvl9pPr marL="4895941" indent="0">
              <a:buNone/>
              <a:defRPr sz="2142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2" y="2581405"/>
            <a:ext cx="6362594" cy="4685698"/>
          </a:xfrm>
        </p:spPr>
        <p:txBody>
          <a:bodyPr/>
          <a:lstStyle>
            <a:lvl1pPr>
              <a:defRPr sz="3213"/>
            </a:lvl1pPr>
            <a:lvl2pPr>
              <a:defRPr sz="2678"/>
            </a:lvl2pPr>
            <a:lvl3pPr>
              <a:defRPr sz="2410"/>
            </a:lvl3pPr>
            <a:lvl4pPr>
              <a:defRPr sz="2142"/>
            </a:lvl4pPr>
            <a:lvl5pPr>
              <a:defRPr sz="2142"/>
            </a:lvl5pPr>
            <a:lvl6pPr>
              <a:defRPr sz="2142"/>
            </a:lvl6pPr>
            <a:lvl7pPr>
              <a:defRPr sz="2142"/>
            </a:lvl7pPr>
            <a:lvl8pPr>
              <a:defRPr sz="2142"/>
            </a:lvl8pPr>
            <a:lvl9pPr>
              <a:defRPr sz="2142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3" y="1820543"/>
            <a:ext cx="6365094" cy="760860"/>
          </a:xfrm>
        </p:spPr>
        <p:txBody>
          <a:bodyPr anchor="b"/>
          <a:lstStyle>
            <a:lvl1pPr marL="0" indent="0">
              <a:buNone/>
              <a:defRPr sz="3213" b="1"/>
            </a:lvl1pPr>
            <a:lvl2pPr marL="611993" indent="0">
              <a:buNone/>
              <a:defRPr sz="2678" b="1"/>
            </a:lvl2pPr>
            <a:lvl3pPr marL="1223986" indent="0">
              <a:buNone/>
              <a:defRPr sz="2410" b="1"/>
            </a:lvl3pPr>
            <a:lvl4pPr marL="1835979" indent="0">
              <a:buNone/>
              <a:defRPr sz="2142" b="1"/>
            </a:lvl4pPr>
            <a:lvl5pPr marL="2447971" indent="0">
              <a:buNone/>
              <a:defRPr sz="2142" b="1"/>
            </a:lvl5pPr>
            <a:lvl6pPr marL="3059963" indent="0">
              <a:buNone/>
              <a:defRPr sz="2142" b="1"/>
            </a:lvl6pPr>
            <a:lvl7pPr marL="3671956" indent="0">
              <a:buNone/>
              <a:defRPr sz="2142" b="1"/>
            </a:lvl7pPr>
            <a:lvl8pPr marL="4283948" indent="0">
              <a:buNone/>
              <a:defRPr sz="2142" b="1"/>
            </a:lvl8pPr>
            <a:lvl9pPr marL="4895941" indent="0">
              <a:buNone/>
              <a:defRPr sz="2142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3" y="2581405"/>
            <a:ext cx="6365094" cy="4685698"/>
          </a:xfrm>
        </p:spPr>
        <p:txBody>
          <a:bodyPr/>
          <a:lstStyle>
            <a:lvl1pPr>
              <a:defRPr sz="3213"/>
            </a:lvl1pPr>
            <a:lvl2pPr>
              <a:defRPr sz="2678"/>
            </a:lvl2pPr>
            <a:lvl3pPr>
              <a:defRPr sz="2410"/>
            </a:lvl3pPr>
            <a:lvl4pPr>
              <a:defRPr sz="2142"/>
            </a:lvl4pPr>
            <a:lvl5pPr>
              <a:defRPr sz="2142"/>
            </a:lvl5pPr>
            <a:lvl6pPr>
              <a:defRPr sz="2142"/>
            </a:lvl6pPr>
            <a:lvl7pPr>
              <a:defRPr sz="2142"/>
            </a:lvl7pPr>
            <a:lvl8pPr>
              <a:defRPr sz="2142"/>
            </a:lvl8pPr>
            <a:lvl9pPr>
              <a:defRPr sz="2142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8E3D14B-FF3A-E3AB-92EE-008AB65CE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3E41856D-F2EB-4066-B6A7-7186E1B198F0}" type="datetimeFigureOut">
              <a:rPr lang="es-ES"/>
              <a:pPr>
                <a:defRPr/>
              </a:pPr>
              <a:t>06/09/2026</a:t>
            </a:fld>
            <a:endParaRPr lang="es-ES" dirty="0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81CDC6D7-67C2-F025-EE14-DB7DEB22B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E53577D3-2DB2-9AD6-2DBC-B56667C91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4AAC5AA-9EF3-4DEC-BFB4-172E1141BC53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27961365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6BC1B56-AE83-616A-BB3F-CA1C0DE47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3CE1F5A4-7B58-4FCC-B53C-195E712CC228}" type="datetimeFigureOut">
              <a:rPr lang="es-ES"/>
              <a:pPr>
                <a:defRPr/>
              </a:pPr>
              <a:t>06/09/2026</a:t>
            </a:fld>
            <a:endParaRPr lang="es-E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8BE3003-D644-7292-FB61-B88D900114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E48B2A7-F4F9-8FB0-4DC7-D3CEF3678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2F03489-7F64-4191-920A-F4488D6EDA2B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4883069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6">
            <a:extLst>
              <a:ext uri="{FF2B5EF4-FFF2-40B4-BE49-F238E27FC236}">
                <a16:creationId xmlns:a16="http://schemas.microsoft.com/office/drawing/2014/main" id="{289CB3E6-C4F4-2508-1289-623BF1F7B27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Imagen 59" descr="Upax_Research.png">
            <a:extLst>
              <a:ext uri="{FF2B5EF4-FFF2-40B4-BE49-F238E27FC236}">
                <a16:creationId xmlns:a16="http://schemas.microsoft.com/office/drawing/2014/main" id="{0B9427F9-366E-242A-A436-62EBEC72A81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631" y="7584127"/>
            <a:ext cx="2109406" cy="4218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1">
            <a:extLst>
              <a:ext uri="{FF2B5EF4-FFF2-40B4-BE49-F238E27FC236}">
                <a16:creationId xmlns:a16="http://schemas.microsoft.com/office/drawing/2014/main" id="{32A45C46-4D27-348A-FB08-FC7DFA05EE9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8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Marcador de fecha 1">
            <a:extLst>
              <a:ext uri="{FF2B5EF4-FFF2-40B4-BE49-F238E27FC236}">
                <a16:creationId xmlns:a16="http://schemas.microsoft.com/office/drawing/2014/main" id="{8E8C80A1-D8A0-B08A-A816-CBE3F5673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A296C46-1259-4D34-AC33-9AC436964C76}" type="datetimeFigureOut">
              <a:rPr lang="es-ES"/>
              <a:pPr>
                <a:defRPr/>
              </a:pPr>
              <a:t>06/09/2026</a:t>
            </a:fld>
            <a:endParaRPr lang="es-ES" dirty="0"/>
          </a:p>
        </p:txBody>
      </p:sp>
      <p:sp>
        <p:nvSpPr>
          <p:cNvPr id="6" name="Marcador de pie de página 2">
            <a:extLst>
              <a:ext uri="{FF2B5EF4-FFF2-40B4-BE49-F238E27FC236}">
                <a16:creationId xmlns:a16="http://schemas.microsoft.com/office/drawing/2014/main" id="{75A7A6F3-79B2-0BF9-E6E7-27AC06776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7" name="Marcador de número de diapositiva 3">
            <a:extLst>
              <a:ext uri="{FF2B5EF4-FFF2-40B4-BE49-F238E27FC236}">
                <a16:creationId xmlns:a16="http://schemas.microsoft.com/office/drawing/2014/main" id="{75F2C72E-F079-CB34-73C1-08595BDFA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8AD4B82-D9FE-4890-AF68-A3342D74B767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3229351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6">
            <a:extLst>
              <a:ext uri="{FF2B5EF4-FFF2-40B4-BE49-F238E27FC236}">
                <a16:creationId xmlns:a16="http://schemas.microsoft.com/office/drawing/2014/main" id="{2D3F58D8-36C0-2602-0181-45FCB2AF2BA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Imagen 59" descr="Upax_Research.png">
            <a:extLst>
              <a:ext uri="{FF2B5EF4-FFF2-40B4-BE49-F238E27FC236}">
                <a16:creationId xmlns:a16="http://schemas.microsoft.com/office/drawing/2014/main" id="{6F0273B3-CA1C-5D66-039A-E77DD1C2CF8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631" y="7584127"/>
            <a:ext cx="2109406" cy="4218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1">
            <a:extLst>
              <a:ext uri="{FF2B5EF4-FFF2-40B4-BE49-F238E27FC236}">
                <a16:creationId xmlns:a16="http://schemas.microsoft.com/office/drawing/2014/main" id="{14CBD469-5CD3-0BAC-2FB2-A1E97F19D6B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8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Marcador de fecha 1">
            <a:extLst>
              <a:ext uri="{FF2B5EF4-FFF2-40B4-BE49-F238E27FC236}">
                <a16:creationId xmlns:a16="http://schemas.microsoft.com/office/drawing/2014/main" id="{60F13AAB-B7E8-D66F-6DFE-7E1734A544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27C07F09-05E1-4B20-95BE-F8B71C5EE1B4}" type="datetimeFigureOut">
              <a:rPr lang="es-ES"/>
              <a:pPr>
                <a:defRPr/>
              </a:pPr>
              <a:t>06/09/2026</a:t>
            </a:fld>
            <a:endParaRPr lang="es-ES" dirty="0"/>
          </a:p>
        </p:txBody>
      </p:sp>
      <p:sp>
        <p:nvSpPr>
          <p:cNvPr id="6" name="Marcador de pie de página 2">
            <a:extLst>
              <a:ext uri="{FF2B5EF4-FFF2-40B4-BE49-F238E27FC236}">
                <a16:creationId xmlns:a16="http://schemas.microsoft.com/office/drawing/2014/main" id="{7AD44FF2-6582-5618-EF39-3CD339F9F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7" name="Marcador de número de diapositiva 3">
            <a:extLst>
              <a:ext uri="{FF2B5EF4-FFF2-40B4-BE49-F238E27FC236}">
                <a16:creationId xmlns:a16="http://schemas.microsoft.com/office/drawing/2014/main" id="{3BFE9BA0-BE29-738D-5473-D9E7B6CEE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D52D5CF-DCD3-43DF-A761-9525C801B741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11016718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5" y="323935"/>
            <a:ext cx="4737571" cy="1378588"/>
          </a:xfrm>
        </p:spPr>
        <p:txBody>
          <a:bodyPr anchor="b"/>
          <a:lstStyle>
            <a:lvl1pPr algn="l">
              <a:defRPr sz="2678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323936"/>
            <a:ext cx="8050119" cy="6943169"/>
          </a:xfrm>
        </p:spPr>
        <p:txBody>
          <a:bodyPr/>
          <a:lstStyle>
            <a:lvl1pPr>
              <a:defRPr sz="4284"/>
            </a:lvl1pPr>
            <a:lvl2pPr>
              <a:defRPr sz="3748"/>
            </a:lvl2pPr>
            <a:lvl3pPr>
              <a:defRPr sz="3213"/>
            </a:lvl3pPr>
            <a:lvl4pPr>
              <a:defRPr sz="2678"/>
            </a:lvl4pPr>
            <a:lvl5pPr>
              <a:defRPr sz="2678"/>
            </a:lvl5pPr>
            <a:lvl6pPr>
              <a:defRPr sz="2678"/>
            </a:lvl6pPr>
            <a:lvl7pPr>
              <a:defRPr sz="2678"/>
            </a:lvl7pPr>
            <a:lvl8pPr>
              <a:defRPr sz="2678"/>
            </a:lvl8pPr>
            <a:lvl9pPr>
              <a:defRPr sz="2678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5" y="1702522"/>
            <a:ext cx="4737571" cy="5564579"/>
          </a:xfrm>
        </p:spPr>
        <p:txBody>
          <a:bodyPr/>
          <a:lstStyle>
            <a:lvl1pPr marL="0" indent="0">
              <a:buNone/>
              <a:defRPr sz="1874"/>
            </a:lvl1pPr>
            <a:lvl2pPr marL="611993" indent="0">
              <a:buNone/>
              <a:defRPr sz="1606"/>
            </a:lvl2pPr>
            <a:lvl3pPr marL="1223986" indent="0">
              <a:buNone/>
              <a:defRPr sz="1338"/>
            </a:lvl3pPr>
            <a:lvl4pPr marL="1835979" indent="0">
              <a:buNone/>
              <a:defRPr sz="1205"/>
            </a:lvl4pPr>
            <a:lvl5pPr marL="2447971" indent="0">
              <a:buNone/>
              <a:defRPr sz="1205"/>
            </a:lvl5pPr>
            <a:lvl6pPr marL="3059963" indent="0">
              <a:buNone/>
              <a:defRPr sz="1205"/>
            </a:lvl6pPr>
            <a:lvl7pPr marL="3671956" indent="0">
              <a:buNone/>
              <a:defRPr sz="1205"/>
            </a:lvl7pPr>
            <a:lvl8pPr marL="4283948" indent="0">
              <a:buNone/>
              <a:defRPr sz="1205"/>
            </a:lvl8pPr>
            <a:lvl9pPr marL="4895941" indent="0">
              <a:buNone/>
              <a:defRPr sz="1205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B4464DA-4D08-79FC-C4CF-C163D86E7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B4474F0C-788B-40A0-98DE-1B6698A5F73B}" type="datetimeFigureOut">
              <a:rPr lang="es-ES"/>
              <a:pPr>
                <a:defRPr/>
              </a:pPr>
              <a:t>06/09/2026</a:t>
            </a:fld>
            <a:endParaRPr lang="es-ES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193919D-E70F-2801-D2AE-B55DD6C7C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96D4547-FC3C-8E18-A8E1-30E1F53D1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088EC0-4E69-4F25-883C-73B480BDCB0D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173730777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22542" y="5695159"/>
            <a:ext cx="8640128" cy="672973"/>
          </a:xfrm>
        </p:spPr>
        <p:txBody>
          <a:bodyPr anchor="b"/>
          <a:lstStyle>
            <a:lvl1pPr algn="l">
              <a:defRPr sz="2678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2822542" y="728216"/>
            <a:ext cx="8640128" cy="4881563"/>
          </a:xfrm>
        </p:spPr>
        <p:txBody>
          <a:bodyPr rtlCol="0">
            <a:normAutofit/>
          </a:bodyPr>
          <a:lstStyle>
            <a:lvl1pPr marL="0" indent="0">
              <a:buNone/>
              <a:defRPr sz="4284"/>
            </a:lvl1pPr>
            <a:lvl2pPr marL="611993" indent="0">
              <a:buNone/>
              <a:defRPr sz="3748"/>
            </a:lvl2pPr>
            <a:lvl3pPr marL="1223986" indent="0">
              <a:buNone/>
              <a:defRPr sz="3213"/>
            </a:lvl3pPr>
            <a:lvl4pPr marL="1835979" indent="0">
              <a:buNone/>
              <a:defRPr sz="2678"/>
            </a:lvl4pPr>
            <a:lvl5pPr marL="2447971" indent="0">
              <a:buNone/>
              <a:defRPr sz="2678"/>
            </a:lvl5pPr>
            <a:lvl6pPr marL="3059963" indent="0">
              <a:buNone/>
              <a:defRPr sz="2678"/>
            </a:lvl6pPr>
            <a:lvl7pPr marL="3671956" indent="0">
              <a:buNone/>
              <a:defRPr sz="2678"/>
            </a:lvl7pPr>
            <a:lvl8pPr marL="4283948" indent="0">
              <a:buNone/>
              <a:defRPr sz="2678"/>
            </a:lvl8pPr>
            <a:lvl9pPr marL="4895941" indent="0">
              <a:buNone/>
              <a:defRPr sz="2678"/>
            </a:lvl9pPr>
          </a:lstStyle>
          <a:p>
            <a:pPr lvl="0"/>
            <a:endParaRPr lang="es-ES" noProof="0" dirty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2822542" y="6368132"/>
            <a:ext cx="8640128" cy="954215"/>
          </a:xfrm>
        </p:spPr>
        <p:txBody>
          <a:bodyPr/>
          <a:lstStyle>
            <a:lvl1pPr marL="0" indent="0">
              <a:buNone/>
              <a:defRPr sz="1874"/>
            </a:lvl1pPr>
            <a:lvl2pPr marL="611993" indent="0">
              <a:buNone/>
              <a:defRPr sz="1606"/>
            </a:lvl2pPr>
            <a:lvl3pPr marL="1223986" indent="0">
              <a:buNone/>
              <a:defRPr sz="1338"/>
            </a:lvl3pPr>
            <a:lvl4pPr marL="1835979" indent="0">
              <a:buNone/>
              <a:defRPr sz="1205"/>
            </a:lvl4pPr>
            <a:lvl5pPr marL="2447971" indent="0">
              <a:buNone/>
              <a:defRPr sz="1205"/>
            </a:lvl5pPr>
            <a:lvl6pPr marL="3059963" indent="0">
              <a:buNone/>
              <a:defRPr sz="1205"/>
            </a:lvl6pPr>
            <a:lvl7pPr marL="3671956" indent="0">
              <a:buNone/>
              <a:defRPr sz="1205"/>
            </a:lvl7pPr>
            <a:lvl8pPr marL="4283948" indent="0">
              <a:buNone/>
              <a:defRPr sz="1205"/>
            </a:lvl8pPr>
            <a:lvl9pPr marL="4895941" indent="0">
              <a:buNone/>
              <a:defRPr sz="1205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FD406D8-26FD-1316-17D0-9DE2682B8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EDAF12CB-DBEC-4E13-8B12-CF4EFAF24E3E}" type="datetimeFigureOut">
              <a:rPr lang="es-ES"/>
              <a:pPr>
                <a:defRPr/>
              </a:pPr>
              <a:t>06/09/2026</a:t>
            </a:fld>
            <a:endParaRPr lang="es-ES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0B8E30E-515B-DB8A-4787-0F3795878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ADA14DA-743C-198F-FF03-210668853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CF0A136-65A6-40E8-AFF5-75432B765279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28250547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59178A0-9466-A8DF-F819-3544C3633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FCAB7FDE-5735-43B9-8AA7-06BAB665433F}" type="datetimeFigureOut">
              <a:rPr lang="es-ES"/>
              <a:pPr>
                <a:defRPr/>
              </a:pPr>
              <a:t>06/09/2026</a:t>
            </a:fld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A80785C-69C8-ED69-B9F2-1C0C07C3F1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4F07CCA-4DF6-A930-8BC5-0F65346F9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4DFEEE8-3305-40C6-BD9B-50A5D0653DA2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2817040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5" y="326445"/>
            <a:ext cx="3240048" cy="6940659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0" y="326445"/>
            <a:ext cx="9480141" cy="6940659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AB4A14D-A24C-8CC9-0F2E-6544B1E40A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9A5BF66C-B63C-4948-B846-1BD18933F183}" type="datetimeFigureOut">
              <a:rPr lang="es-ES"/>
              <a:pPr>
                <a:defRPr/>
              </a:pPr>
              <a:t>06/09/2026</a:t>
            </a:fld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1A765C3-D35F-1885-3D12-0127BAA98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7C5C576-CB74-8790-FD70-6A964072B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689D425-89FE-4980-B08F-4BD66062A0FC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27032247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6" descr="shutterstock_33008366.png">
            <a:extLst>
              <a:ext uri="{FF2B5EF4-FFF2-40B4-BE49-F238E27FC236}">
                <a16:creationId xmlns:a16="http://schemas.microsoft.com/office/drawing/2014/main" id="{3FCDE4EE-6A29-53E5-5C76-6306DD13269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4719262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80017" y="2528675"/>
            <a:ext cx="12240181" cy="1742699"/>
          </a:xfrm>
        </p:spPr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2160033" y="4610365"/>
            <a:ext cx="10080149" cy="207918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119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239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359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479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599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7195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839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959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FC1A51E-5CF1-7642-47C9-8A27F1386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4E78776F-3FB2-4A4A-A3BE-3E70EDBF354C}" type="datetimeFigureOut">
              <a:rPr lang="es-ES"/>
              <a:pPr>
                <a:defRPr/>
              </a:pPr>
              <a:t>06/09/2026</a:t>
            </a:fld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659C5A3-2ABB-A7AD-FB8F-EFEEB590A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0325CCE-4439-CE43-F9AF-AED8EE48D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19BD71E-FB9B-40DF-A574-05A3F985ADBE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19148688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736C500-6938-3F53-74CF-52A7A6D875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61BA0618-5B6A-44B3-902B-9BB2AC3813BF}" type="datetimeFigureOut">
              <a:rPr lang="es-ES"/>
              <a:pPr>
                <a:defRPr/>
              </a:pPr>
              <a:t>06/09/2026</a:t>
            </a:fld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7BADCA7-DBC6-3E23-4A4F-2A0DAB12D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BBF7381-300D-1237-16D3-1FD5EAE71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6D3B2AA-0ECA-4FE8-9198-D2EB2A553E6C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46043152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37519" y="5228095"/>
            <a:ext cx="12240181" cy="1617143"/>
          </a:xfrm>
        </p:spPr>
        <p:txBody>
          <a:bodyPr anchor="t"/>
          <a:lstStyle>
            <a:lvl1pPr algn="l">
              <a:defRPr sz="5354" b="1" cap="all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1137519" y="3447734"/>
            <a:ext cx="12240181" cy="1780363"/>
          </a:xfrm>
        </p:spPr>
        <p:txBody>
          <a:bodyPr anchor="b"/>
          <a:lstStyle>
            <a:lvl1pPr marL="0" indent="0">
              <a:buNone/>
              <a:defRPr sz="2678">
                <a:solidFill>
                  <a:schemeClr val="tx1">
                    <a:tint val="75000"/>
                  </a:schemeClr>
                </a:solidFill>
              </a:defRPr>
            </a:lvl1pPr>
            <a:lvl2pPr marL="611993" indent="0">
              <a:buNone/>
              <a:defRPr sz="2410">
                <a:solidFill>
                  <a:schemeClr val="tx1">
                    <a:tint val="75000"/>
                  </a:schemeClr>
                </a:solidFill>
              </a:defRPr>
            </a:lvl2pPr>
            <a:lvl3pPr marL="1223986" indent="0">
              <a:buNone/>
              <a:defRPr sz="2142">
                <a:solidFill>
                  <a:schemeClr val="tx1">
                    <a:tint val="75000"/>
                  </a:schemeClr>
                </a:solidFill>
              </a:defRPr>
            </a:lvl3pPr>
            <a:lvl4pPr marL="1835979" indent="0">
              <a:buNone/>
              <a:defRPr sz="1874">
                <a:solidFill>
                  <a:schemeClr val="tx1">
                    <a:tint val="75000"/>
                  </a:schemeClr>
                </a:solidFill>
              </a:defRPr>
            </a:lvl4pPr>
            <a:lvl5pPr marL="2447971" indent="0">
              <a:buNone/>
              <a:defRPr sz="1874">
                <a:solidFill>
                  <a:schemeClr val="tx1">
                    <a:tint val="75000"/>
                  </a:schemeClr>
                </a:solidFill>
              </a:defRPr>
            </a:lvl5pPr>
            <a:lvl6pPr marL="3059963" indent="0">
              <a:buNone/>
              <a:defRPr sz="1874">
                <a:solidFill>
                  <a:schemeClr val="tx1">
                    <a:tint val="75000"/>
                  </a:schemeClr>
                </a:solidFill>
              </a:defRPr>
            </a:lvl6pPr>
            <a:lvl7pPr marL="3671956" indent="0">
              <a:buNone/>
              <a:defRPr sz="1874">
                <a:solidFill>
                  <a:schemeClr val="tx1">
                    <a:tint val="75000"/>
                  </a:schemeClr>
                </a:solidFill>
              </a:defRPr>
            </a:lvl7pPr>
            <a:lvl8pPr marL="4283948" indent="0">
              <a:buNone/>
              <a:defRPr sz="1874">
                <a:solidFill>
                  <a:schemeClr val="tx1">
                    <a:tint val="75000"/>
                  </a:schemeClr>
                </a:solidFill>
              </a:defRPr>
            </a:lvl8pPr>
            <a:lvl9pPr marL="4895941" indent="0">
              <a:buNone/>
              <a:defRPr sz="187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516698F-1021-2E19-748B-AA8DB9426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E65FECA-136B-4B2D-98EA-9A5EB052BF3C}" type="datetimeFigureOut">
              <a:rPr lang="es-ES"/>
              <a:pPr>
                <a:defRPr/>
              </a:pPr>
              <a:t>06/09/2026</a:t>
            </a:fld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71341F8-A679-4629-D5A9-60A569532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E6CAB21-B721-9AF0-08A2-F1630A98F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2772962-A1A7-490B-9EEF-0D3832430C1D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8513216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720011" y="1898391"/>
            <a:ext cx="6360094" cy="5368714"/>
          </a:xfrm>
        </p:spPr>
        <p:txBody>
          <a:bodyPr/>
          <a:lstStyle>
            <a:lvl1pPr>
              <a:defRPr sz="3748"/>
            </a:lvl1pPr>
            <a:lvl2pPr>
              <a:defRPr sz="3213"/>
            </a:lvl2pPr>
            <a:lvl3pPr>
              <a:defRPr sz="2678"/>
            </a:lvl3pPr>
            <a:lvl4pPr>
              <a:defRPr sz="2410"/>
            </a:lvl4pPr>
            <a:lvl5pPr>
              <a:defRPr sz="2410"/>
            </a:lvl5pPr>
            <a:lvl6pPr>
              <a:defRPr sz="2410"/>
            </a:lvl6pPr>
            <a:lvl7pPr>
              <a:defRPr sz="2410"/>
            </a:lvl7pPr>
            <a:lvl8pPr>
              <a:defRPr sz="2410"/>
            </a:lvl8pPr>
            <a:lvl9pPr>
              <a:defRPr sz="241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320108" y="1898391"/>
            <a:ext cx="6360094" cy="5368714"/>
          </a:xfrm>
        </p:spPr>
        <p:txBody>
          <a:bodyPr/>
          <a:lstStyle>
            <a:lvl1pPr>
              <a:defRPr sz="3748"/>
            </a:lvl1pPr>
            <a:lvl2pPr>
              <a:defRPr sz="3213"/>
            </a:lvl2pPr>
            <a:lvl3pPr>
              <a:defRPr sz="2678"/>
            </a:lvl3pPr>
            <a:lvl4pPr>
              <a:defRPr sz="2410"/>
            </a:lvl4pPr>
            <a:lvl5pPr>
              <a:defRPr sz="2410"/>
            </a:lvl5pPr>
            <a:lvl6pPr>
              <a:defRPr sz="2410"/>
            </a:lvl6pPr>
            <a:lvl7pPr>
              <a:defRPr sz="2410"/>
            </a:lvl7pPr>
            <a:lvl8pPr>
              <a:defRPr sz="2410"/>
            </a:lvl8pPr>
            <a:lvl9pPr>
              <a:defRPr sz="241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C899365-0082-F71B-645B-AB9412409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E6CE2530-4FF9-419D-B86A-DE1F6FD95683}" type="datetimeFigureOut">
              <a:rPr lang="es-ES"/>
              <a:pPr>
                <a:defRPr/>
              </a:pPr>
              <a:t>06/09/2026</a:t>
            </a:fld>
            <a:endParaRPr lang="es-ES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00CBFFB-01ED-4149-C58A-EE5EF46AF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D434E1C-DCA0-579C-DA9F-C5B426C0F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83866D-DA10-4DC7-AEE8-FC3CE8CB4AC8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4689549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720012" y="1820543"/>
            <a:ext cx="6362594" cy="760860"/>
          </a:xfrm>
        </p:spPr>
        <p:txBody>
          <a:bodyPr anchor="b"/>
          <a:lstStyle>
            <a:lvl1pPr marL="0" indent="0">
              <a:buNone/>
              <a:defRPr sz="3213" b="1"/>
            </a:lvl1pPr>
            <a:lvl2pPr marL="611993" indent="0">
              <a:buNone/>
              <a:defRPr sz="2678" b="1"/>
            </a:lvl2pPr>
            <a:lvl3pPr marL="1223986" indent="0">
              <a:buNone/>
              <a:defRPr sz="2410" b="1"/>
            </a:lvl3pPr>
            <a:lvl4pPr marL="1835979" indent="0">
              <a:buNone/>
              <a:defRPr sz="2142" b="1"/>
            </a:lvl4pPr>
            <a:lvl5pPr marL="2447971" indent="0">
              <a:buNone/>
              <a:defRPr sz="2142" b="1"/>
            </a:lvl5pPr>
            <a:lvl6pPr marL="3059963" indent="0">
              <a:buNone/>
              <a:defRPr sz="2142" b="1"/>
            </a:lvl6pPr>
            <a:lvl7pPr marL="3671956" indent="0">
              <a:buNone/>
              <a:defRPr sz="2142" b="1"/>
            </a:lvl7pPr>
            <a:lvl8pPr marL="4283948" indent="0">
              <a:buNone/>
              <a:defRPr sz="2142" b="1"/>
            </a:lvl8pPr>
            <a:lvl9pPr marL="4895941" indent="0">
              <a:buNone/>
              <a:defRPr sz="2142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720012" y="2581405"/>
            <a:ext cx="6362594" cy="4685698"/>
          </a:xfrm>
        </p:spPr>
        <p:txBody>
          <a:bodyPr/>
          <a:lstStyle>
            <a:lvl1pPr>
              <a:defRPr sz="3213"/>
            </a:lvl1pPr>
            <a:lvl2pPr>
              <a:defRPr sz="2678"/>
            </a:lvl2pPr>
            <a:lvl3pPr>
              <a:defRPr sz="2410"/>
            </a:lvl3pPr>
            <a:lvl4pPr>
              <a:defRPr sz="2142"/>
            </a:lvl4pPr>
            <a:lvl5pPr>
              <a:defRPr sz="2142"/>
            </a:lvl5pPr>
            <a:lvl6pPr>
              <a:defRPr sz="2142"/>
            </a:lvl6pPr>
            <a:lvl7pPr>
              <a:defRPr sz="2142"/>
            </a:lvl7pPr>
            <a:lvl8pPr>
              <a:defRPr sz="2142"/>
            </a:lvl8pPr>
            <a:lvl9pPr>
              <a:defRPr sz="2142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7315113" y="1820543"/>
            <a:ext cx="6365094" cy="760860"/>
          </a:xfrm>
        </p:spPr>
        <p:txBody>
          <a:bodyPr anchor="b"/>
          <a:lstStyle>
            <a:lvl1pPr marL="0" indent="0">
              <a:buNone/>
              <a:defRPr sz="3213" b="1"/>
            </a:lvl1pPr>
            <a:lvl2pPr marL="611993" indent="0">
              <a:buNone/>
              <a:defRPr sz="2678" b="1"/>
            </a:lvl2pPr>
            <a:lvl3pPr marL="1223986" indent="0">
              <a:buNone/>
              <a:defRPr sz="2410" b="1"/>
            </a:lvl3pPr>
            <a:lvl4pPr marL="1835979" indent="0">
              <a:buNone/>
              <a:defRPr sz="2142" b="1"/>
            </a:lvl4pPr>
            <a:lvl5pPr marL="2447971" indent="0">
              <a:buNone/>
              <a:defRPr sz="2142" b="1"/>
            </a:lvl5pPr>
            <a:lvl6pPr marL="3059963" indent="0">
              <a:buNone/>
              <a:defRPr sz="2142" b="1"/>
            </a:lvl6pPr>
            <a:lvl7pPr marL="3671956" indent="0">
              <a:buNone/>
              <a:defRPr sz="2142" b="1"/>
            </a:lvl7pPr>
            <a:lvl8pPr marL="4283948" indent="0">
              <a:buNone/>
              <a:defRPr sz="2142" b="1"/>
            </a:lvl8pPr>
            <a:lvl9pPr marL="4895941" indent="0">
              <a:buNone/>
              <a:defRPr sz="2142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7315113" y="2581405"/>
            <a:ext cx="6365094" cy="4685698"/>
          </a:xfrm>
        </p:spPr>
        <p:txBody>
          <a:bodyPr/>
          <a:lstStyle>
            <a:lvl1pPr>
              <a:defRPr sz="3213"/>
            </a:lvl1pPr>
            <a:lvl2pPr>
              <a:defRPr sz="2678"/>
            </a:lvl2pPr>
            <a:lvl3pPr>
              <a:defRPr sz="2410"/>
            </a:lvl3pPr>
            <a:lvl4pPr>
              <a:defRPr sz="2142"/>
            </a:lvl4pPr>
            <a:lvl5pPr>
              <a:defRPr sz="2142"/>
            </a:lvl5pPr>
            <a:lvl6pPr>
              <a:defRPr sz="2142"/>
            </a:lvl6pPr>
            <a:lvl7pPr>
              <a:defRPr sz="2142"/>
            </a:lvl7pPr>
            <a:lvl8pPr>
              <a:defRPr sz="2142"/>
            </a:lvl8pPr>
            <a:lvl9pPr>
              <a:defRPr sz="2142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263F0A2-E603-7060-9492-B33DACA33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7F40A70C-3F2C-4C1F-A773-0A53D832D0FC}" type="datetimeFigureOut">
              <a:rPr lang="es-ES"/>
              <a:pPr>
                <a:defRPr/>
              </a:pPr>
              <a:t>06/09/2026</a:t>
            </a:fld>
            <a:endParaRPr lang="es-ES" dirty="0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1274A2F7-E0C4-FD26-5226-094AFB9AB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2B6BA3D5-6E5B-504F-360F-A720FBA32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503DBEC-C088-48CF-899D-C464C7D667FE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41315060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DF63B93-FC78-BF80-29B5-395E301E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9BE3264-D443-40D5-8720-953822BA7CA2}" type="datetimeFigureOut">
              <a:rPr lang="es-ES"/>
              <a:pPr>
                <a:defRPr/>
              </a:pPr>
              <a:t>06/09/2026</a:t>
            </a:fld>
            <a:endParaRPr lang="es-E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E525869-9DC3-677C-1A29-DFEB4D59B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E13A6D8-582B-AAD1-530C-9B863DA09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D0F865-A25B-4980-B6A7-1D89B95DEBEF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20672676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6">
            <a:extLst>
              <a:ext uri="{FF2B5EF4-FFF2-40B4-BE49-F238E27FC236}">
                <a16:creationId xmlns:a16="http://schemas.microsoft.com/office/drawing/2014/main" id="{7B2109E6-620F-2F94-8C19-E1D781F18D9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1">
            <a:extLst>
              <a:ext uri="{FF2B5EF4-FFF2-40B4-BE49-F238E27FC236}">
                <a16:creationId xmlns:a16="http://schemas.microsoft.com/office/drawing/2014/main" id="{14750CE9-81E0-DA4D-2A2C-0D8670306EE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8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Marcador de fecha 1">
            <a:extLst>
              <a:ext uri="{FF2B5EF4-FFF2-40B4-BE49-F238E27FC236}">
                <a16:creationId xmlns:a16="http://schemas.microsoft.com/office/drawing/2014/main" id="{67B5FBA7-DE20-41EB-C886-A7E95AE5C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3BF23878-27BC-44FB-BA95-3D299E5A087E}" type="datetimeFigureOut">
              <a:rPr lang="es-ES"/>
              <a:pPr>
                <a:defRPr/>
              </a:pPr>
              <a:t>06/09/2026</a:t>
            </a:fld>
            <a:endParaRPr lang="es-ES" dirty="0"/>
          </a:p>
        </p:txBody>
      </p:sp>
      <p:sp>
        <p:nvSpPr>
          <p:cNvPr id="5" name="Marcador de pie de página 2">
            <a:extLst>
              <a:ext uri="{FF2B5EF4-FFF2-40B4-BE49-F238E27FC236}">
                <a16:creationId xmlns:a16="http://schemas.microsoft.com/office/drawing/2014/main" id="{FD4C8524-C92B-32D5-DCD1-9807A646E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6" name="Marcador de número de diapositiva 3">
            <a:extLst>
              <a:ext uri="{FF2B5EF4-FFF2-40B4-BE49-F238E27FC236}">
                <a16:creationId xmlns:a16="http://schemas.microsoft.com/office/drawing/2014/main" id="{76433597-D7F3-A43D-9983-699E2F056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649F091-4ECD-473B-AA9C-8824A23AA3CF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15103959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59" descr="Upax_Research.png">
            <a:extLst>
              <a:ext uri="{FF2B5EF4-FFF2-40B4-BE49-F238E27FC236}">
                <a16:creationId xmlns:a16="http://schemas.microsoft.com/office/drawing/2014/main" id="{FAEF251C-1BF4-3450-81D7-5603F9696F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378" y="7648160"/>
            <a:ext cx="2109406" cy="4218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Imagen 7">
            <a:extLst>
              <a:ext uri="{FF2B5EF4-FFF2-40B4-BE49-F238E27FC236}">
                <a16:creationId xmlns:a16="http://schemas.microsoft.com/office/drawing/2014/main" id="{C7FDECA0-4B98-BAC3-3BA4-3679AD5450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4400213" cy="813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1">
            <a:extLst>
              <a:ext uri="{FF2B5EF4-FFF2-40B4-BE49-F238E27FC236}">
                <a16:creationId xmlns:a16="http://schemas.microsoft.com/office/drawing/2014/main" id="{A0F34306-5EAF-CFBD-8EA4-E967E4F7EF7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61438" y="131833"/>
            <a:ext cx="1441897" cy="10282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Imagen 11" descr="Upax_Research.png">
            <a:extLst>
              <a:ext uri="{FF2B5EF4-FFF2-40B4-BE49-F238E27FC236}">
                <a16:creationId xmlns:a16="http://schemas.microsoft.com/office/drawing/2014/main" id="{6F780FD9-5C10-AD8C-E054-1742D87B1F0B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7486194"/>
            <a:ext cx="2431911" cy="4858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Marcador de fecha 1">
            <a:extLst>
              <a:ext uri="{FF2B5EF4-FFF2-40B4-BE49-F238E27FC236}">
                <a16:creationId xmlns:a16="http://schemas.microsoft.com/office/drawing/2014/main" id="{B602F43B-59E6-C5D2-F26D-20C46916A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0673AB0D-EC9F-4F0B-8304-0E10A5D57E61}" type="datetimeFigureOut">
              <a:rPr lang="es-ES"/>
              <a:pPr>
                <a:defRPr/>
              </a:pPr>
              <a:t>06/09/2026</a:t>
            </a:fld>
            <a:endParaRPr lang="es-ES" dirty="0"/>
          </a:p>
        </p:txBody>
      </p:sp>
      <p:sp>
        <p:nvSpPr>
          <p:cNvPr id="7" name="Marcador de pie de página 2">
            <a:extLst>
              <a:ext uri="{FF2B5EF4-FFF2-40B4-BE49-F238E27FC236}">
                <a16:creationId xmlns:a16="http://schemas.microsoft.com/office/drawing/2014/main" id="{43974997-5676-9EB9-FCE0-867AC9064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8" name="Marcador de número de diapositiva 3">
            <a:extLst>
              <a:ext uri="{FF2B5EF4-FFF2-40B4-BE49-F238E27FC236}">
                <a16:creationId xmlns:a16="http://schemas.microsoft.com/office/drawing/2014/main" id="{AA9D9E7A-3753-AF82-D053-54F8DFA25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B4B9A13-AC8C-4DFE-9324-1C8B0E9D6187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31145872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15" y="323935"/>
            <a:ext cx="4737571" cy="1378588"/>
          </a:xfrm>
        </p:spPr>
        <p:txBody>
          <a:bodyPr anchor="b"/>
          <a:lstStyle>
            <a:lvl1pPr algn="l">
              <a:defRPr sz="2678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630084" y="323936"/>
            <a:ext cx="8050119" cy="6943169"/>
          </a:xfrm>
        </p:spPr>
        <p:txBody>
          <a:bodyPr/>
          <a:lstStyle>
            <a:lvl1pPr>
              <a:defRPr sz="4284"/>
            </a:lvl1pPr>
            <a:lvl2pPr>
              <a:defRPr sz="3748"/>
            </a:lvl2pPr>
            <a:lvl3pPr>
              <a:defRPr sz="3213"/>
            </a:lvl3pPr>
            <a:lvl4pPr>
              <a:defRPr sz="2678"/>
            </a:lvl4pPr>
            <a:lvl5pPr>
              <a:defRPr sz="2678"/>
            </a:lvl5pPr>
            <a:lvl6pPr>
              <a:defRPr sz="2678"/>
            </a:lvl6pPr>
            <a:lvl7pPr>
              <a:defRPr sz="2678"/>
            </a:lvl7pPr>
            <a:lvl8pPr>
              <a:defRPr sz="2678"/>
            </a:lvl8pPr>
            <a:lvl9pPr>
              <a:defRPr sz="2678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720015" y="1702522"/>
            <a:ext cx="4737571" cy="5564579"/>
          </a:xfrm>
        </p:spPr>
        <p:txBody>
          <a:bodyPr/>
          <a:lstStyle>
            <a:lvl1pPr marL="0" indent="0">
              <a:buNone/>
              <a:defRPr sz="1874"/>
            </a:lvl1pPr>
            <a:lvl2pPr marL="611993" indent="0">
              <a:buNone/>
              <a:defRPr sz="1606"/>
            </a:lvl2pPr>
            <a:lvl3pPr marL="1223986" indent="0">
              <a:buNone/>
              <a:defRPr sz="1338"/>
            </a:lvl3pPr>
            <a:lvl4pPr marL="1835979" indent="0">
              <a:buNone/>
              <a:defRPr sz="1205"/>
            </a:lvl4pPr>
            <a:lvl5pPr marL="2447971" indent="0">
              <a:buNone/>
              <a:defRPr sz="1205"/>
            </a:lvl5pPr>
            <a:lvl6pPr marL="3059963" indent="0">
              <a:buNone/>
              <a:defRPr sz="1205"/>
            </a:lvl6pPr>
            <a:lvl7pPr marL="3671956" indent="0">
              <a:buNone/>
              <a:defRPr sz="1205"/>
            </a:lvl7pPr>
            <a:lvl8pPr marL="4283948" indent="0">
              <a:buNone/>
              <a:defRPr sz="1205"/>
            </a:lvl8pPr>
            <a:lvl9pPr marL="4895941" indent="0">
              <a:buNone/>
              <a:defRPr sz="1205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79A656B-D6B0-D82C-B498-4B146DAA4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1CC3CBF4-B7B0-472E-9E68-312BA00E51DE}" type="datetimeFigureOut">
              <a:rPr lang="es-ES"/>
              <a:pPr>
                <a:defRPr/>
              </a:pPr>
              <a:t>06/09/2026</a:t>
            </a:fld>
            <a:endParaRPr lang="es-ES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FBD5B03-63CF-17D5-1DDD-A1004D5D7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0B90F8A-D15B-CF3E-96C9-BD640071A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DEE280-F172-4B00-B06D-CF5ABDDF7A6D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13740642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22542" y="5695159"/>
            <a:ext cx="8640128" cy="672973"/>
          </a:xfrm>
        </p:spPr>
        <p:txBody>
          <a:bodyPr anchor="b"/>
          <a:lstStyle>
            <a:lvl1pPr algn="l">
              <a:defRPr sz="2678" b="1"/>
            </a:lvl1pPr>
          </a:lstStyle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2822542" y="728216"/>
            <a:ext cx="8640128" cy="4881563"/>
          </a:xfrm>
        </p:spPr>
        <p:txBody>
          <a:bodyPr rtlCol="0">
            <a:normAutofit/>
          </a:bodyPr>
          <a:lstStyle>
            <a:lvl1pPr marL="0" indent="0">
              <a:buNone/>
              <a:defRPr sz="4284"/>
            </a:lvl1pPr>
            <a:lvl2pPr marL="611993" indent="0">
              <a:buNone/>
              <a:defRPr sz="3748"/>
            </a:lvl2pPr>
            <a:lvl3pPr marL="1223986" indent="0">
              <a:buNone/>
              <a:defRPr sz="3213"/>
            </a:lvl3pPr>
            <a:lvl4pPr marL="1835979" indent="0">
              <a:buNone/>
              <a:defRPr sz="2678"/>
            </a:lvl4pPr>
            <a:lvl5pPr marL="2447971" indent="0">
              <a:buNone/>
              <a:defRPr sz="2678"/>
            </a:lvl5pPr>
            <a:lvl6pPr marL="3059963" indent="0">
              <a:buNone/>
              <a:defRPr sz="2678"/>
            </a:lvl6pPr>
            <a:lvl7pPr marL="3671956" indent="0">
              <a:buNone/>
              <a:defRPr sz="2678"/>
            </a:lvl7pPr>
            <a:lvl8pPr marL="4283948" indent="0">
              <a:buNone/>
              <a:defRPr sz="2678"/>
            </a:lvl8pPr>
            <a:lvl9pPr marL="4895941" indent="0">
              <a:buNone/>
              <a:defRPr sz="2678"/>
            </a:lvl9pPr>
          </a:lstStyle>
          <a:p>
            <a:pPr lvl="0"/>
            <a:endParaRPr lang="es-ES" noProof="0" dirty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2822542" y="6368132"/>
            <a:ext cx="8640128" cy="954215"/>
          </a:xfrm>
        </p:spPr>
        <p:txBody>
          <a:bodyPr/>
          <a:lstStyle>
            <a:lvl1pPr marL="0" indent="0">
              <a:buNone/>
              <a:defRPr sz="1874"/>
            </a:lvl1pPr>
            <a:lvl2pPr marL="611993" indent="0">
              <a:buNone/>
              <a:defRPr sz="1606"/>
            </a:lvl2pPr>
            <a:lvl3pPr marL="1223986" indent="0">
              <a:buNone/>
              <a:defRPr sz="1338"/>
            </a:lvl3pPr>
            <a:lvl4pPr marL="1835979" indent="0">
              <a:buNone/>
              <a:defRPr sz="1205"/>
            </a:lvl4pPr>
            <a:lvl5pPr marL="2447971" indent="0">
              <a:buNone/>
              <a:defRPr sz="1205"/>
            </a:lvl5pPr>
            <a:lvl6pPr marL="3059963" indent="0">
              <a:buNone/>
              <a:defRPr sz="1205"/>
            </a:lvl6pPr>
            <a:lvl7pPr marL="3671956" indent="0">
              <a:buNone/>
              <a:defRPr sz="1205"/>
            </a:lvl7pPr>
            <a:lvl8pPr marL="4283948" indent="0">
              <a:buNone/>
              <a:defRPr sz="1205"/>
            </a:lvl8pPr>
            <a:lvl9pPr marL="4895941" indent="0">
              <a:buNone/>
              <a:defRPr sz="1205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407F861-2263-AD19-F52C-54A0A2C39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9E0A5C7B-E770-4B67-B2AB-C31EE60BDEE2}" type="datetimeFigureOut">
              <a:rPr lang="es-ES"/>
              <a:pPr>
                <a:defRPr/>
              </a:pPr>
              <a:t>06/09/2026</a:t>
            </a:fld>
            <a:endParaRPr lang="es-ES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84169B1-B3D0-348B-6CB2-549288EE6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D431863-B58F-7491-EB21-B40F58C49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D7D71E-CF94-47A5-9C21-D0F56FE2280E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8791129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DD6F4B5-EF45-41F7-BB5D-C9E641E2F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8874B0D0-E766-425D-9D31-A8FD4B3371DA}" type="datetimeFigureOut">
              <a:rPr lang="es-ES"/>
              <a:pPr>
                <a:defRPr/>
              </a:pPr>
              <a:t>06/09/2026</a:t>
            </a:fld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6319F61-3534-7537-05B3-5CCDBD273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E3F00ED-788A-C00D-A520-A01DDA3B0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6C5137-7788-41D9-8AA7-DF523FAC8269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15291561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10440155" y="326445"/>
            <a:ext cx="3240048" cy="6940659"/>
          </a:xfrm>
        </p:spPr>
        <p:txBody>
          <a:bodyPr vert="eaVert"/>
          <a:lstStyle/>
          <a:p>
            <a:r>
              <a:rPr lang="es-ES_tradnl"/>
              <a:t>Clic para editar título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720010" y="326445"/>
            <a:ext cx="9480141" cy="6940659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  <a:endParaRPr lang="es-E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5E26D1B-3B3F-8B54-4824-DB9E3B08AF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fld id="{9D8AF98A-DB66-4685-83C3-D5BD34C9BE8A}" type="datetimeFigureOut">
              <a:rPr lang="es-ES"/>
              <a:pPr>
                <a:defRPr/>
              </a:pPr>
              <a:t>06/09/2026</a:t>
            </a:fld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D5B5EA3-6EE2-4562-5059-A93C6EEC6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solidFill>
                  <a:prstClr val="black">
                    <a:tint val="75000"/>
                  </a:prstClr>
                </a:solidFill>
                <a:cs typeface="+mn-cs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4051B1-2573-8B2B-CCE5-E3CD65C72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D5FCCC4-A435-49F1-8209-3C9B45D97AE4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13168723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shutterstock_33008366.png">
            <a:extLst>
              <a:ext uri="{FF2B5EF4-FFF2-40B4-BE49-F238E27FC236}">
                <a16:creationId xmlns:a16="http://schemas.microsoft.com/office/drawing/2014/main" id="{6B2BE2F3-A167-54A6-F138-EB9A77EFB73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60000"/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" y="0"/>
            <a:ext cx="14400213" cy="8135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659575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00027" y="1331507"/>
            <a:ext cx="10800160" cy="2832512"/>
          </a:xfrm>
        </p:spPr>
        <p:txBody>
          <a:bodyPr anchor="b"/>
          <a:lstStyle>
            <a:lvl1pPr algn="ctr">
              <a:defRPr sz="7087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00027" y="4273251"/>
            <a:ext cx="10800160" cy="1964301"/>
          </a:xfrm>
        </p:spPr>
        <p:txBody>
          <a:bodyPr/>
          <a:lstStyle>
            <a:lvl1pPr marL="0" indent="0" algn="ctr">
              <a:buNone/>
              <a:defRPr sz="2835"/>
            </a:lvl1pPr>
            <a:lvl2pPr marL="539999" indent="0" algn="ctr">
              <a:buNone/>
              <a:defRPr sz="2362"/>
            </a:lvl2pPr>
            <a:lvl3pPr marL="1079998" indent="0" algn="ctr">
              <a:buNone/>
              <a:defRPr sz="2126"/>
            </a:lvl3pPr>
            <a:lvl4pPr marL="1619997" indent="0" algn="ctr">
              <a:buNone/>
              <a:defRPr sz="1890"/>
            </a:lvl4pPr>
            <a:lvl5pPr marL="2159996" indent="0" algn="ctr">
              <a:buNone/>
              <a:defRPr sz="1890"/>
            </a:lvl5pPr>
            <a:lvl6pPr marL="2699995" indent="0" algn="ctr">
              <a:buNone/>
              <a:defRPr sz="1890"/>
            </a:lvl6pPr>
            <a:lvl7pPr marL="3239994" indent="0" algn="ctr">
              <a:buNone/>
              <a:defRPr sz="1890"/>
            </a:lvl7pPr>
            <a:lvl8pPr marL="3779992" indent="0" algn="ctr">
              <a:buNone/>
              <a:defRPr sz="1890"/>
            </a:lvl8pPr>
            <a:lvl9pPr marL="4319991" indent="0" algn="ctr">
              <a:buNone/>
              <a:defRPr sz="189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13694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60897D6-E269-A86C-0A60-FA34DDEA3A2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" y="3628"/>
            <a:ext cx="14400213" cy="8132310"/>
          </a:xfrm>
          <a:prstGeom prst="rect">
            <a:avLst/>
          </a:prstGeom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6C4EACCC-7C98-5D39-CA5C-C7A3B620942A}"/>
              </a:ext>
            </a:extLst>
          </p:cNvPr>
          <p:cNvSpPr/>
          <p:nvPr userDrawn="1"/>
        </p:nvSpPr>
        <p:spPr>
          <a:xfrm>
            <a:off x="10972800" y="7223760"/>
            <a:ext cx="3139440" cy="7924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C2D17AF6-27FF-D581-E291-E3D1D4EDCAA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445866" y="369733"/>
            <a:ext cx="3234936" cy="4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1228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62" userDrawn="1">
          <p15:clr>
            <a:srgbClr val="FBAE40"/>
          </p15:clr>
        </p15:guide>
        <p15:guide id="2" pos="4535" userDrawn="1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514" y="2028336"/>
            <a:ext cx="12420184" cy="3384324"/>
          </a:xfrm>
        </p:spPr>
        <p:txBody>
          <a:bodyPr anchor="b"/>
          <a:lstStyle>
            <a:lvl1pPr>
              <a:defRPr sz="7087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514" y="5444676"/>
            <a:ext cx="12420184" cy="1779736"/>
          </a:xfrm>
        </p:spPr>
        <p:txBody>
          <a:bodyPr/>
          <a:lstStyle>
            <a:lvl1pPr marL="0" indent="0">
              <a:buNone/>
              <a:defRPr sz="2835">
                <a:solidFill>
                  <a:schemeClr val="tx1">
                    <a:tint val="75000"/>
                  </a:schemeClr>
                </a:solidFill>
              </a:defRPr>
            </a:lvl1pPr>
            <a:lvl2pPr marL="539999" indent="0">
              <a:buNone/>
              <a:defRPr sz="2362">
                <a:solidFill>
                  <a:schemeClr val="tx1">
                    <a:tint val="75000"/>
                  </a:schemeClr>
                </a:solidFill>
              </a:defRPr>
            </a:lvl2pPr>
            <a:lvl3pPr marL="1079998" indent="0">
              <a:buNone/>
              <a:defRPr sz="2126">
                <a:solidFill>
                  <a:schemeClr val="tx1">
                    <a:tint val="75000"/>
                  </a:schemeClr>
                </a:solidFill>
              </a:defRPr>
            </a:lvl3pPr>
            <a:lvl4pPr marL="1619997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4pPr>
            <a:lvl5pPr marL="2159996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5pPr>
            <a:lvl6pPr marL="2699995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6pPr>
            <a:lvl7pPr marL="3239994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7pPr>
            <a:lvl8pPr marL="3779992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8pPr>
            <a:lvl9pPr marL="4319991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198097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90014" y="2165817"/>
            <a:ext cx="6120091" cy="516217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90108" y="2165817"/>
            <a:ext cx="6120091" cy="516217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959185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433164"/>
            <a:ext cx="12420184" cy="157257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1891" y="1994435"/>
            <a:ext cx="6091965" cy="977442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999" indent="0">
              <a:buNone/>
              <a:defRPr sz="2362" b="1"/>
            </a:lvl2pPr>
            <a:lvl3pPr marL="1079998" indent="0">
              <a:buNone/>
              <a:defRPr sz="2126" b="1"/>
            </a:lvl3pPr>
            <a:lvl4pPr marL="1619997" indent="0">
              <a:buNone/>
              <a:defRPr sz="1890" b="1"/>
            </a:lvl4pPr>
            <a:lvl5pPr marL="2159996" indent="0">
              <a:buNone/>
              <a:defRPr sz="1890" b="1"/>
            </a:lvl5pPr>
            <a:lvl6pPr marL="2699995" indent="0">
              <a:buNone/>
              <a:defRPr sz="1890" b="1"/>
            </a:lvl6pPr>
            <a:lvl7pPr marL="3239994" indent="0">
              <a:buNone/>
              <a:defRPr sz="1890" b="1"/>
            </a:lvl7pPr>
            <a:lvl8pPr marL="3779992" indent="0">
              <a:buNone/>
              <a:defRPr sz="1890" b="1"/>
            </a:lvl8pPr>
            <a:lvl9pPr marL="4319991" indent="0">
              <a:buNone/>
              <a:defRPr sz="189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91891" y="2971877"/>
            <a:ext cx="6091965" cy="437118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290108" y="1994435"/>
            <a:ext cx="6121966" cy="977442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999" indent="0">
              <a:buNone/>
              <a:defRPr sz="2362" b="1"/>
            </a:lvl2pPr>
            <a:lvl3pPr marL="1079998" indent="0">
              <a:buNone/>
              <a:defRPr sz="2126" b="1"/>
            </a:lvl3pPr>
            <a:lvl4pPr marL="1619997" indent="0">
              <a:buNone/>
              <a:defRPr sz="1890" b="1"/>
            </a:lvl4pPr>
            <a:lvl5pPr marL="2159996" indent="0">
              <a:buNone/>
              <a:defRPr sz="1890" b="1"/>
            </a:lvl5pPr>
            <a:lvl6pPr marL="2699995" indent="0">
              <a:buNone/>
              <a:defRPr sz="1890" b="1"/>
            </a:lvl6pPr>
            <a:lvl7pPr marL="3239994" indent="0">
              <a:buNone/>
              <a:defRPr sz="1890" b="1"/>
            </a:lvl7pPr>
            <a:lvl8pPr marL="3779992" indent="0">
              <a:buNone/>
              <a:defRPr sz="1890" b="1"/>
            </a:lvl8pPr>
            <a:lvl9pPr marL="4319991" indent="0">
              <a:buNone/>
              <a:defRPr sz="189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290108" y="2971877"/>
            <a:ext cx="6121966" cy="437118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975429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377170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015032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1" y="542396"/>
            <a:ext cx="4644443" cy="1898386"/>
          </a:xfrm>
        </p:spPr>
        <p:txBody>
          <a:bodyPr anchor="b"/>
          <a:lstStyle>
            <a:lvl1pPr>
              <a:defRPr sz="378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1966" y="1171425"/>
            <a:ext cx="7290108" cy="5781789"/>
          </a:xfrm>
        </p:spPr>
        <p:txBody>
          <a:bodyPr/>
          <a:lstStyle>
            <a:lvl1pPr>
              <a:defRPr sz="3780"/>
            </a:lvl1pPr>
            <a:lvl2pPr>
              <a:defRPr sz="3307"/>
            </a:lvl2pPr>
            <a:lvl3pPr>
              <a:defRPr sz="2835"/>
            </a:lvl3pPr>
            <a:lvl4pPr>
              <a:defRPr sz="2362"/>
            </a:lvl4pPr>
            <a:lvl5pPr>
              <a:defRPr sz="2362"/>
            </a:lvl5pPr>
            <a:lvl6pPr>
              <a:defRPr sz="2362"/>
            </a:lvl6pPr>
            <a:lvl7pPr>
              <a:defRPr sz="2362"/>
            </a:lvl7pPr>
            <a:lvl8pPr>
              <a:defRPr sz="2362"/>
            </a:lvl8pPr>
            <a:lvl9pPr>
              <a:defRPr sz="2362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1" y="2440782"/>
            <a:ext cx="4644443" cy="4521849"/>
          </a:xfrm>
        </p:spPr>
        <p:txBody>
          <a:bodyPr/>
          <a:lstStyle>
            <a:lvl1pPr marL="0" indent="0">
              <a:buNone/>
              <a:defRPr sz="1890"/>
            </a:lvl1pPr>
            <a:lvl2pPr marL="539999" indent="0">
              <a:buNone/>
              <a:defRPr sz="1654"/>
            </a:lvl2pPr>
            <a:lvl3pPr marL="1079998" indent="0">
              <a:buNone/>
              <a:defRPr sz="1417"/>
            </a:lvl3pPr>
            <a:lvl4pPr marL="1619997" indent="0">
              <a:buNone/>
              <a:defRPr sz="1181"/>
            </a:lvl4pPr>
            <a:lvl5pPr marL="2159996" indent="0">
              <a:buNone/>
              <a:defRPr sz="1181"/>
            </a:lvl5pPr>
            <a:lvl6pPr marL="2699995" indent="0">
              <a:buNone/>
              <a:defRPr sz="1181"/>
            </a:lvl6pPr>
            <a:lvl7pPr marL="3239994" indent="0">
              <a:buNone/>
              <a:defRPr sz="1181"/>
            </a:lvl7pPr>
            <a:lvl8pPr marL="3779992" indent="0">
              <a:buNone/>
              <a:defRPr sz="1181"/>
            </a:lvl8pPr>
            <a:lvl9pPr marL="4319991" indent="0">
              <a:buNone/>
              <a:defRPr sz="118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66473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1" y="542396"/>
            <a:ext cx="4644443" cy="1898386"/>
          </a:xfrm>
        </p:spPr>
        <p:txBody>
          <a:bodyPr anchor="b"/>
          <a:lstStyle>
            <a:lvl1pPr>
              <a:defRPr sz="378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121966" y="1171425"/>
            <a:ext cx="7290108" cy="5781789"/>
          </a:xfrm>
        </p:spPr>
        <p:txBody>
          <a:bodyPr anchor="t"/>
          <a:lstStyle>
            <a:lvl1pPr marL="0" indent="0">
              <a:buNone/>
              <a:defRPr sz="3780"/>
            </a:lvl1pPr>
            <a:lvl2pPr marL="539999" indent="0">
              <a:buNone/>
              <a:defRPr sz="3307"/>
            </a:lvl2pPr>
            <a:lvl3pPr marL="1079998" indent="0">
              <a:buNone/>
              <a:defRPr sz="2835"/>
            </a:lvl3pPr>
            <a:lvl4pPr marL="1619997" indent="0">
              <a:buNone/>
              <a:defRPr sz="2362"/>
            </a:lvl4pPr>
            <a:lvl5pPr marL="2159996" indent="0">
              <a:buNone/>
              <a:defRPr sz="2362"/>
            </a:lvl5pPr>
            <a:lvl6pPr marL="2699995" indent="0">
              <a:buNone/>
              <a:defRPr sz="2362"/>
            </a:lvl6pPr>
            <a:lvl7pPr marL="3239994" indent="0">
              <a:buNone/>
              <a:defRPr sz="2362"/>
            </a:lvl7pPr>
            <a:lvl8pPr marL="3779992" indent="0">
              <a:buNone/>
              <a:defRPr sz="2362"/>
            </a:lvl8pPr>
            <a:lvl9pPr marL="4319991" indent="0">
              <a:buNone/>
              <a:defRPr sz="2362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1" y="2440782"/>
            <a:ext cx="4644443" cy="4521849"/>
          </a:xfrm>
        </p:spPr>
        <p:txBody>
          <a:bodyPr/>
          <a:lstStyle>
            <a:lvl1pPr marL="0" indent="0">
              <a:buNone/>
              <a:defRPr sz="1890"/>
            </a:lvl1pPr>
            <a:lvl2pPr marL="539999" indent="0">
              <a:buNone/>
              <a:defRPr sz="1654"/>
            </a:lvl2pPr>
            <a:lvl3pPr marL="1079998" indent="0">
              <a:buNone/>
              <a:defRPr sz="1417"/>
            </a:lvl3pPr>
            <a:lvl4pPr marL="1619997" indent="0">
              <a:buNone/>
              <a:defRPr sz="1181"/>
            </a:lvl4pPr>
            <a:lvl5pPr marL="2159996" indent="0">
              <a:buNone/>
              <a:defRPr sz="1181"/>
            </a:lvl5pPr>
            <a:lvl6pPr marL="2699995" indent="0">
              <a:buNone/>
              <a:defRPr sz="1181"/>
            </a:lvl6pPr>
            <a:lvl7pPr marL="3239994" indent="0">
              <a:buNone/>
              <a:defRPr sz="1181"/>
            </a:lvl7pPr>
            <a:lvl8pPr marL="3779992" indent="0">
              <a:buNone/>
              <a:defRPr sz="1181"/>
            </a:lvl8pPr>
            <a:lvl9pPr marL="4319991" indent="0">
              <a:buNone/>
              <a:defRPr sz="118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340172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133940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305152" y="433164"/>
            <a:ext cx="3105046" cy="6894831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015" y="433164"/>
            <a:ext cx="9135135" cy="6894831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254216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Encabezado de sec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12 Marcador de posición de imagen" descr="ico-destinonegocio-asociacion-istock-getty-images-849x430-1.jpg">
            <a:extLst>
              <a:ext uri="{FF2B5EF4-FFF2-40B4-BE49-F238E27FC236}">
                <a16:creationId xmlns:a16="http://schemas.microsoft.com/office/drawing/2014/main" id="{3A074C0A-97B0-5478-66F6-048ADD9D762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7107" r="17107"/>
          <a:stretch>
            <a:fillRect/>
          </a:stretch>
        </p:blipFill>
        <p:spPr>
          <a:xfrm>
            <a:off x="5801001" y="511775"/>
            <a:ext cx="7560000" cy="7139677"/>
          </a:xfrm>
          <a:custGeom>
            <a:avLst/>
            <a:gdLst>
              <a:gd name="connsiteX0" fmla="*/ 0 w 7527925"/>
              <a:gd name="connsiteY0" fmla="*/ 0 h 6858000"/>
              <a:gd name="connsiteX1" fmla="*/ 7527925 w 7527925"/>
              <a:gd name="connsiteY1" fmla="*/ 0 h 6858000"/>
              <a:gd name="connsiteX2" fmla="*/ 7527925 w 7527925"/>
              <a:gd name="connsiteY2" fmla="*/ 6858000 h 6858000"/>
              <a:gd name="connsiteX3" fmla="*/ 0 w 7527925"/>
              <a:gd name="connsiteY3" fmla="*/ 6858000 h 6858000"/>
              <a:gd name="connsiteX4" fmla="*/ 0 w 7527925"/>
              <a:gd name="connsiteY4" fmla="*/ 0 h 6858000"/>
              <a:gd name="connsiteX0" fmla="*/ 1993392 w 7527925"/>
              <a:gd name="connsiteY0" fmla="*/ 0 h 6858000"/>
              <a:gd name="connsiteX1" fmla="*/ 7527925 w 7527925"/>
              <a:gd name="connsiteY1" fmla="*/ 0 h 6858000"/>
              <a:gd name="connsiteX2" fmla="*/ 7527925 w 7527925"/>
              <a:gd name="connsiteY2" fmla="*/ 6858000 h 6858000"/>
              <a:gd name="connsiteX3" fmla="*/ 0 w 7527925"/>
              <a:gd name="connsiteY3" fmla="*/ 6858000 h 6858000"/>
              <a:gd name="connsiteX4" fmla="*/ 1993392 w 7527925"/>
              <a:gd name="connsiteY4" fmla="*/ 0 h 6858000"/>
              <a:gd name="connsiteX0" fmla="*/ 54864 w 7527925"/>
              <a:gd name="connsiteY0" fmla="*/ 0 h 6867144"/>
              <a:gd name="connsiteX1" fmla="*/ 7527925 w 7527925"/>
              <a:gd name="connsiteY1" fmla="*/ 9144 h 6867144"/>
              <a:gd name="connsiteX2" fmla="*/ 7527925 w 7527925"/>
              <a:gd name="connsiteY2" fmla="*/ 6867144 h 6867144"/>
              <a:gd name="connsiteX3" fmla="*/ 0 w 7527925"/>
              <a:gd name="connsiteY3" fmla="*/ 6867144 h 6867144"/>
              <a:gd name="connsiteX4" fmla="*/ 54864 w 7527925"/>
              <a:gd name="connsiteY4" fmla="*/ 0 h 6867144"/>
              <a:gd name="connsiteX0" fmla="*/ 0 w 7473061"/>
              <a:gd name="connsiteY0" fmla="*/ 0 h 6867144"/>
              <a:gd name="connsiteX1" fmla="*/ 7473061 w 7473061"/>
              <a:gd name="connsiteY1" fmla="*/ 9144 h 6867144"/>
              <a:gd name="connsiteX2" fmla="*/ 7473061 w 7473061"/>
              <a:gd name="connsiteY2" fmla="*/ 6867144 h 6867144"/>
              <a:gd name="connsiteX3" fmla="*/ 2084832 w 7473061"/>
              <a:gd name="connsiteY3" fmla="*/ 6867144 h 6867144"/>
              <a:gd name="connsiteX4" fmla="*/ 0 w 7473061"/>
              <a:gd name="connsiteY4" fmla="*/ 0 h 6867144"/>
              <a:gd name="connsiteX0" fmla="*/ 0 w 8920861"/>
              <a:gd name="connsiteY0" fmla="*/ 16256 h 6858000"/>
              <a:gd name="connsiteX1" fmla="*/ 8920861 w 8920861"/>
              <a:gd name="connsiteY1" fmla="*/ 0 h 6858000"/>
              <a:gd name="connsiteX2" fmla="*/ 8920861 w 8920861"/>
              <a:gd name="connsiteY2" fmla="*/ 6858000 h 6858000"/>
              <a:gd name="connsiteX3" fmla="*/ 3532632 w 8920861"/>
              <a:gd name="connsiteY3" fmla="*/ 6858000 h 6858000"/>
              <a:gd name="connsiteX4" fmla="*/ 0 w 8920861"/>
              <a:gd name="connsiteY4" fmla="*/ 16256 h 6858000"/>
              <a:gd name="connsiteX0" fmla="*/ 0 w 8196961"/>
              <a:gd name="connsiteY0" fmla="*/ 371856 h 6858000"/>
              <a:gd name="connsiteX1" fmla="*/ 8196961 w 8196961"/>
              <a:gd name="connsiteY1" fmla="*/ 0 h 6858000"/>
              <a:gd name="connsiteX2" fmla="*/ 8196961 w 8196961"/>
              <a:gd name="connsiteY2" fmla="*/ 6858000 h 6858000"/>
              <a:gd name="connsiteX3" fmla="*/ 2808732 w 8196961"/>
              <a:gd name="connsiteY3" fmla="*/ 6858000 h 6858000"/>
              <a:gd name="connsiteX4" fmla="*/ 0 w 8196961"/>
              <a:gd name="connsiteY4" fmla="*/ 371856 h 6858000"/>
              <a:gd name="connsiteX0" fmla="*/ 0 w 8920861"/>
              <a:gd name="connsiteY0" fmla="*/ 0 h 6867144"/>
              <a:gd name="connsiteX1" fmla="*/ 8920861 w 8920861"/>
              <a:gd name="connsiteY1" fmla="*/ 9144 h 6867144"/>
              <a:gd name="connsiteX2" fmla="*/ 8920861 w 8920861"/>
              <a:gd name="connsiteY2" fmla="*/ 6867144 h 6867144"/>
              <a:gd name="connsiteX3" fmla="*/ 3532632 w 8920861"/>
              <a:gd name="connsiteY3" fmla="*/ 6867144 h 6867144"/>
              <a:gd name="connsiteX4" fmla="*/ 0 w 8920861"/>
              <a:gd name="connsiteY4" fmla="*/ 0 h 6867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920861" h="6867144">
                <a:moveTo>
                  <a:pt x="0" y="0"/>
                </a:moveTo>
                <a:lnTo>
                  <a:pt x="8920861" y="9144"/>
                </a:lnTo>
                <a:lnTo>
                  <a:pt x="8920861" y="6867144"/>
                </a:lnTo>
                <a:lnTo>
                  <a:pt x="3532632" y="6867144"/>
                </a:lnTo>
                <a:lnTo>
                  <a:pt x="0" y="0"/>
                </a:ln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</p:spPr>
      </p:pic>
    </p:spTree>
    <p:extLst>
      <p:ext uri="{BB962C8B-B14F-4D97-AF65-F5344CB8AC3E}">
        <p14:creationId xmlns:p14="http://schemas.microsoft.com/office/powerpoint/2010/main" val="223125383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Encabezado de sec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F1A61358-7DBF-B1EC-F563-8153F9206113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" t="-107" r="49998" b="-7509"/>
          <a:stretch/>
        </p:blipFill>
        <p:spPr bwMode="auto">
          <a:xfrm>
            <a:off x="997620" y="521494"/>
            <a:ext cx="6120605" cy="7602583"/>
          </a:xfrm>
          <a:prstGeom prst="flowChartDelay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845405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7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6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9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6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6.xml"/><Relationship Id="rId14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8.xml"/><Relationship Id="rId13" Type="http://schemas.openxmlformats.org/officeDocument/2006/relationships/slideLayout" Target="../slideLayouts/slideLayout43.xml"/><Relationship Id="rId3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7.xml"/><Relationship Id="rId12" Type="http://schemas.openxmlformats.org/officeDocument/2006/relationships/slideLayout" Target="../slideLayouts/slideLayout42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11" Type="http://schemas.openxmlformats.org/officeDocument/2006/relationships/slideLayout" Target="../slideLayouts/slideLayout41.xml"/><Relationship Id="rId5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40.xml"/><Relationship Id="rId4" Type="http://schemas.openxmlformats.org/officeDocument/2006/relationships/slideLayout" Target="../slideLayouts/slideLayout34.xml"/><Relationship Id="rId9" Type="http://schemas.openxmlformats.org/officeDocument/2006/relationships/slideLayout" Target="../slideLayouts/slideLayout39.xml"/><Relationship Id="rId1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9168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txStyles>
    <p:titleStyle>
      <a:lvl1pPr algn="l" defTabSz="928025" rtl="0" eaLnBrk="1" latinLnBrk="0" hangingPunct="1">
        <a:lnSpc>
          <a:spcPct val="90000"/>
        </a:lnSpc>
        <a:spcBef>
          <a:spcPct val="0"/>
        </a:spcBef>
        <a:buNone/>
        <a:defRPr sz="4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32006" indent="-232006" algn="l" defTabSz="928025" rtl="0" eaLnBrk="1" latinLnBrk="0" hangingPunct="1">
        <a:lnSpc>
          <a:spcPct val="90000"/>
        </a:lnSpc>
        <a:spcBef>
          <a:spcPts val="1015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96018" indent="-232006" algn="l" defTabSz="928025" rtl="0" eaLnBrk="1" latinLnBrk="0" hangingPunct="1">
        <a:lnSpc>
          <a:spcPct val="90000"/>
        </a:lnSpc>
        <a:spcBef>
          <a:spcPts val="50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60031" indent="-232006" algn="l" defTabSz="928025" rtl="0" eaLnBrk="1" latinLnBrk="0" hangingPunct="1">
        <a:lnSpc>
          <a:spcPct val="90000"/>
        </a:lnSpc>
        <a:spcBef>
          <a:spcPts val="507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24043" indent="-232006" algn="l" defTabSz="928025" rtl="0" eaLnBrk="1" latinLnBrk="0" hangingPunct="1">
        <a:lnSpc>
          <a:spcPct val="90000"/>
        </a:lnSpc>
        <a:spcBef>
          <a:spcPts val="507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88055" indent="-232006" algn="l" defTabSz="928025" rtl="0" eaLnBrk="1" latinLnBrk="0" hangingPunct="1">
        <a:lnSpc>
          <a:spcPct val="90000"/>
        </a:lnSpc>
        <a:spcBef>
          <a:spcPts val="507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52068" indent="-232006" algn="l" defTabSz="928025" rtl="0" eaLnBrk="1" latinLnBrk="0" hangingPunct="1">
        <a:lnSpc>
          <a:spcPct val="90000"/>
        </a:lnSpc>
        <a:spcBef>
          <a:spcPts val="507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3016080" indent="-232006" algn="l" defTabSz="928025" rtl="0" eaLnBrk="1" latinLnBrk="0" hangingPunct="1">
        <a:lnSpc>
          <a:spcPct val="90000"/>
        </a:lnSpc>
        <a:spcBef>
          <a:spcPts val="507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80092" indent="-232006" algn="l" defTabSz="928025" rtl="0" eaLnBrk="1" latinLnBrk="0" hangingPunct="1">
        <a:lnSpc>
          <a:spcPct val="90000"/>
        </a:lnSpc>
        <a:spcBef>
          <a:spcPts val="507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944104" indent="-232006" algn="l" defTabSz="928025" rtl="0" eaLnBrk="1" latinLnBrk="0" hangingPunct="1">
        <a:lnSpc>
          <a:spcPct val="90000"/>
        </a:lnSpc>
        <a:spcBef>
          <a:spcPts val="507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x-none"/>
      </a:defPPr>
      <a:lvl1pPr marL="0" algn="l" defTabSz="92802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4012" algn="l" defTabSz="92802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28025" algn="l" defTabSz="92802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2037" algn="l" defTabSz="92802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56049" algn="l" defTabSz="92802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20061" algn="l" defTabSz="92802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84074" algn="l" defTabSz="92802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48086" algn="l" defTabSz="92802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12098" algn="l" defTabSz="92802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62" userDrawn="1">
          <p15:clr>
            <a:srgbClr val="F26B43"/>
          </p15:clr>
        </p15:guide>
        <p15:guide id="2" pos="4535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Marcador de título 1">
            <a:extLst>
              <a:ext uri="{FF2B5EF4-FFF2-40B4-BE49-F238E27FC236}">
                <a16:creationId xmlns:a16="http://schemas.microsoft.com/office/drawing/2014/main" id="{9C597D6E-B138-7916-C7C5-B403388760B4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325815"/>
            <a:ext cx="12960192" cy="13559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Clic para editar título</a:t>
            </a:r>
            <a:endParaRPr lang="es-ES" altLang="es-MX"/>
          </a:p>
        </p:txBody>
      </p:sp>
      <p:sp>
        <p:nvSpPr>
          <p:cNvPr id="1027" name="Marcador de texto 2">
            <a:extLst>
              <a:ext uri="{FF2B5EF4-FFF2-40B4-BE49-F238E27FC236}">
                <a16:creationId xmlns:a16="http://schemas.microsoft.com/office/drawing/2014/main" id="{5FA70C82-18AF-9CFB-FA9F-7B9D90DD9172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1898386"/>
            <a:ext cx="12960192" cy="5369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Haga clic para modificar el estilo de texto del patrón</a:t>
            </a:r>
          </a:p>
          <a:p>
            <a:pPr lvl="1"/>
            <a:r>
              <a:rPr lang="es-ES_tradnl" altLang="es-MX"/>
              <a:t>Segundo nivel</a:t>
            </a:r>
          </a:p>
          <a:p>
            <a:pPr lvl="2"/>
            <a:r>
              <a:rPr lang="es-ES_tradnl" altLang="es-MX"/>
              <a:t>Tercer nivel</a:t>
            </a:r>
          </a:p>
          <a:p>
            <a:pPr lvl="3"/>
            <a:r>
              <a:rPr lang="es-ES_tradnl" altLang="es-MX"/>
              <a:t>Cuarto nivel</a:t>
            </a:r>
          </a:p>
          <a:p>
            <a:pPr lvl="4"/>
            <a:r>
              <a:rPr lang="es-ES_tradnl" altLang="es-MX"/>
              <a:t>Quinto nivel</a:t>
            </a:r>
            <a:endParaRPr lang="es-ES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7C6FECA-B359-1FB4-F5E0-77F8607664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6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CEA865BC-BA6A-4CF5-947D-37B5DFE5B2BE}" type="datetimeFigureOut">
              <a:rPr lang="es-ES"/>
              <a:pPr>
                <a:defRPr/>
              </a:pPr>
              <a:t>06/09/2026</a:t>
            </a:fld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6AD0B34-A174-DF91-AE40-15DA82943C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4" y="7540810"/>
            <a:ext cx="4560067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6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C54D000-7A06-43C6-CAEF-83999985FA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20153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606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60D76737-1D98-49D1-850D-719AC710D570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1133248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</p:sldLayoutIdLst>
  <p:txStyles>
    <p:titleStyle>
      <a:lvl1pPr algn="ctr" defTabSz="610445" rtl="0" eaLnBrk="0" fontAlgn="base" hangingPunct="0">
        <a:spcBef>
          <a:spcPct val="0"/>
        </a:spcBef>
        <a:spcAft>
          <a:spcPct val="0"/>
        </a:spcAft>
        <a:defRPr sz="5823" kern="1200">
          <a:solidFill>
            <a:schemeClr val="tx1"/>
          </a:solidFill>
          <a:latin typeface="Muller thin"/>
          <a:ea typeface="+mj-ea"/>
          <a:cs typeface="+mj-cs"/>
        </a:defRPr>
      </a:lvl1pPr>
      <a:lvl2pPr algn="ctr" defTabSz="610445" rtl="0" eaLnBrk="0" fontAlgn="base" hangingPunct="0">
        <a:spcBef>
          <a:spcPct val="0"/>
        </a:spcBef>
        <a:spcAft>
          <a:spcPct val="0"/>
        </a:spcAft>
        <a:defRPr sz="5823">
          <a:solidFill>
            <a:schemeClr val="tx1"/>
          </a:solidFill>
          <a:latin typeface="Muller thin"/>
        </a:defRPr>
      </a:lvl2pPr>
      <a:lvl3pPr algn="ctr" defTabSz="610445" rtl="0" eaLnBrk="0" fontAlgn="base" hangingPunct="0">
        <a:spcBef>
          <a:spcPct val="0"/>
        </a:spcBef>
        <a:spcAft>
          <a:spcPct val="0"/>
        </a:spcAft>
        <a:defRPr sz="5823">
          <a:solidFill>
            <a:schemeClr val="tx1"/>
          </a:solidFill>
          <a:latin typeface="Muller thin"/>
        </a:defRPr>
      </a:lvl3pPr>
      <a:lvl4pPr algn="ctr" defTabSz="610445" rtl="0" eaLnBrk="0" fontAlgn="base" hangingPunct="0">
        <a:spcBef>
          <a:spcPct val="0"/>
        </a:spcBef>
        <a:spcAft>
          <a:spcPct val="0"/>
        </a:spcAft>
        <a:defRPr sz="5823">
          <a:solidFill>
            <a:schemeClr val="tx1"/>
          </a:solidFill>
          <a:latin typeface="Muller thin"/>
        </a:defRPr>
      </a:lvl4pPr>
      <a:lvl5pPr algn="ctr" defTabSz="610445" rtl="0" eaLnBrk="0" fontAlgn="base" hangingPunct="0">
        <a:spcBef>
          <a:spcPct val="0"/>
        </a:spcBef>
        <a:spcAft>
          <a:spcPct val="0"/>
        </a:spcAft>
        <a:defRPr sz="5823">
          <a:solidFill>
            <a:schemeClr val="tx1"/>
          </a:solidFill>
          <a:latin typeface="Muller thin"/>
        </a:defRPr>
      </a:lvl5pPr>
      <a:lvl6pPr marL="459029" algn="ctr" defTabSz="610445" rtl="0" fontAlgn="base">
        <a:spcBef>
          <a:spcPct val="0"/>
        </a:spcBef>
        <a:spcAft>
          <a:spcPct val="0"/>
        </a:spcAft>
        <a:defRPr sz="5823">
          <a:solidFill>
            <a:schemeClr val="tx1"/>
          </a:solidFill>
          <a:latin typeface="Muller thin"/>
        </a:defRPr>
      </a:lvl6pPr>
      <a:lvl7pPr marL="918058" algn="ctr" defTabSz="610445" rtl="0" fontAlgn="base">
        <a:spcBef>
          <a:spcPct val="0"/>
        </a:spcBef>
        <a:spcAft>
          <a:spcPct val="0"/>
        </a:spcAft>
        <a:defRPr sz="5823">
          <a:solidFill>
            <a:schemeClr val="tx1"/>
          </a:solidFill>
          <a:latin typeface="Muller thin"/>
        </a:defRPr>
      </a:lvl7pPr>
      <a:lvl8pPr marL="1377086" algn="ctr" defTabSz="610445" rtl="0" fontAlgn="base">
        <a:spcBef>
          <a:spcPct val="0"/>
        </a:spcBef>
        <a:spcAft>
          <a:spcPct val="0"/>
        </a:spcAft>
        <a:defRPr sz="5823">
          <a:solidFill>
            <a:schemeClr val="tx1"/>
          </a:solidFill>
          <a:latin typeface="Muller thin"/>
        </a:defRPr>
      </a:lvl8pPr>
      <a:lvl9pPr marL="1836115" algn="ctr" defTabSz="610445" rtl="0" fontAlgn="base">
        <a:spcBef>
          <a:spcPct val="0"/>
        </a:spcBef>
        <a:spcAft>
          <a:spcPct val="0"/>
        </a:spcAft>
        <a:defRPr sz="5823">
          <a:solidFill>
            <a:schemeClr val="tx1"/>
          </a:solidFill>
          <a:latin typeface="Muller thin"/>
        </a:defRPr>
      </a:lvl9pPr>
    </p:titleStyle>
    <p:bodyStyle>
      <a:lvl1pPr marL="457435" indent="-457435" algn="l" defTabSz="610445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Muller thin"/>
          <a:ea typeface="+mn-ea"/>
          <a:cs typeface="+mn-cs"/>
        </a:defRPr>
      </a:lvl1pPr>
      <a:lvl2pPr marL="992969" indent="-380931" algn="l" defTabSz="610445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15" kern="1200">
          <a:solidFill>
            <a:schemeClr val="tx1"/>
          </a:solidFill>
          <a:latin typeface="Muller thin"/>
          <a:ea typeface="+mn-ea"/>
          <a:cs typeface="+mn-cs"/>
        </a:defRPr>
      </a:lvl2pPr>
      <a:lvl3pPr marL="1528503" indent="-304426" algn="l" defTabSz="610445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13" kern="1200">
          <a:solidFill>
            <a:schemeClr val="tx1"/>
          </a:solidFill>
          <a:latin typeface="Muller thin"/>
          <a:ea typeface="+mn-ea"/>
          <a:cs typeface="+mn-cs"/>
        </a:defRPr>
      </a:lvl3pPr>
      <a:lvl4pPr marL="2140541" indent="-304426" algn="l" defTabSz="610445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10" kern="1200">
          <a:solidFill>
            <a:schemeClr val="tx1"/>
          </a:solidFill>
          <a:latin typeface="Muller thin"/>
          <a:ea typeface="+mn-ea"/>
          <a:cs typeface="+mn-cs"/>
        </a:defRPr>
      </a:lvl4pPr>
      <a:lvl5pPr marL="2752579" indent="-304426" algn="l" defTabSz="610445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10" kern="1200">
          <a:solidFill>
            <a:schemeClr val="tx1"/>
          </a:solidFill>
          <a:latin typeface="Muller thin"/>
          <a:ea typeface="+mn-ea"/>
          <a:cs typeface="+mn-cs"/>
        </a:defRPr>
      </a:lvl5pPr>
      <a:lvl6pPr marL="3365958" indent="-305995" algn="l" defTabSz="611993" rtl="0" eaLnBrk="1" latinLnBrk="0" hangingPunct="1">
        <a:spcBef>
          <a:spcPct val="20000"/>
        </a:spcBef>
        <a:buFont typeface="Arial"/>
        <a:buChar char="•"/>
        <a:defRPr sz="2678" kern="1200">
          <a:solidFill>
            <a:schemeClr val="tx1"/>
          </a:solidFill>
          <a:latin typeface="+mn-lt"/>
          <a:ea typeface="+mn-ea"/>
          <a:cs typeface="+mn-cs"/>
        </a:defRPr>
      </a:lvl6pPr>
      <a:lvl7pPr marL="3977952" indent="-305995" algn="l" defTabSz="611993" rtl="0" eaLnBrk="1" latinLnBrk="0" hangingPunct="1">
        <a:spcBef>
          <a:spcPct val="20000"/>
        </a:spcBef>
        <a:buFont typeface="Arial"/>
        <a:buChar char="•"/>
        <a:defRPr sz="2678" kern="1200">
          <a:solidFill>
            <a:schemeClr val="tx1"/>
          </a:solidFill>
          <a:latin typeface="+mn-lt"/>
          <a:ea typeface="+mn-ea"/>
          <a:cs typeface="+mn-cs"/>
        </a:defRPr>
      </a:lvl7pPr>
      <a:lvl8pPr marL="4589945" indent="-305995" algn="l" defTabSz="611993" rtl="0" eaLnBrk="1" latinLnBrk="0" hangingPunct="1">
        <a:spcBef>
          <a:spcPct val="20000"/>
        </a:spcBef>
        <a:buFont typeface="Arial"/>
        <a:buChar char="•"/>
        <a:defRPr sz="2678" kern="1200">
          <a:solidFill>
            <a:schemeClr val="tx1"/>
          </a:solidFill>
          <a:latin typeface="+mn-lt"/>
          <a:ea typeface="+mn-ea"/>
          <a:cs typeface="+mn-cs"/>
        </a:defRPr>
      </a:lvl8pPr>
      <a:lvl9pPr marL="5201937" indent="-305995" algn="l" defTabSz="611993" rtl="0" eaLnBrk="1" latinLnBrk="0" hangingPunct="1">
        <a:spcBef>
          <a:spcPct val="20000"/>
        </a:spcBef>
        <a:buFont typeface="Arial"/>
        <a:buChar char="•"/>
        <a:defRPr sz="267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11993" rtl="0" eaLnBrk="1" latinLnBrk="0" hangingPunct="1">
        <a:defRPr sz="2410" kern="1200">
          <a:solidFill>
            <a:schemeClr val="tx1"/>
          </a:solidFill>
          <a:latin typeface="+mn-lt"/>
          <a:ea typeface="+mn-ea"/>
          <a:cs typeface="+mn-cs"/>
        </a:defRPr>
      </a:lvl1pPr>
      <a:lvl2pPr marL="611993" algn="l" defTabSz="611993" rtl="0" eaLnBrk="1" latinLnBrk="0" hangingPunct="1">
        <a:defRPr sz="2410" kern="1200">
          <a:solidFill>
            <a:schemeClr val="tx1"/>
          </a:solidFill>
          <a:latin typeface="+mn-lt"/>
          <a:ea typeface="+mn-ea"/>
          <a:cs typeface="+mn-cs"/>
        </a:defRPr>
      </a:lvl2pPr>
      <a:lvl3pPr marL="1223986" algn="l" defTabSz="611993" rtl="0" eaLnBrk="1" latinLnBrk="0" hangingPunct="1">
        <a:defRPr sz="2410" kern="1200">
          <a:solidFill>
            <a:schemeClr val="tx1"/>
          </a:solidFill>
          <a:latin typeface="+mn-lt"/>
          <a:ea typeface="+mn-ea"/>
          <a:cs typeface="+mn-cs"/>
        </a:defRPr>
      </a:lvl3pPr>
      <a:lvl4pPr marL="1835979" algn="l" defTabSz="611993" rtl="0" eaLnBrk="1" latinLnBrk="0" hangingPunct="1">
        <a:defRPr sz="2410" kern="1200">
          <a:solidFill>
            <a:schemeClr val="tx1"/>
          </a:solidFill>
          <a:latin typeface="+mn-lt"/>
          <a:ea typeface="+mn-ea"/>
          <a:cs typeface="+mn-cs"/>
        </a:defRPr>
      </a:lvl4pPr>
      <a:lvl5pPr marL="2447971" algn="l" defTabSz="611993" rtl="0" eaLnBrk="1" latinLnBrk="0" hangingPunct="1">
        <a:defRPr sz="2410" kern="1200">
          <a:solidFill>
            <a:schemeClr val="tx1"/>
          </a:solidFill>
          <a:latin typeface="+mn-lt"/>
          <a:ea typeface="+mn-ea"/>
          <a:cs typeface="+mn-cs"/>
        </a:defRPr>
      </a:lvl5pPr>
      <a:lvl6pPr marL="3059963" algn="l" defTabSz="611993" rtl="0" eaLnBrk="1" latinLnBrk="0" hangingPunct="1">
        <a:defRPr sz="2410" kern="1200">
          <a:solidFill>
            <a:schemeClr val="tx1"/>
          </a:solidFill>
          <a:latin typeface="+mn-lt"/>
          <a:ea typeface="+mn-ea"/>
          <a:cs typeface="+mn-cs"/>
        </a:defRPr>
      </a:lvl6pPr>
      <a:lvl7pPr marL="3671956" algn="l" defTabSz="611993" rtl="0" eaLnBrk="1" latinLnBrk="0" hangingPunct="1">
        <a:defRPr sz="2410" kern="1200">
          <a:solidFill>
            <a:schemeClr val="tx1"/>
          </a:solidFill>
          <a:latin typeface="+mn-lt"/>
          <a:ea typeface="+mn-ea"/>
          <a:cs typeface="+mn-cs"/>
        </a:defRPr>
      </a:lvl7pPr>
      <a:lvl8pPr marL="4283948" algn="l" defTabSz="611993" rtl="0" eaLnBrk="1" latinLnBrk="0" hangingPunct="1">
        <a:defRPr sz="2410" kern="1200">
          <a:solidFill>
            <a:schemeClr val="tx1"/>
          </a:solidFill>
          <a:latin typeface="+mn-lt"/>
          <a:ea typeface="+mn-ea"/>
          <a:cs typeface="+mn-cs"/>
        </a:defRPr>
      </a:lvl8pPr>
      <a:lvl9pPr marL="4895941" algn="l" defTabSz="611993" rtl="0" eaLnBrk="1" latinLnBrk="0" hangingPunct="1">
        <a:defRPr sz="241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62" userDrawn="1">
          <p15:clr>
            <a:srgbClr val="F26B43"/>
          </p15:clr>
        </p15:guide>
        <p15:guide id="2" pos="4535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Marcador de título 1">
            <a:extLst>
              <a:ext uri="{FF2B5EF4-FFF2-40B4-BE49-F238E27FC236}">
                <a16:creationId xmlns:a16="http://schemas.microsoft.com/office/drawing/2014/main" id="{7A203CCB-A6CB-98AD-2AC8-89243A37FAD0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20011" y="325815"/>
            <a:ext cx="12960192" cy="13559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Clic para editar título</a:t>
            </a:r>
            <a:endParaRPr lang="es-ES" altLang="es-MX"/>
          </a:p>
        </p:txBody>
      </p:sp>
      <p:sp>
        <p:nvSpPr>
          <p:cNvPr id="1027" name="Marcador de texto 2">
            <a:extLst>
              <a:ext uri="{FF2B5EF4-FFF2-40B4-BE49-F238E27FC236}">
                <a16:creationId xmlns:a16="http://schemas.microsoft.com/office/drawing/2014/main" id="{C3E8E719-65E7-90DB-4496-78C21A55DD8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720011" y="1898386"/>
            <a:ext cx="12960192" cy="5369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8" tIns="45719" rIns="91438" bIns="4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altLang="es-MX"/>
              <a:t>Haga clic para modificar el estilo de texto del patrón</a:t>
            </a:r>
          </a:p>
          <a:p>
            <a:pPr lvl="1"/>
            <a:r>
              <a:rPr lang="es-ES_tradnl" altLang="es-MX"/>
              <a:t>Segundo nivel</a:t>
            </a:r>
          </a:p>
          <a:p>
            <a:pPr lvl="2"/>
            <a:r>
              <a:rPr lang="es-ES_tradnl" altLang="es-MX"/>
              <a:t>Tercer nivel</a:t>
            </a:r>
          </a:p>
          <a:p>
            <a:pPr lvl="3"/>
            <a:r>
              <a:rPr lang="es-ES_tradnl" altLang="es-MX"/>
              <a:t>Cuarto nivel</a:t>
            </a:r>
          </a:p>
          <a:p>
            <a:pPr lvl="4"/>
            <a:r>
              <a:rPr lang="es-ES_tradnl" altLang="es-MX"/>
              <a:t>Quinto nivel</a:t>
            </a:r>
            <a:endParaRPr lang="es-ES" alt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D0D5D6A-ADB8-40A6-88AE-10069B7699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11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606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84813EE3-F525-40FE-AFCB-57B9358FD184}" type="datetimeFigureOut">
              <a:rPr lang="es-ES"/>
              <a:pPr>
                <a:defRPr/>
              </a:pPr>
              <a:t>06/09/2026</a:t>
            </a:fld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AD59CD3-9410-3AE7-178B-E5F71ACB17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20074" y="7540810"/>
            <a:ext cx="4560067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606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70088C1-F9C4-D26A-9803-B058C4EE05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20153" y="7540810"/>
            <a:ext cx="3360050" cy="435047"/>
          </a:xfrm>
          <a:prstGeom prst="rect">
            <a:avLst/>
          </a:prstGeom>
        </p:spPr>
        <p:txBody>
          <a:bodyPr vert="horz" wrap="square" lIns="91438" tIns="45719" rIns="91438" bIns="4571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606">
                <a:solidFill>
                  <a:srgbClr val="898989"/>
                </a:solidFill>
                <a:latin typeface="Muller thin"/>
              </a:defRPr>
            </a:lvl1pPr>
          </a:lstStyle>
          <a:p>
            <a:pPr>
              <a:defRPr/>
            </a:pPr>
            <a:fld id="{C389DCF3-AEDC-4467-BC43-F9B0028318FB}" type="slidenum">
              <a:rPr lang="es-ES" altLang="es-MX"/>
              <a:pPr>
                <a:defRPr/>
              </a:pPr>
              <a:t>‹Nº›</a:t>
            </a:fld>
            <a:endParaRPr lang="es-ES" altLang="es-MX" dirty="0"/>
          </a:p>
        </p:txBody>
      </p:sp>
    </p:spTree>
    <p:extLst>
      <p:ext uri="{BB962C8B-B14F-4D97-AF65-F5344CB8AC3E}">
        <p14:creationId xmlns:p14="http://schemas.microsoft.com/office/powerpoint/2010/main" val="79439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5" r:id="rId13"/>
  </p:sldLayoutIdLst>
  <p:txStyles>
    <p:titleStyle>
      <a:lvl1pPr algn="ctr" defTabSz="610445" rtl="0" eaLnBrk="0" fontAlgn="base" hangingPunct="0">
        <a:spcBef>
          <a:spcPct val="0"/>
        </a:spcBef>
        <a:spcAft>
          <a:spcPct val="0"/>
        </a:spcAft>
        <a:defRPr sz="5823" kern="1200">
          <a:solidFill>
            <a:schemeClr val="tx1"/>
          </a:solidFill>
          <a:latin typeface="Muller thin"/>
          <a:ea typeface="+mj-ea"/>
          <a:cs typeface="+mj-cs"/>
        </a:defRPr>
      </a:lvl1pPr>
      <a:lvl2pPr algn="ctr" defTabSz="610445" rtl="0" eaLnBrk="0" fontAlgn="base" hangingPunct="0">
        <a:spcBef>
          <a:spcPct val="0"/>
        </a:spcBef>
        <a:spcAft>
          <a:spcPct val="0"/>
        </a:spcAft>
        <a:defRPr sz="5823">
          <a:solidFill>
            <a:schemeClr val="tx1"/>
          </a:solidFill>
          <a:latin typeface="Muller thin"/>
        </a:defRPr>
      </a:lvl2pPr>
      <a:lvl3pPr algn="ctr" defTabSz="610445" rtl="0" eaLnBrk="0" fontAlgn="base" hangingPunct="0">
        <a:spcBef>
          <a:spcPct val="0"/>
        </a:spcBef>
        <a:spcAft>
          <a:spcPct val="0"/>
        </a:spcAft>
        <a:defRPr sz="5823">
          <a:solidFill>
            <a:schemeClr val="tx1"/>
          </a:solidFill>
          <a:latin typeface="Muller thin"/>
        </a:defRPr>
      </a:lvl3pPr>
      <a:lvl4pPr algn="ctr" defTabSz="610445" rtl="0" eaLnBrk="0" fontAlgn="base" hangingPunct="0">
        <a:spcBef>
          <a:spcPct val="0"/>
        </a:spcBef>
        <a:spcAft>
          <a:spcPct val="0"/>
        </a:spcAft>
        <a:defRPr sz="5823">
          <a:solidFill>
            <a:schemeClr val="tx1"/>
          </a:solidFill>
          <a:latin typeface="Muller thin"/>
        </a:defRPr>
      </a:lvl4pPr>
      <a:lvl5pPr algn="ctr" defTabSz="610445" rtl="0" eaLnBrk="0" fontAlgn="base" hangingPunct="0">
        <a:spcBef>
          <a:spcPct val="0"/>
        </a:spcBef>
        <a:spcAft>
          <a:spcPct val="0"/>
        </a:spcAft>
        <a:defRPr sz="5823">
          <a:solidFill>
            <a:schemeClr val="tx1"/>
          </a:solidFill>
          <a:latin typeface="Muller thin"/>
        </a:defRPr>
      </a:lvl5pPr>
      <a:lvl6pPr marL="459029" algn="ctr" defTabSz="610445" rtl="0" fontAlgn="base">
        <a:spcBef>
          <a:spcPct val="0"/>
        </a:spcBef>
        <a:spcAft>
          <a:spcPct val="0"/>
        </a:spcAft>
        <a:defRPr sz="5823">
          <a:solidFill>
            <a:schemeClr val="tx1"/>
          </a:solidFill>
          <a:latin typeface="Muller thin"/>
        </a:defRPr>
      </a:lvl6pPr>
      <a:lvl7pPr marL="918058" algn="ctr" defTabSz="610445" rtl="0" fontAlgn="base">
        <a:spcBef>
          <a:spcPct val="0"/>
        </a:spcBef>
        <a:spcAft>
          <a:spcPct val="0"/>
        </a:spcAft>
        <a:defRPr sz="5823">
          <a:solidFill>
            <a:schemeClr val="tx1"/>
          </a:solidFill>
          <a:latin typeface="Muller thin"/>
        </a:defRPr>
      </a:lvl7pPr>
      <a:lvl8pPr marL="1377086" algn="ctr" defTabSz="610445" rtl="0" fontAlgn="base">
        <a:spcBef>
          <a:spcPct val="0"/>
        </a:spcBef>
        <a:spcAft>
          <a:spcPct val="0"/>
        </a:spcAft>
        <a:defRPr sz="5823">
          <a:solidFill>
            <a:schemeClr val="tx1"/>
          </a:solidFill>
          <a:latin typeface="Muller thin"/>
        </a:defRPr>
      </a:lvl8pPr>
      <a:lvl9pPr marL="1836115" algn="ctr" defTabSz="610445" rtl="0" fontAlgn="base">
        <a:spcBef>
          <a:spcPct val="0"/>
        </a:spcBef>
        <a:spcAft>
          <a:spcPct val="0"/>
        </a:spcAft>
        <a:defRPr sz="5823">
          <a:solidFill>
            <a:schemeClr val="tx1"/>
          </a:solidFill>
          <a:latin typeface="Muller thin"/>
        </a:defRPr>
      </a:lvl9pPr>
    </p:titleStyle>
    <p:bodyStyle>
      <a:lvl1pPr marL="457435" indent="-457435" algn="l" defTabSz="610445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Muller thin"/>
          <a:ea typeface="+mn-ea"/>
          <a:cs typeface="+mn-cs"/>
        </a:defRPr>
      </a:lvl1pPr>
      <a:lvl2pPr marL="992969" indent="-380931" algn="l" defTabSz="610445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715" kern="1200">
          <a:solidFill>
            <a:schemeClr val="tx1"/>
          </a:solidFill>
          <a:latin typeface="Muller thin"/>
          <a:ea typeface="+mn-ea"/>
          <a:cs typeface="+mn-cs"/>
        </a:defRPr>
      </a:lvl2pPr>
      <a:lvl3pPr marL="1528503" indent="-304426" algn="l" defTabSz="610445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13" kern="1200">
          <a:solidFill>
            <a:schemeClr val="tx1"/>
          </a:solidFill>
          <a:latin typeface="Muller thin"/>
          <a:ea typeface="+mn-ea"/>
          <a:cs typeface="+mn-cs"/>
        </a:defRPr>
      </a:lvl3pPr>
      <a:lvl4pPr marL="2140541" indent="-304426" algn="l" defTabSz="610445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610" kern="1200">
          <a:solidFill>
            <a:schemeClr val="tx1"/>
          </a:solidFill>
          <a:latin typeface="Muller thin"/>
          <a:ea typeface="+mn-ea"/>
          <a:cs typeface="+mn-cs"/>
        </a:defRPr>
      </a:lvl4pPr>
      <a:lvl5pPr marL="2752579" indent="-304426" algn="l" defTabSz="610445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610" kern="1200">
          <a:solidFill>
            <a:schemeClr val="tx1"/>
          </a:solidFill>
          <a:latin typeface="Muller thin"/>
          <a:ea typeface="+mn-ea"/>
          <a:cs typeface="+mn-cs"/>
        </a:defRPr>
      </a:lvl5pPr>
      <a:lvl6pPr marL="3365958" indent="-305995" algn="l" defTabSz="611993" rtl="0" eaLnBrk="1" latinLnBrk="0" hangingPunct="1">
        <a:spcBef>
          <a:spcPct val="20000"/>
        </a:spcBef>
        <a:buFont typeface="Arial"/>
        <a:buChar char="•"/>
        <a:defRPr sz="2678" kern="1200">
          <a:solidFill>
            <a:schemeClr val="tx1"/>
          </a:solidFill>
          <a:latin typeface="+mn-lt"/>
          <a:ea typeface="+mn-ea"/>
          <a:cs typeface="+mn-cs"/>
        </a:defRPr>
      </a:lvl6pPr>
      <a:lvl7pPr marL="3977952" indent="-305995" algn="l" defTabSz="611993" rtl="0" eaLnBrk="1" latinLnBrk="0" hangingPunct="1">
        <a:spcBef>
          <a:spcPct val="20000"/>
        </a:spcBef>
        <a:buFont typeface="Arial"/>
        <a:buChar char="•"/>
        <a:defRPr sz="2678" kern="1200">
          <a:solidFill>
            <a:schemeClr val="tx1"/>
          </a:solidFill>
          <a:latin typeface="+mn-lt"/>
          <a:ea typeface="+mn-ea"/>
          <a:cs typeface="+mn-cs"/>
        </a:defRPr>
      </a:lvl7pPr>
      <a:lvl8pPr marL="4589945" indent="-305995" algn="l" defTabSz="611993" rtl="0" eaLnBrk="1" latinLnBrk="0" hangingPunct="1">
        <a:spcBef>
          <a:spcPct val="20000"/>
        </a:spcBef>
        <a:buFont typeface="Arial"/>
        <a:buChar char="•"/>
        <a:defRPr sz="2678" kern="1200">
          <a:solidFill>
            <a:schemeClr val="tx1"/>
          </a:solidFill>
          <a:latin typeface="+mn-lt"/>
          <a:ea typeface="+mn-ea"/>
          <a:cs typeface="+mn-cs"/>
        </a:defRPr>
      </a:lvl8pPr>
      <a:lvl9pPr marL="5201937" indent="-305995" algn="l" defTabSz="611993" rtl="0" eaLnBrk="1" latinLnBrk="0" hangingPunct="1">
        <a:spcBef>
          <a:spcPct val="20000"/>
        </a:spcBef>
        <a:buFont typeface="Arial"/>
        <a:buChar char="•"/>
        <a:defRPr sz="267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611993" rtl="0" eaLnBrk="1" latinLnBrk="0" hangingPunct="1">
        <a:defRPr sz="2410" kern="1200">
          <a:solidFill>
            <a:schemeClr val="tx1"/>
          </a:solidFill>
          <a:latin typeface="+mn-lt"/>
          <a:ea typeface="+mn-ea"/>
          <a:cs typeface="+mn-cs"/>
        </a:defRPr>
      </a:lvl1pPr>
      <a:lvl2pPr marL="611993" algn="l" defTabSz="611993" rtl="0" eaLnBrk="1" latinLnBrk="0" hangingPunct="1">
        <a:defRPr sz="2410" kern="1200">
          <a:solidFill>
            <a:schemeClr val="tx1"/>
          </a:solidFill>
          <a:latin typeface="+mn-lt"/>
          <a:ea typeface="+mn-ea"/>
          <a:cs typeface="+mn-cs"/>
        </a:defRPr>
      </a:lvl2pPr>
      <a:lvl3pPr marL="1223986" algn="l" defTabSz="611993" rtl="0" eaLnBrk="1" latinLnBrk="0" hangingPunct="1">
        <a:defRPr sz="2410" kern="1200">
          <a:solidFill>
            <a:schemeClr val="tx1"/>
          </a:solidFill>
          <a:latin typeface="+mn-lt"/>
          <a:ea typeface="+mn-ea"/>
          <a:cs typeface="+mn-cs"/>
        </a:defRPr>
      </a:lvl3pPr>
      <a:lvl4pPr marL="1835979" algn="l" defTabSz="611993" rtl="0" eaLnBrk="1" latinLnBrk="0" hangingPunct="1">
        <a:defRPr sz="2410" kern="1200">
          <a:solidFill>
            <a:schemeClr val="tx1"/>
          </a:solidFill>
          <a:latin typeface="+mn-lt"/>
          <a:ea typeface="+mn-ea"/>
          <a:cs typeface="+mn-cs"/>
        </a:defRPr>
      </a:lvl4pPr>
      <a:lvl5pPr marL="2447971" algn="l" defTabSz="611993" rtl="0" eaLnBrk="1" latinLnBrk="0" hangingPunct="1">
        <a:defRPr sz="2410" kern="1200">
          <a:solidFill>
            <a:schemeClr val="tx1"/>
          </a:solidFill>
          <a:latin typeface="+mn-lt"/>
          <a:ea typeface="+mn-ea"/>
          <a:cs typeface="+mn-cs"/>
        </a:defRPr>
      </a:lvl5pPr>
      <a:lvl6pPr marL="3059963" algn="l" defTabSz="611993" rtl="0" eaLnBrk="1" latinLnBrk="0" hangingPunct="1">
        <a:defRPr sz="2410" kern="1200">
          <a:solidFill>
            <a:schemeClr val="tx1"/>
          </a:solidFill>
          <a:latin typeface="+mn-lt"/>
          <a:ea typeface="+mn-ea"/>
          <a:cs typeface="+mn-cs"/>
        </a:defRPr>
      </a:lvl6pPr>
      <a:lvl7pPr marL="3671956" algn="l" defTabSz="611993" rtl="0" eaLnBrk="1" latinLnBrk="0" hangingPunct="1">
        <a:defRPr sz="2410" kern="1200">
          <a:solidFill>
            <a:schemeClr val="tx1"/>
          </a:solidFill>
          <a:latin typeface="+mn-lt"/>
          <a:ea typeface="+mn-ea"/>
          <a:cs typeface="+mn-cs"/>
        </a:defRPr>
      </a:lvl7pPr>
      <a:lvl8pPr marL="4283948" algn="l" defTabSz="611993" rtl="0" eaLnBrk="1" latinLnBrk="0" hangingPunct="1">
        <a:defRPr sz="2410" kern="1200">
          <a:solidFill>
            <a:schemeClr val="tx1"/>
          </a:solidFill>
          <a:latin typeface="+mn-lt"/>
          <a:ea typeface="+mn-ea"/>
          <a:cs typeface="+mn-cs"/>
        </a:defRPr>
      </a:lvl8pPr>
      <a:lvl9pPr marL="4895941" algn="l" defTabSz="611993" rtl="0" eaLnBrk="1" latinLnBrk="0" hangingPunct="1">
        <a:defRPr sz="241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90015" y="433164"/>
            <a:ext cx="12420184" cy="15725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0015" y="2165817"/>
            <a:ext cx="12420184" cy="51621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015" y="7540810"/>
            <a:ext cx="3240048" cy="4331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1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9/6/2026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70071" y="7540810"/>
            <a:ext cx="4860072" cy="4331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1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70150" y="7540810"/>
            <a:ext cx="3240048" cy="4331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1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44709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  <p:sldLayoutId id="2147483719" r:id="rId12"/>
    <p:sldLayoutId id="2147483720" r:id="rId13"/>
  </p:sldLayoutIdLst>
  <p:txStyles>
    <p:titleStyle>
      <a:lvl1pPr algn="l" defTabSz="1079998" rtl="0" eaLnBrk="1" latinLnBrk="0" hangingPunct="1">
        <a:lnSpc>
          <a:spcPct val="90000"/>
        </a:lnSpc>
        <a:spcBef>
          <a:spcPct val="0"/>
        </a:spcBef>
        <a:buNone/>
        <a:defRPr sz="519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999" indent="-269999" algn="l" defTabSz="1079998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3307" kern="1200">
          <a:solidFill>
            <a:schemeClr val="tx1"/>
          </a:solidFill>
          <a:latin typeface="+mn-lt"/>
          <a:ea typeface="+mn-ea"/>
          <a:cs typeface="+mn-cs"/>
        </a:defRPr>
      </a:lvl1pPr>
      <a:lvl2pPr marL="809998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349997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3pPr>
      <a:lvl4pPr marL="1889996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4pPr>
      <a:lvl5pPr marL="2429995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5pPr>
      <a:lvl6pPr marL="2969994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6pPr>
      <a:lvl7pPr marL="3509993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7pPr>
      <a:lvl8pPr marL="4049992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8pPr>
      <a:lvl9pPr marL="4589991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1pPr>
      <a:lvl2pPr marL="539999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2pPr>
      <a:lvl3pPr marL="1079998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3pPr>
      <a:lvl4pPr marL="1619997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4pPr>
      <a:lvl5pPr marL="2159996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5pPr>
      <a:lvl6pPr marL="2699995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6pPr>
      <a:lvl7pPr marL="3239994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7pPr>
      <a:lvl8pPr marL="3779992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8pPr>
      <a:lvl9pPr marL="4319991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62" userDrawn="1">
          <p15:clr>
            <a:srgbClr val="F26B43"/>
          </p15:clr>
        </p15:guide>
        <p15:guide id="2" pos="453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2.xml"/><Relationship Id="rId6" Type="http://schemas.openxmlformats.org/officeDocument/2006/relationships/oleObject" Target="../embeddings/oleObject1.bin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chart" Target="../charts/chart2.xml"/><Relationship Id="rId3" Type="http://schemas.openxmlformats.org/officeDocument/2006/relationships/image" Target="../media/image19.png"/><Relationship Id="rId7" Type="http://schemas.openxmlformats.org/officeDocument/2006/relationships/image" Target="../media/image2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2.xml"/><Relationship Id="rId6" Type="http://schemas.openxmlformats.org/officeDocument/2006/relationships/slide" Target="slide6.xml"/><Relationship Id="rId5" Type="http://schemas.openxmlformats.org/officeDocument/2006/relationships/chart" Target="../charts/chart1.xml"/><Relationship Id="rId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4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7" Type="http://schemas.openxmlformats.org/officeDocument/2006/relationships/chart" Target="../charts/chart4.xml"/><Relationship Id="rId2" Type="http://schemas.openxmlformats.org/officeDocument/2006/relationships/slide" Target="slide4.xml"/><Relationship Id="rId1" Type="http://schemas.openxmlformats.org/officeDocument/2006/relationships/slideLayout" Target="../slideLayouts/slideLayout32.xml"/><Relationship Id="rId6" Type="http://schemas.openxmlformats.org/officeDocument/2006/relationships/chart" Target="../charts/chart3.xml"/><Relationship Id="rId5" Type="http://schemas.openxmlformats.org/officeDocument/2006/relationships/image" Target="../media/image23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chart" Target="../charts/chart6.xm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2.xml"/><Relationship Id="rId6" Type="http://schemas.openxmlformats.org/officeDocument/2006/relationships/chart" Target="../charts/chart5.xml"/><Relationship Id="rId5" Type="http://schemas.openxmlformats.org/officeDocument/2006/relationships/image" Target="../media/image25.emf"/><Relationship Id="rId4" Type="http://schemas.openxmlformats.org/officeDocument/2006/relationships/slide" Target="slide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chart" Target="../charts/chart9.xml"/><Relationship Id="rId3" Type="http://schemas.openxmlformats.org/officeDocument/2006/relationships/image" Target="../media/image23.png"/><Relationship Id="rId7" Type="http://schemas.openxmlformats.org/officeDocument/2006/relationships/chart" Target="../charts/chart8.xm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2.xml"/><Relationship Id="rId6" Type="http://schemas.openxmlformats.org/officeDocument/2006/relationships/chart" Target="../charts/chart7.xml"/><Relationship Id="rId5" Type="http://schemas.openxmlformats.org/officeDocument/2006/relationships/image" Target="../media/image27.emf"/><Relationship Id="rId4" Type="http://schemas.openxmlformats.org/officeDocument/2006/relationships/slide" Target="slide6.xml"/><Relationship Id="rId9" Type="http://schemas.openxmlformats.org/officeDocument/2006/relationships/chart" Target="../charts/char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slide" Target="slide6.xml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slide" Target="slide6.xml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28.png"/><Relationship Id="rId5" Type="http://schemas.openxmlformats.org/officeDocument/2006/relationships/image" Target="../media/image26.png"/><Relationship Id="rId4" Type="http://schemas.openxmlformats.org/officeDocument/2006/relationships/image" Target="../media/image30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slide" Target="slide6.xml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28.png"/><Relationship Id="rId5" Type="http://schemas.openxmlformats.org/officeDocument/2006/relationships/image" Target="../media/image26.png"/><Relationship Id="rId4" Type="http://schemas.openxmlformats.org/officeDocument/2006/relationships/image" Target="../media/image3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A0C2B92D-DCB4-0E85-5BEA-F8BC43D18D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189" y="2246065"/>
            <a:ext cx="5684659" cy="822401"/>
          </a:xfrm>
          <a:prstGeom prst="rect">
            <a:avLst/>
          </a:prstGeom>
        </p:spPr>
      </p:pic>
      <p:sp>
        <p:nvSpPr>
          <p:cNvPr id="3" name="Rectángulo 13">
            <a:extLst>
              <a:ext uri="{FF2B5EF4-FFF2-40B4-BE49-F238E27FC236}">
                <a16:creationId xmlns:a16="http://schemas.microsoft.com/office/drawing/2014/main" id="{8762C054-DB0D-CF36-8675-F89CFF721F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2753" y="5773570"/>
            <a:ext cx="6281531" cy="738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121917" tIns="60958" rIns="121917" bIns="60958">
            <a:spAutoFit/>
          </a:bodyPr>
          <a:lstStyle/>
          <a:p>
            <a:pPr algn="ctr" eaLnBrk="1" hangingPunct="1"/>
            <a:r>
              <a:rPr lang="es-MX" sz="4000" b="1" dirty="0">
                <a:solidFill>
                  <a:schemeClr val="bg1"/>
                </a:solidFill>
                <a:latin typeface="Montserrat" panose="00000500000000000000" pitchFamily="2" charset="0"/>
                <a:ea typeface="Kanit" charset="0"/>
                <a:cs typeface="Kanit" charset="0"/>
              </a:rPr>
              <a:t>UPAX</a:t>
            </a:r>
          </a:p>
        </p:txBody>
      </p:sp>
      <p:sp>
        <p:nvSpPr>
          <p:cNvPr id="6" name="CuadroTexto 23">
            <a:extLst>
              <a:ext uri="{FF2B5EF4-FFF2-40B4-BE49-F238E27FC236}">
                <a16:creationId xmlns:a16="http://schemas.microsoft.com/office/drawing/2014/main" id="{D8974103-5597-04D7-9A45-5FDC0F8DAE81}"/>
              </a:ext>
            </a:extLst>
          </p:cNvPr>
          <p:cNvSpPr txBox="1"/>
          <p:nvPr/>
        </p:nvSpPr>
        <p:spPr>
          <a:xfrm>
            <a:off x="287133" y="3526406"/>
            <a:ext cx="6692771" cy="1969766"/>
          </a:xfrm>
          <a:prstGeom prst="rect">
            <a:avLst/>
          </a:prstGeom>
          <a:noFill/>
        </p:spPr>
        <p:txBody>
          <a:bodyPr wrap="square" lIns="121917" tIns="60958" rIns="121917" bIns="60958">
            <a:spAutoFit/>
          </a:bodyPr>
          <a:lstStyle/>
          <a:p>
            <a:pPr algn="ctr" defTabSz="914377">
              <a:defRPr/>
            </a:pPr>
            <a:r>
              <a:rPr lang="es-MX" sz="4000" b="1" dirty="0">
                <a:solidFill>
                  <a:schemeClr val="bg1"/>
                </a:solidFill>
                <a:latin typeface="Montserrat" panose="00000500000000000000" pitchFamily="2" charset="0"/>
                <a:ea typeface="Kanit" charset="0"/>
                <a:cs typeface="Kanit" charset="0"/>
              </a:rPr>
              <a:t>IPN COLABORADORES</a:t>
            </a:r>
          </a:p>
          <a:p>
            <a:pPr algn="ctr" defTabSz="914377">
              <a:defRPr/>
            </a:pPr>
            <a:r>
              <a:rPr lang="es-MX" sz="4000" b="1" dirty="0">
                <a:solidFill>
                  <a:schemeClr val="bg1"/>
                </a:solidFill>
                <a:latin typeface="Montserrat" panose="00000500000000000000" pitchFamily="2" charset="0"/>
                <a:ea typeface="Kanit" charset="0"/>
                <a:cs typeface="Kanit" charset="0"/>
              </a:rPr>
              <a:t>RESULTADOS </a:t>
            </a:r>
          </a:p>
          <a:p>
            <a:pPr algn="ctr" defTabSz="914377">
              <a:defRPr/>
            </a:pPr>
            <a:r>
              <a:rPr lang="es-MX" sz="4000" b="1" dirty="0">
                <a:solidFill>
                  <a:schemeClr val="bg1"/>
                </a:solidFill>
                <a:latin typeface="Montserrat" panose="00000500000000000000" pitchFamily="2" charset="0"/>
                <a:ea typeface="Kanit" charset="0"/>
                <a:cs typeface="Kanit" charset="0"/>
              </a:rPr>
              <a:t>1Q 2026</a:t>
            </a:r>
          </a:p>
        </p:txBody>
      </p:sp>
    </p:spTree>
    <p:extLst>
      <p:ext uri="{BB962C8B-B14F-4D97-AF65-F5344CB8AC3E}">
        <p14:creationId xmlns:p14="http://schemas.microsoft.com/office/powerpoint/2010/main" val="4154963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050D0FBA-44C5-47C3-8EE0-B86A3E76B5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2327036"/>
              </p:ext>
            </p:extLst>
          </p:nvPr>
        </p:nvGraphicFramePr>
        <p:xfrm>
          <a:off x="7913956" y="1615338"/>
          <a:ext cx="5766846" cy="3546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6846">
                  <a:extLst>
                    <a:ext uri="{9D8B030D-6E8A-4147-A177-3AD203B41FA5}">
                      <a16:colId xmlns:a16="http://schemas.microsoft.com/office/drawing/2014/main" val="3022567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sz="20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¿Cómo lo medimos?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94461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MX" sz="16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2512136"/>
                  </a:ext>
                </a:extLst>
              </a:tr>
              <a:tr h="253257">
                <a:tc>
                  <a:txBody>
                    <a:bodyPr/>
                    <a:lstStyle/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b="1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UNIVERSO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MX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Colaboradores de Upax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MX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b="1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TÉCNICA DE LEVANTAMIENTO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Encuesta online en Zeus con una duración promedio de 5 minutos.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ES_tradnl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ES_tradnl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r>
                        <a:rPr lang="es-ES_tradnl" sz="1400" b="1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ESTRUCTURA DE LA MUESTRA</a:t>
                      </a:r>
                    </a:p>
                    <a:p>
                      <a:pPr defTabSz="228588">
                        <a:spcBef>
                          <a:spcPct val="20000"/>
                        </a:spcBef>
                        <a:defRPr/>
                      </a:pPr>
                      <a:endParaRPr lang="es-ES_tradnl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  <a:p>
                      <a:pPr marL="285750" lvl="1" indent="-285750" defTabSz="228588">
                        <a:buFont typeface="Arial" panose="020B0604020202020204" pitchFamily="34" charset="0"/>
                        <a:buChar char="•"/>
                        <a:tabLst>
                          <a:tab pos="92069" algn="l"/>
                        </a:tabLst>
                        <a:defRPr/>
                      </a:pPr>
                      <a:r>
                        <a:rPr lang="es-MX" sz="14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713 respondieron la encuesta (“90.0%” de participación)</a:t>
                      </a:r>
                      <a:endParaRPr lang="es-ES" sz="14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MS PGothic" panose="020B0600070205080204" pitchFamily="34" charset="-128"/>
                        <a:cs typeface="Kanit" pitchFamily="2" charset="-34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424740"/>
                  </a:ext>
                </a:extLst>
              </a:tr>
            </a:tbl>
          </a:graphicData>
        </a:graphic>
      </p:graphicFrame>
      <p:pic>
        <p:nvPicPr>
          <p:cNvPr id="3" name="Imagen 21">
            <a:extLst>
              <a:ext uri="{FF2B5EF4-FFF2-40B4-BE49-F238E27FC236}">
                <a16:creationId xmlns:a16="http://schemas.microsoft.com/office/drawing/2014/main" id="{8EC208E4-467A-1343-E276-6EFFDE55D4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939" y="1615338"/>
            <a:ext cx="43815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Imagen 6">
            <a:extLst>
              <a:ext uri="{FF2B5EF4-FFF2-40B4-BE49-F238E27FC236}">
                <a16:creationId xmlns:a16="http://schemas.microsoft.com/office/drawing/2014/main" id="{36090914-6E06-D8B0-1594-660C2F53C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4830" y="1615338"/>
            <a:ext cx="43815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Imagen 3">
            <a:extLst>
              <a:ext uri="{FF2B5EF4-FFF2-40B4-BE49-F238E27FC236}">
                <a16:creationId xmlns:a16="http://schemas.microsoft.com/office/drawing/2014/main" id="{92D681C0-63D9-EA4C-7C79-BA3717E5B77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9280" y="2966243"/>
            <a:ext cx="471487" cy="37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7" name="Grupo 6">
            <a:extLst>
              <a:ext uri="{FF2B5EF4-FFF2-40B4-BE49-F238E27FC236}">
                <a16:creationId xmlns:a16="http://schemas.microsoft.com/office/drawing/2014/main" id="{113E6C3F-7002-C910-668E-7D651F4E4378}"/>
              </a:ext>
            </a:extLst>
          </p:cNvPr>
          <p:cNvGrpSpPr/>
          <p:nvPr/>
        </p:nvGrpSpPr>
        <p:grpSpPr>
          <a:xfrm>
            <a:off x="543878" y="21121"/>
            <a:ext cx="8094662" cy="1165225"/>
            <a:chOff x="543878" y="21121"/>
            <a:chExt cx="8094662" cy="1165225"/>
          </a:xfrm>
        </p:grpSpPr>
        <p:pic>
          <p:nvPicPr>
            <p:cNvPr id="8" name="Imagen 28">
              <a:extLst>
                <a:ext uri="{FF2B5EF4-FFF2-40B4-BE49-F238E27FC236}">
                  <a16:creationId xmlns:a16="http://schemas.microsoft.com/office/drawing/2014/main" id="{0635012C-9531-0ADC-02C0-82DE6BC098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8094662" cy="1165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" name="Título 2">
              <a:extLst>
                <a:ext uri="{FF2B5EF4-FFF2-40B4-BE49-F238E27FC236}">
                  <a16:creationId xmlns:a16="http://schemas.microsoft.com/office/drawing/2014/main" id="{BB9E5530-C80F-B3FD-E56A-532F2BB2B908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363524"/>
              <a:ext cx="5503863" cy="57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s-ES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Metodología</a:t>
              </a:r>
            </a:p>
          </p:txBody>
        </p:sp>
        <p:pic>
          <p:nvPicPr>
            <p:cNvPr id="10" name="Imagen 4">
              <a:extLst>
                <a:ext uri="{FF2B5EF4-FFF2-40B4-BE49-F238E27FC236}">
                  <a16:creationId xmlns:a16="http://schemas.microsoft.com/office/drawing/2014/main" id="{5A5896A8-F622-1808-A511-883A6E0261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9946" y="206219"/>
              <a:ext cx="749300" cy="6810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aphicFrame>
        <p:nvGraphicFramePr>
          <p:cNvPr id="12" name="Tabla 11">
            <a:extLst>
              <a:ext uri="{FF2B5EF4-FFF2-40B4-BE49-F238E27FC236}">
                <a16:creationId xmlns:a16="http://schemas.microsoft.com/office/drawing/2014/main" id="{9C600CDE-683A-B3AC-7D28-228D8A4212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282692"/>
              </p:ext>
            </p:extLst>
          </p:nvPr>
        </p:nvGraphicFramePr>
        <p:xfrm>
          <a:off x="713904" y="1615338"/>
          <a:ext cx="5770024" cy="1925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70024">
                  <a:extLst>
                    <a:ext uri="{9D8B030D-6E8A-4147-A177-3AD203B41FA5}">
                      <a16:colId xmlns:a16="http://schemas.microsoft.com/office/drawing/2014/main" val="3022567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sz="20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¿Qué Medimos?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94461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sz="16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IPN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2512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sz="140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Pensando en tu experiencia general como colaborador de esta empresa y considerando una escala de 0 a 10, donde 0 es “definitivamente no recomendaría” y 10 es “recomendaría ampliamente”, ¿Qué tan dispuesto estarías en recomendar a la empresa / área donde laboras?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424740"/>
                  </a:ext>
                </a:extLst>
              </a:tr>
            </a:tbl>
          </a:graphicData>
        </a:graphic>
      </p:graphicFrame>
      <p:grpSp>
        <p:nvGrpSpPr>
          <p:cNvPr id="13" name="Grupo 12">
            <a:extLst>
              <a:ext uri="{FF2B5EF4-FFF2-40B4-BE49-F238E27FC236}">
                <a16:creationId xmlns:a16="http://schemas.microsoft.com/office/drawing/2014/main" id="{D6403BF6-8B50-1EBA-DDBC-E6B2C00AE054}"/>
              </a:ext>
            </a:extLst>
          </p:cNvPr>
          <p:cNvGrpSpPr/>
          <p:nvPr/>
        </p:nvGrpSpPr>
        <p:grpSpPr>
          <a:xfrm>
            <a:off x="790916" y="4159462"/>
            <a:ext cx="5616000" cy="993259"/>
            <a:chOff x="717434" y="3608739"/>
            <a:chExt cx="5616000" cy="993259"/>
          </a:xfrm>
        </p:grpSpPr>
        <p:sp>
          <p:nvSpPr>
            <p:cNvPr id="14" name="CuadroTexto 20">
              <a:extLst>
                <a:ext uri="{FF2B5EF4-FFF2-40B4-BE49-F238E27FC236}">
                  <a16:creationId xmlns:a16="http://schemas.microsoft.com/office/drawing/2014/main" id="{012CCBFF-7CFC-1581-520F-5AE09B1619D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63656" y="3608739"/>
              <a:ext cx="1041400" cy="3762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0-6</a:t>
              </a:r>
            </a:p>
          </p:txBody>
        </p:sp>
        <p:sp>
          <p:nvSpPr>
            <p:cNvPr id="15" name="Rectángulo 6">
              <a:extLst>
                <a:ext uri="{FF2B5EF4-FFF2-40B4-BE49-F238E27FC236}">
                  <a16:creationId xmlns:a16="http://schemas.microsoft.com/office/drawing/2014/main" id="{4F392461-099C-5E97-1BA5-8EA1C82B525D}"/>
                </a:ext>
              </a:extLst>
            </p:cNvPr>
            <p:cNvSpPr/>
            <p:nvPr/>
          </p:nvSpPr>
          <p:spPr bwMode="auto">
            <a:xfrm>
              <a:off x="2078564" y="4398096"/>
              <a:ext cx="2893741" cy="203902"/>
            </a:xfrm>
            <a:prstGeom prst="rect">
              <a:avLst/>
            </a:prstGeom>
          </p:spPr>
          <p:txBody>
            <a:bodyPr wrap="none" lIns="34290" tIns="17145" rIns="34290" bIns="17145">
              <a:spAutoFit/>
            </a:bodyPr>
            <a:lstStyle/>
            <a:p>
              <a:pPr algn="ctr" defTabSz="457177">
                <a:defRPr/>
              </a:pPr>
              <a:r>
                <a:rPr lang="es-ES_tradnl" sz="1100" b="1" kern="0" dirty="0">
                  <a:solidFill>
                    <a:prstClr val="black"/>
                  </a:solidFill>
                  <a:latin typeface="Montserrat" panose="00000500000000000000" pitchFamily="2" charset="0"/>
                  <a:cs typeface="Kanit" pitchFamily="2" charset="-34"/>
                </a:rPr>
                <a:t> %IPN =  %Promotores – %Detractores </a:t>
              </a:r>
            </a:p>
          </p:txBody>
        </p:sp>
        <p:graphicFrame>
          <p:nvGraphicFramePr>
            <p:cNvPr id="16" name="Object 16">
              <a:extLst>
                <a:ext uri="{FF2B5EF4-FFF2-40B4-BE49-F238E27FC236}">
                  <a16:creationId xmlns:a16="http://schemas.microsoft.com/office/drawing/2014/main" id="{07C15234-0C9B-84F9-1016-39F8F2D24D43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196139421"/>
                </p:ext>
              </p:extLst>
            </p:nvPr>
          </p:nvGraphicFramePr>
          <p:xfrm>
            <a:off x="717434" y="3904463"/>
            <a:ext cx="5616000" cy="69753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r:id="rId6" imgW="4194412" imgH="701101" progId="">
                    <p:embed/>
                  </p:oleObj>
                </mc:Choice>
                <mc:Fallback>
                  <p:oleObj r:id="rId6" imgW="4194412" imgH="701101" progId="">
                    <p:embed/>
                    <p:pic>
                      <p:nvPicPr>
                        <p:cNvPr id="49" name="Object 16">
                          <a:extLst>
                            <a:ext uri="{FF2B5EF4-FFF2-40B4-BE49-F238E27FC236}">
                              <a16:creationId xmlns:a16="http://schemas.microsoft.com/office/drawing/2014/main" id="{E3AA6CBA-8051-960A-024F-BA6A531C71B0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17434" y="3904463"/>
                          <a:ext cx="5616000" cy="69753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7" name="CuadroTexto 20">
              <a:extLst>
                <a:ext uri="{FF2B5EF4-FFF2-40B4-BE49-F238E27FC236}">
                  <a16:creationId xmlns:a16="http://schemas.microsoft.com/office/drawing/2014/main" id="{CC154D50-74F3-DF05-2B15-2232CD45367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74404" y="3608739"/>
              <a:ext cx="1041400" cy="3762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7-8</a:t>
              </a:r>
            </a:p>
          </p:txBody>
        </p:sp>
        <p:sp>
          <p:nvSpPr>
            <p:cNvPr id="18" name="CuadroTexto 20">
              <a:extLst>
                <a:ext uri="{FF2B5EF4-FFF2-40B4-BE49-F238E27FC236}">
                  <a16:creationId xmlns:a16="http://schemas.microsoft.com/office/drawing/2014/main" id="{5CF17584-75FE-7A79-7491-BBFFAD9D58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61141" y="3608739"/>
              <a:ext cx="1041400" cy="3762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s-ES" altLang="es-MX" sz="1050" b="1" dirty="0">
                  <a:solidFill>
                    <a:srgbClr val="000000"/>
                  </a:solidFill>
                  <a:latin typeface="Montserrat" panose="00000500000000000000" pitchFamily="2" charset="0"/>
                  <a:cs typeface="Kanit" pitchFamily="2" charset="-34"/>
                </a:rPr>
                <a:t>9-10</a:t>
              </a:r>
            </a:p>
          </p:txBody>
        </p:sp>
      </p:grpSp>
      <p:graphicFrame>
        <p:nvGraphicFramePr>
          <p:cNvPr id="19" name="Tabla 18">
            <a:extLst>
              <a:ext uri="{FF2B5EF4-FFF2-40B4-BE49-F238E27FC236}">
                <a16:creationId xmlns:a16="http://schemas.microsoft.com/office/drawing/2014/main" id="{CADBC2D7-3810-A746-A519-3EE8559663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316548"/>
              </p:ext>
            </p:extLst>
          </p:nvPr>
        </p:nvGraphicFramePr>
        <p:xfrm>
          <a:off x="713128" y="5758331"/>
          <a:ext cx="5770800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70800">
                  <a:extLst>
                    <a:ext uri="{9D8B030D-6E8A-4147-A177-3AD203B41FA5}">
                      <a16:colId xmlns:a16="http://schemas.microsoft.com/office/drawing/2014/main" val="3022567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Levantamiento: Del 6 al 19 de Abril</a:t>
                      </a:r>
                      <a:b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</a:br>
                      <a:b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</a:br>
                      <a:r>
                        <a:rPr lang="es-MX" sz="1400" b="0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MS PGothic" panose="020B0600070205080204" pitchFamily="34" charset="-128"/>
                          <a:cs typeface="Kanit" pitchFamily="2" charset="-34"/>
                        </a:rPr>
                        <a:t>Para el análisis de los resultados se consideró la estructura de Talento GS semana 14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1424740"/>
                  </a:ext>
                </a:extLst>
              </a:tr>
            </a:tbl>
          </a:graphicData>
        </a:graphic>
      </p:graphicFrame>
      <p:sp>
        <p:nvSpPr>
          <p:cNvPr id="20" name="CuadroTexto 28">
            <a:extLst>
              <a:ext uri="{FF2B5EF4-FFF2-40B4-BE49-F238E27FC236}">
                <a16:creationId xmlns:a16="http://schemas.microsoft.com/office/drawing/2014/main" id="{7A6FFF43-2C4C-671F-73AC-EB77BA40ED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7640359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8">
            <a:extLst>
              <a:ext uri="{FF2B5EF4-FFF2-40B4-BE49-F238E27FC236}">
                <a16:creationId xmlns:a16="http://schemas.microsoft.com/office/drawing/2014/main" id="{2C22A6FB-0FAB-AB3E-D630-6D70B20C68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63096" y="3179719"/>
            <a:ext cx="4458161" cy="7730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4418" b="1" dirty="0">
                <a:solidFill>
                  <a:schemeClr val="bg1"/>
                </a:solidFill>
                <a:latin typeface="Montserrat" panose="00000500000000000000" pitchFamily="2" charset="0"/>
              </a:rPr>
              <a:t>RESULTADOS</a:t>
            </a:r>
          </a:p>
        </p:txBody>
      </p:sp>
      <p:sp>
        <p:nvSpPr>
          <p:cNvPr id="9" name="CuadroTexto 9">
            <a:extLst>
              <a:ext uri="{FF2B5EF4-FFF2-40B4-BE49-F238E27FC236}">
                <a16:creationId xmlns:a16="http://schemas.microsoft.com/office/drawing/2014/main" id="{C54C3931-B5D5-023B-D628-5065B6820A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90331" y="3766367"/>
            <a:ext cx="4416719" cy="8336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4819" b="1" dirty="0">
                <a:solidFill>
                  <a:schemeClr val="bg1"/>
                </a:solidFill>
                <a:latin typeface="Montserrat" panose="00000500000000000000" pitchFamily="2" charset="0"/>
              </a:rPr>
              <a:t>GENERALES</a:t>
            </a:r>
          </a:p>
        </p:txBody>
      </p:sp>
      <p:pic>
        <p:nvPicPr>
          <p:cNvPr id="10" name="Imagen 4">
            <a:extLst>
              <a:ext uri="{FF2B5EF4-FFF2-40B4-BE49-F238E27FC236}">
                <a16:creationId xmlns:a16="http://schemas.microsoft.com/office/drawing/2014/main" id="{DAB73413-293C-0794-BFD9-824797426B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03260" y="4720036"/>
            <a:ext cx="2231471" cy="3952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F2E0CDAD-F054-F71E-A4F1-EFC5E0F517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2176" y="7082508"/>
            <a:ext cx="2848018" cy="412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7964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ACFE2-3424-5B97-25B7-2658677F4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" name="Tabla_IPN_SL">
            <a:extLst>
              <a:ext uri="{FF2B5EF4-FFF2-40B4-BE49-F238E27FC236}">
                <a16:creationId xmlns:a16="http://schemas.microsoft.com/office/drawing/2014/main" id="{F017290D-C74E-8CC1-B83D-332822D810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3816805"/>
              </p:ext>
            </p:extLst>
          </p:nvPr>
        </p:nvGraphicFramePr>
        <p:xfrm>
          <a:off x="1545047" y="3639931"/>
          <a:ext cx="1980000" cy="1134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00.0%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0000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6649513"/>
                  </a:ext>
                </a:extLst>
              </a:tr>
            </a:tbl>
          </a:graphicData>
        </a:graphic>
      </p:graphicFrame>
      <p:sp>
        <p:nvSpPr>
          <p:cNvPr id="36" name="CuadroTexto 28">
            <a:extLst>
              <a:ext uri="{FF2B5EF4-FFF2-40B4-BE49-F238E27FC236}">
                <a16:creationId xmlns:a16="http://schemas.microsoft.com/office/drawing/2014/main" id="{EF2E13BA-48E5-496D-2128-35162C04CA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62801" y="7889717"/>
            <a:ext cx="314449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10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0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0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sp>
        <p:nvSpPr>
          <p:cNvPr id="57" name="25 CuadroTexto">
            <a:extLst>
              <a:ext uri="{FF2B5EF4-FFF2-40B4-BE49-F238E27FC236}">
                <a16:creationId xmlns:a16="http://schemas.microsoft.com/office/drawing/2014/main" id="{F6327F4B-3479-4F94-1942-63CF38BC9230}"/>
              </a:ext>
            </a:extLst>
          </p:cNvPr>
          <p:cNvSpPr txBox="1"/>
          <p:nvPr/>
        </p:nvSpPr>
        <p:spPr>
          <a:xfrm>
            <a:off x="10050963" y="7614925"/>
            <a:ext cx="315623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s-MX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Kanit" pitchFamily="2" charset="-34"/>
              </a:rPr>
              <a:t>*Sin muestra suficiente para calcular IPN</a:t>
            </a:r>
          </a:p>
        </p:txBody>
      </p:sp>
      <p:grpSp>
        <p:nvGrpSpPr>
          <p:cNvPr id="40" name="Agrupar 49">
            <a:extLst>
              <a:ext uri="{FF2B5EF4-FFF2-40B4-BE49-F238E27FC236}">
                <a16:creationId xmlns:a16="http://schemas.microsoft.com/office/drawing/2014/main" id="{70887AA2-9D7E-1E00-32D8-06F4ADBA3315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293172"/>
            <a:ext cx="3738563" cy="147637"/>
            <a:chOff x="2553895" y="6539475"/>
            <a:chExt cx="2803936" cy="161793"/>
          </a:xfrm>
        </p:grpSpPr>
        <p:sp>
          <p:nvSpPr>
            <p:cNvPr id="42" name="CuadroTexto 33">
              <a:extLst>
                <a:ext uri="{FF2B5EF4-FFF2-40B4-BE49-F238E27FC236}">
                  <a16:creationId xmlns:a16="http://schemas.microsoft.com/office/drawing/2014/main" id="{902CC018-3B89-9671-01D3-2FE8EC2F0972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43" name="CuadroTexto 34">
              <a:extLst>
                <a:ext uri="{FF2B5EF4-FFF2-40B4-BE49-F238E27FC236}">
                  <a16:creationId xmlns:a16="http://schemas.microsoft.com/office/drawing/2014/main" id="{85BBE4E7-85B1-17EA-7DB5-F97FFED8EFF3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44" name="CuadroTexto 35">
              <a:extLst>
                <a:ext uri="{FF2B5EF4-FFF2-40B4-BE49-F238E27FC236}">
                  <a16:creationId xmlns:a16="http://schemas.microsoft.com/office/drawing/2014/main" id="{9F096A47-59C0-DA2A-17AC-43C5603CF723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45" name="83 Rectángulo">
              <a:extLst>
                <a:ext uri="{FF2B5EF4-FFF2-40B4-BE49-F238E27FC236}">
                  <a16:creationId xmlns:a16="http://schemas.microsoft.com/office/drawing/2014/main" id="{A1385920-5E44-C467-10FE-33AADB5FBF21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46" name="84 Rectángulo">
              <a:extLst>
                <a:ext uri="{FF2B5EF4-FFF2-40B4-BE49-F238E27FC236}">
                  <a16:creationId xmlns:a16="http://schemas.microsoft.com/office/drawing/2014/main" id="{353A53F8-1297-73C3-F067-0AB271CF85DF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47" name="17 Rectángulo">
              <a:extLst>
                <a:ext uri="{FF2B5EF4-FFF2-40B4-BE49-F238E27FC236}">
                  <a16:creationId xmlns:a16="http://schemas.microsoft.com/office/drawing/2014/main" id="{5D18C280-FF91-E70B-1E5A-1E6D3173D4A9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sp>
        <p:nvSpPr>
          <p:cNvPr id="23" name="89 CuadroTexto">
            <a:extLst>
              <a:ext uri="{FF2B5EF4-FFF2-40B4-BE49-F238E27FC236}">
                <a16:creationId xmlns:a16="http://schemas.microsoft.com/office/drawing/2014/main" id="{945D0D16-7873-809C-800D-B9D3D8DEB559}"/>
              </a:ext>
            </a:extLst>
          </p:cNvPr>
          <p:cNvSpPr txBox="1"/>
          <p:nvPr/>
        </p:nvSpPr>
        <p:spPr>
          <a:xfrm>
            <a:off x="451566" y="1557478"/>
            <a:ext cx="4166962" cy="689974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defTabSz="1153501">
              <a:defRPr/>
            </a:pPr>
            <a:r>
              <a:rPr lang="es-MX" sz="195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 General</a:t>
            </a:r>
          </a:p>
          <a:p>
            <a:pPr algn="ctr" defTabSz="1153501">
              <a:defRPr/>
            </a:pPr>
            <a:r>
              <a:rPr lang="es-MX" sz="195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Grupo Salinas </a:t>
            </a:r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4CCC7C13-31EB-405D-388A-C96FDE7E5E3C}"/>
              </a:ext>
            </a:extLst>
          </p:cNvPr>
          <p:cNvGrpSpPr/>
          <p:nvPr/>
        </p:nvGrpSpPr>
        <p:grpSpPr>
          <a:xfrm>
            <a:off x="543878" y="21121"/>
            <a:ext cx="8094662" cy="1165225"/>
            <a:chOff x="543878" y="21121"/>
            <a:chExt cx="8094662" cy="1165225"/>
          </a:xfrm>
        </p:grpSpPr>
        <p:pic>
          <p:nvPicPr>
            <p:cNvPr id="6" name="Imagen 28">
              <a:extLst>
                <a:ext uri="{FF2B5EF4-FFF2-40B4-BE49-F238E27FC236}">
                  <a16:creationId xmlns:a16="http://schemas.microsoft.com/office/drawing/2014/main" id="{AE94FD5A-D164-BBE8-3841-AD1C5BBB6AA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8094662" cy="1165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" name="Título 2">
              <a:extLst>
                <a:ext uri="{FF2B5EF4-FFF2-40B4-BE49-F238E27FC236}">
                  <a16:creationId xmlns:a16="http://schemas.microsoft.com/office/drawing/2014/main" id="{03196DA1-992F-2C0A-32F8-6A7D77BF54FE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363524"/>
              <a:ext cx="5503863" cy="57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s-ES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Grupo Salinas 1Q 2026</a:t>
              </a:r>
            </a:p>
          </p:txBody>
        </p:sp>
        <p:pic>
          <p:nvPicPr>
            <p:cNvPr id="13" name="Imagen 3">
              <a:extLst>
                <a:ext uri="{FF2B5EF4-FFF2-40B4-BE49-F238E27FC236}">
                  <a16:creationId xmlns:a16="http://schemas.microsoft.com/office/drawing/2014/main" id="{A4008A9D-1205-375D-29F7-02072DF740E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0933" y="248132"/>
              <a:ext cx="700087" cy="612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aphicFrame>
        <p:nvGraphicFramePr>
          <p:cNvPr id="3" name="Grafico_bar_SL">
            <a:extLst>
              <a:ext uri="{FF2B5EF4-FFF2-40B4-BE49-F238E27FC236}">
                <a16:creationId xmlns:a16="http://schemas.microsoft.com/office/drawing/2014/main" id="{A85B6958-6F01-CF3D-1A9C-1E0B02CF0F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48938907"/>
              </p:ext>
            </p:extLst>
          </p:nvPr>
        </p:nvGraphicFramePr>
        <p:xfrm>
          <a:off x="5045089" y="1910993"/>
          <a:ext cx="6526600" cy="55788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7" name="Tabla_DIF_SL">
            <a:extLst>
              <a:ext uri="{FF2B5EF4-FFF2-40B4-BE49-F238E27FC236}">
                <a16:creationId xmlns:a16="http://schemas.microsoft.com/office/drawing/2014/main" id="{6EA3DAE3-A3B9-7D7E-FBFB-EE9ACC19AB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768812"/>
              </p:ext>
            </p:extLst>
          </p:nvPr>
        </p:nvGraphicFramePr>
        <p:xfrm>
          <a:off x="11623551" y="1409638"/>
          <a:ext cx="2715914" cy="6077170"/>
        </p:xfrm>
        <a:graphic>
          <a:graphicData uri="http://schemas.openxmlformats.org/drawingml/2006/table">
            <a:tbl>
              <a:tblPr/>
              <a:tblGrid>
                <a:gridCol w="9740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1065546611"/>
                    </a:ext>
                  </a:extLst>
                </a:gridCol>
                <a:gridCol w="580619">
                  <a:extLst>
                    <a:ext uri="{9D8B030D-6E8A-4147-A177-3AD203B41FA5}">
                      <a16:colId xmlns:a16="http://schemas.microsoft.com/office/drawing/2014/main" val="555851806"/>
                    </a:ext>
                  </a:extLst>
                </a:gridCol>
              </a:tblGrid>
              <a:tr h="504000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# </a:t>
                      </a:r>
                      <a:b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</a:b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1Q 2026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</a:t>
                      </a:r>
                    </a:p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4Q 2025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_tradnl" altLang="es-MX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Dif vs Ant</a:t>
                      </a:r>
                    </a:p>
                  </a:txBody>
                  <a:tcPr marL="16028" marR="16028" marT="16030" marB="0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0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0.0%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0.0%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0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0.0%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0.0%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0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0.0%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0.0%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465846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0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0.0%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0.0%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4628144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0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0.0%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0.0%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0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0.0%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0.0%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0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0.0%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0.0%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0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0.0%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0.0%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0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0.0%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0.0%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57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0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</a:rPr>
                        <a:t>0.0%</a:t>
                      </a:r>
                      <a:endParaRPr lang="es-MX" sz="1000" b="1" i="0" u="none" strike="noStrike" dirty="0"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9555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MX" altLang="es-MX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0.0%</a:t>
                      </a: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51" marR="7651" marT="7651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pic>
        <p:nvPicPr>
          <p:cNvPr id="41" name="Picture 4" descr="eenfoque fiscal – Reforma Fiscal">
            <a:hlinkClick r:id="rId6" action="ppaction://hlinksldjump"/>
            <a:extLst>
              <a:ext uri="{FF2B5EF4-FFF2-40B4-BE49-F238E27FC236}">
                <a16:creationId xmlns:a16="http://schemas.microsoft.com/office/drawing/2014/main" id="{BF111D59-B5CB-8A0E-3CAE-F71655FF27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4259" y="5375677"/>
            <a:ext cx="324940" cy="3249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33" name="Conector recto 29">
            <a:extLst>
              <a:ext uri="{FF2B5EF4-FFF2-40B4-BE49-F238E27FC236}">
                <a16:creationId xmlns:a16="http://schemas.microsoft.com/office/drawing/2014/main" id="{38E23D9E-77FF-7BBA-61BE-4E0F5E36BE32}"/>
              </a:ext>
            </a:extLst>
          </p:cNvPr>
          <p:cNvCxnSpPr>
            <a:cxnSpLocks/>
          </p:cNvCxnSpPr>
          <p:nvPr/>
        </p:nvCxnSpPr>
        <p:spPr>
          <a:xfrm flipH="1">
            <a:off x="5661537" y="2467475"/>
            <a:ext cx="8640000" cy="0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ector angular 25">
            <a:extLst>
              <a:ext uri="{FF2B5EF4-FFF2-40B4-BE49-F238E27FC236}">
                <a16:creationId xmlns:a16="http://schemas.microsoft.com/office/drawing/2014/main" id="{62955095-F8EF-8341-079B-32AF0C50CE65}"/>
              </a:ext>
            </a:extLst>
          </p:cNvPr>
          <p:cNvCxnSpPr>
            <a:cxnSpLocks/>
            <a:stCxn id="38" idx="3"/>
            <a:endCxn id="53" idx="2"/>
          </p:cNvCxnSpPr>
          <p:nvPr/>
        </p:nvCxnSpPr>
        <p:spPr bwMode="auto">
          <a:xfrm flipV="1">
            <a:off x="3525047" y="3103011"/>
            <a:ext cx="835941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49" name="Conector angular 25">
            <a:extLst>
              <a:ext uri="{FF2B5EF4-FFF2-40B4-BE49-F238E27FC236}">
                <a16:creationId xmlns:a16="http://schemas.microsoft.com/office/drawing/2014/main" id="{18097B2D-0933-D0F1-7A20-3681CCA9252E}"/>
              </a:ext>
            </a:extLst>
          </p:cNvPr>
          <p:cNvCxnSpPr>
            <a:cxnSpLocks/>
            <a:stCxn id="38" idx="1"/>
            <a:endCxn id="52" idx="0"/>
          </p:cNvCxnSpPr>
          <p:nvPr/>
        </p:nvCxnSpPr>
        <p:spPr bwMode="auto">
          <a:xfrm rot="10800000" flipV="1">
            <a:off x="779053" y="4206985"/>
            <a:ext cx="765994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50" name="Conector angular 25">
            <a:extLst>
              <a:ext uri="{FF2B5EF4-FFF2-40B4-BE49-F238E27FC236}">
                <a16:creationId xmlns:a16="http://schemas.microsoft.com/office/drawing/2014/main" id="{774BE93B-A0ED-465B-6894-0C414FEAF081}"/>
              </a:ext>
            </a:extLst>
          </p:cNvPr>
          <p:cNvCxnSpPr>
            <a:cxnSpLocks/>
            <a:stCxn id="51" idx="2"/>
          </p:cNvCxnSpPr>
          <p:nvPr/>
        </p:nvCxnSpPr>
        <p:spPr bwMode="auto">
          <a:xfrm rot="16200000" flipH="1">
            <a:off x="1020666" y="2870368"/>
            <a:ext cx="341896" cy="825122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39" name="Tabla_ANTERIO_SL">
            <a:extLst>
              <a:ext uri="{FF2B5EF4-FFF2-40B4-BE49-F238E27FC236}">
                <a16:creationId xmlns:a16="http://schemas.microsoft.com/office/drawing/2014/main" id="{7574797D-9F28-D536-62F4-CE29FB3F6D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7612430"/>
              </p:ext>
            </p:extLst>
          </p:nvPr>
        </p:nvGraphicFramePr>
        <p:xfrm>
          <a:off x="661736" y="6831349"/>
          <a:ext cx="3746623" cy="384764"/>
        </p:xfrm>
        <a:graphic>
          <a:graphicData uri="http://schemas.openxmlformats.org/drawingml/2006/table">
            <a:tbl>
              <a:tblPr/>
              <a:tblGrid>
                <a:gridCol w="26099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6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1429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l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PARTICIPACI</a:t>
                      </a:r>
                      <a:r>
                        <a:rPr kumimoji="0" lang="es-ES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ÓN ANTERIOR</a:t>
                      </a:r>
                      <a:endParaRPr kumimoji="0" lang="es-MX" altLang="es-MX" sz="1200" b="1" i="0" u="none" strike="noStrike" cap="none" normalizeH="0" baseline="0" dirty="0">
                        <a:ln>
                          <a:noFill/>
                        </a:ln>
                        <a:solidFill>
                          <a:srgbClr val="7F7F7F"/>
                        </a:solidFill>
                        <a:effectLst/>
                        <a:latin typeface="Montserrat" panose="00000500000000000000" pitchFamily="2" charset="0"/>
                        <a:cs typeface="Arial" panose="020B0604020202020204" pitchFamily="34" charset="0"/>
                      </a:endParaRPr>
                    </a:p>
                  </a:txBody>
                  <a:tcPr marL="7212" marR="7212" marT="7220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0000</a:t>
                      </a:r>
                    </a:p>
                  </a:txBody>
                  <a:tcPr marL="7212" marR="7212" marT="7220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335"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l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IPN ANTERIOR</a:t>
                      </a:r>
                    </a:p>
                  </a:txBody>
                  <a:tcPr marL="7212" marR="7212" marT="7220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lvl1pPr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800">
                          <a:solidFill>
                            <a:schemeClr val="tx1"/>
                          </a:solidFill>
                          <a:latin typeface="Muller thin"/>
                        </a:defRPr>
                      </a:lvl1pPr>
                      <a:lvl2pPr marL="742950" indent="-28575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3300">
                          <a:solidFill>
                            <a:schemeClr val="tx1"/>
                          </a:solidFill>
                          <a:latin typeface="Muller thin"/>
                        </a:defRPr>
                      </a:lvl2pPr>
                      <a:lvl3pPr marL="11430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800">
                          <a:solidFill>
                            <a:schemeClr val="tx1"/>
                          </a:solidFill>
                          <a:latin typeface="Muller thin"/>
                        </a:defRPr>
                      </a:lvl3pPr>
                      <a:lvl4pPr marL="16002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4pPr>
                      <a:lvl5pPr marL="2057400" indent="-228600" defTabSz="608013">
                        <a:spcBef>
                          <a:spcPct val="20000"/>
                        </a:spcBef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5pPr>
                      <a:lvl6pPr marL="25146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6pPr>
                      <a:lvl7pPr marL="29718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7pPr>
                      <a:lvl8pPr marL="34290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8pPr>
                      <a:lvl9pPr marL="3886200" indent="-228600" defTabSz="608013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defRPr sz="2200">
                          <a:solidFill>
                            <a:schemeClr val="tx1"/>
                          </a:solidFill>
                          <a:latin typeface="Muller thin"/>
                        </a:defRPr>
                      </a:lvl9pPr>
                    </a:lstStyle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MX" altLang="es-MX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cs typeface="Arial" panose="020B0604020202020204" pitchFamily="34" charset="0"/>
                        </a:rPr>
                        <a:t>0.0%</a:t>
                      </a:r>
                    </a:p>
                  </a:txBody>
                  <a:tcPr marL="7212" marR="7212" marT="7220" marB="0" anchor="ctr" horzOverflow="overflow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51" name="Tabla_DET_SL">
            <a:extLst>
              <a:ext uri="{FF2B5EF4-FFF2-40B4-BE49-F238E27FC236}">
                <a16:creationId xmlns:a16="http://schemas.microsoft.com/office/drawing/2014/main" id="{DC02C4C4-AE92-5DC0-4786-289EFED711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845364"/>
              </p:ext>
            </p:extLst>
          </p:nvPr>
        </p:nvGraphicFramePr>
        <p:xfrm>
          <a:off x="77088" y="2433801"/>
          <a:ext cx="1403931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3931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0.0%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(000)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52" name="Tabla_PAS_SL">
            <a:extLst>
              <a:ext uri="{FF2B5EF4-FFF2-40B4-BE49-F238E27FC236}">
                <a16:creationId xmlns:a16="http://schemas.microsoft.com/office/drawing/2014/main" id="{B0F66C31-0D86-F988-8842-0FF5DCD8EC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313024"/>
              </p:ext>
            </p:extLst>
          </p:nvPr>
        </p:nvGraphicFramePr>
        <p:xfrm>
          <a:off x="77088" y="5314283"/>
          <a:ext cx="1403931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3931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0.0%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(000)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53" name="Tabla_PRO_SL">
            <a:extLst>
              <a:ext uri="{FF2B5EF4-FFF2-40B4-BE49-F238E27FC236}">
                <a16:creationId xmlns:a16="http://schemas.microsoft.com/office/drawing/2014/main" id="{01ADB804-F85F-E422-E304-6943623E2C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7583327"/>
              </p:ext>
            </p:extLst>
          </p:nvPr>
        </p:nvGraphicFramePr>
        <p:xfrm>
          <a:off x="3659023" y="2424831"/>
          <a:ext cx="1403931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3931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0.0%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(0000)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54" name="Grafico_don_SL">
            <a:extLst>
              <a:ext uri="{FF2B5EF4-FFF2-40B4-BE49-F238E27FC236}">
                <a16:creationId xmlns:a16="http://schemas.microsoft.com/office/drawing/2014/main" id="{FA32A1A8-D84E-261A-3E67-6F613816C45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78751181"/>
              </p:ext>
            </p:extLst>
          </p:nvPr>
        </p:nvGraphicFramePr>
        <p:xfrm>
          <a:off x="375047" y="276698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</p:spTree>
    <p:extLst>
      <p:ext uri="{BB962C8B-B14F-4D97-AF65-F5344CB8AC3E}">
        <p14:creationId xmlns:p14="http://schemas.microsoft.com/office/powerpoint/2010/main" val="3107453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3">
            <a:extLst>
              <a:ext uri="{FF2B5EF4-FFF2-40B4-BE49-F238E27FC236}">
                <a16:creationId xmlns:a16="http://schemas.microsoft.com/office/drawing/2014/main" id="{B3D5D98B-3CA2-5E1B-0738-17F52770D1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2955" y="3683251"/>
            <a:ext cx="6281531" cy="954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121917" tIns="60958" rIns="121917" bIns="60958">
            <a:spAutoFit/>
          </a:bodyPr>
          <a:lstStyle/>
          <a:p>
            <a:pPr algn="ctr" eaLnBrk="1" hangingPunct="1"/>
            <a:r>
              <a:rPr lang="es-MX" sz="5400" b="1" dirty="0">
                <a:solidFill>
                  <a:schemeClr val="bg1"/>
                </a:solidFill>
                <a:latin typeface="Montserrat" panose="00000500000000000000" pitchFamily="2" charset="0"/>
                <a:ea typeface="Kanit" charset="0"/>
                <a:cs typeface="Kanit" charset="0"/>
              </a:rPr>
              <a:t>UPAX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9091FDD-95CF-5F4F-9E5A-D00C52A8509E}"/>
              </a:ext>
            </a:extLst>
          </p:cNvPr>
          <p:cNvSpPr/>
          <p:nvPr/>
        </p:nvSpPr>
        <p:spPr>
          <a:xfrm>
            <a:off x="1844432" y="6732470"/>
            <a:ext cx="2977233" cy="412023"/>
          </a:xfrm>
          <a:prstGeom prst="rect">
            <a:avLst/>
          </a:prstGeom>
          <a:solidFill>
            <a:srgbClr val="36008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dirty="0"/>
          </a:p>
        </p:txBody>
      </p:sp>
      <p:sp>
        <p:nvSpPr>
          <p:cNvPr id="15" name="CuadroTexto 23">
            <a:extLst>
              <a:ext uri="{FF2B5EF4-FFF2-40B4-BE49-F238E27FC236}">
                <a16:creationId xmlns:a16="http://schemas.microsoft.com/office/drawing/2014/main" id="{912A6AA9-C8CF-DC8A-AF17-6079AB37E6C0}"/>
              </a:ext>
            </a:extLst>
          </p:cNvPr>
          <p:cNvSpPr txBox="1"/>
          <p:nvPr/>
        </p:nvSpPr>
        <p:spPr>
          <a:xfrm>
            <a:off x="507336" y="2973231"/>
            <a:ext cx="6692771" cy="954103"/>
          </a:xfrm>
          <a:prstGeom prst="rect">
            <a:avLst/>
          </a:prstGeom>
          <a:noFill/>
        </p:spPr>
        <p:txBody>
          <a:bodyPr wrap="square" lIns="121917" tIns="60958" rIns="121917" bIns="60958">
            <a:spAutoFit/>
          </a:bodyPr>
          <a:lstStyle/>
          <a:p>
            <a:pPr algn="ctr" defTabSz="914377">
              <a:defRPr/>
            </a:pPr>
            <a:r>
              <a:rPr lang="es-MX" sz="5400" b="1" dirty="0">
                <a:solidFill>
                  <a:schemeClr val="bg1"/>
                </a:solidFill>
                <a:latin typeface="Montserrat" panose="00000500000000000000" pitchFamily="2" charset="0"/>
                <a:ea typeface="Kanit" charset="0"/>
                <a:cs typeface="Kanit" charset="0"/>
              </a:rPr>
              <a:t>RESULTADOS</a:t>
            </a:r>
            <a:r>
              <a:rPr lang="es-MX" sz="5400" b="1" dirty="0">
                <a:solidFill>
                  <a:schemeClr val="bg1">
                    <a:lumMod val="85000"/>
                  </a:schemeClr>
                </a:solidFill>
                <a:latin typeface="Montserrat" panose="00000500000000000000" pitchFamily="2" charset="0"/>
                <a:ea typeface="Kanit" charset="0"/>
                <a:cs typeface="Kanit" charset="0"/>
              </a:rPr>
              <a:t> 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20509E9-2DB4-C84B-D42E-78FB092CAE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9501" y="6540349"/>
            <a:ext cx="5503985" cy="796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9412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" name="Tabla_IPN_UPAX">
            <a:extLst>
              <a:ext uri="{FF2B5EF4-FFF2-40B4-BE49-F238E27FC236}">
                <a16:creationId xmlns:a16="http://schemas.microsoft.com/office/drawing/2014/main" id="{1F35D797-2C52-4DB0-0578-7812275C33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6627179"/>
              </p:ext>
            </p:extLst>
          </p:nvPr>
        </p:nvGraphicFramePr>
        <p:xfrm>
          <a:off x="1545047" y="3639931"/>
          <a:ext cx="1980000" cy="1134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0.0%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0000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4652406"/>
                  </a:ext>
                </a:extLst>
              </a:tr>
            </a:tbl>
          </a:graphicData>
        </a:graphic>
      </p:graphicFrame>
      <p:sp>
        <p:nvSpPr>
          <p:cNvPr id="53" name="CuadroTexto 28">
            <a:extLst>
              <a:ext uri="{FF2B5EF4-FFF2-40B4-BE49-F238E27FC236}">
                <a16:creationId xmlns:a16="http://schemas.microsoft.com/office/drawing/2014/main" id="{E3802058-529B-1728-215C-90E43753B8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62801" y="7889717"/>
            <a:ext cx="314449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10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0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0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sp>
        <p:nvSpPr>
          <p:cNvPr id="58" name="25 CuadroTexto">
            <a:extLst>
              <a:ext uri="{FF2B5EF4-FFF2-40B4-BE49-F238E27FC236}">
                <a16:creationId xmlns:a16="http://schemas.microsoft.com/office/drawing/2014/main" id="{64FC5F5D-D2EE-3CD0-5D7B-4C8FC7D1BAA1}"/>
              </a:ext>
            </a:extLst>
          </p:cNvPr>
          <p:cNvSpPr txBox="1"/>
          <p:nvPr/>
        </p:nvSpPr>
        <p:spPr>
          <a:xfrm>
            <a:off x="10081785" y="7296429"/>
            <a:ext cx="315623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s-MX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0"/>
                <a:ea typeface="Verdana" panose="020B0604030504040204" pitchFamily="34" charset="0"/>
                <a:cs typeface="Kanit" pitchFamily="2" charset="-34"/>
              </a:rPr>
              <a:t>*Sin muestra suficiente para calcular IPN</a:t>
            </a:r>
          </a:p>
        </p:txBody>
      </p:sp>
      <p:sp>
        <p:nvSpPr>
          <p:cNvPr id="55" name="89 CuadroTexto">
            <a:extLst>
              <a:ext uri="{FF2B5EF4-FFF2-40B4-BE49-F238E27FC236}">
                <a16:creationId xmlns:a16="http://schemas.microsoft.com/office/drawing/2014/main" id="{266B1AA7-E91E-F7A0-B0B7-E2628392B60D}"/>
              </a:ext>
            </a:extLst>
          </p:cNvPr>
          <p:cNvSpPr txBox="1"/>
          <p:nvPr/>
        </p:nvSpPr>
        <p:spPr>
          <a:xfrm>
            <a:off x="451566" y="1557478"/>
            <a:ext cx="4166962" cy="689974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defTabSz="1153501">
              <a:defRPr/>
            </a:pPr>
            <a:r>
              <a:rPr lang="es-MX" sz="195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</a:t>
            </a:r>
          </a:p>
          <a:p>
            <a:pPr algn="ctr" defTabSz="1153501">
              <a:defRPr/>
            </a:pPr>
            <a:r>
              <a:rPr lang="es-MX" sz="195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UPAX</a:t>
            </a:r>
          </a:p>
        </p:txBody>
      </p:sp>
      <p:pic>
        <p:nvPicPr>
          <p:cNvPr id="27" name="Imagen 32">
            <a:hlinkClick r:id="rId2" action="ppaction://hlinksldjump"/>
            <a:extLst>
              <a:ext uri="{FF2B5EF4-FFF2-40B4-BE49-F238E27FC236}">
                <a16:creationId xmlns:a16="http://schemas.microsoft.com/office/drawing/2014/main" id="{B5980974-18D9-75FE-10DB-89A5165CCA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646" y="1189514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3" name="Grupo 2">
            <a:extLst>
              <a:ext uri="{FF2B5EF4-FFF2-40B4-BE49-F238E27FC236}">
                <a16:creationId xmlns:a16="http://schemas.microsoft.com/office/drawing/2014/main" id="{D49B2174-E9E9-6A21-C939-213683EF3E65}"/>
              </a:ext>
            </a:extLst>
          </p:cNvPr>
          <p:cNvGrpSpPr/>
          <p:nvPr/>
        </p:nvGrpSpPr>
        <p:grpSpPr>
          <a:xfrm>
            <a:off x="543878" y="21121"/>
            <a:ext cx="8094662" cy="1165225"/>
            <a:chOff x="543878" y="21121"/>
            <a:chExt cx="8094662" cy="1165225"/>
          </a:xfrm>
        </p:grpSpPr>
        <p:pic>
          <p:nvPicPr>
            <p:cNvPr id="4" name="Imagen 28">
              <a:extLst>
                <a:ext uri="{FF2B5EF4-FFF2-40B4-BE49-F238E27FC236}">
                  <a16:creationId xmlns:a16="http://schemas.microsoft.com/office/drawing/2014/main" id="{E61FFAD1-4B51-3001-BC9B-291A2E0222D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8094662" cy="1165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5" name="Título 2">
              <a:extLst>
                <a:ext uri="{FF2B5EF4-FFF2-40B4-BE49-F238E27FC236}">
                  <a16:creationId xmlns:a16="http://schemas.microsoft.com/office/drawing/2014/main" id="{7A891EA8-24EC-0D5C-C7DC-C699D5C54000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363524"/>
              <a:ext cx="5503863" cy="57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s-ES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UPAX 1Q 2026</a:t>
              </a:r>
            </a:p>
          </p:txBody>
        </p:sp>
        <p:pic>
          <p:nvPicPr>
            <p:cNvPr id="28" name="Imagen 3">
              <a:extLst>
                <a:ext uri="{FF2B5EF4-FFF2-40B4-BE49-F238E27FC236}">
                  <a16:creationId xmlns:a16="http://schemas.microsoft.com/office/drawing/2014/main" id="{7DA39BF3-3E7B-D2FB-0A55-840F365F085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0933" y="248132"/>
              <a:ext cx="700087" cy="612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40" name="Agrupar 49">
            <a:extLst>
              <a:ext uri="{FF2B5EF4-FFF2-40B4-BE49-F238E27FC236}">
                <a16:creationId xmlns:a16="http://schemas.microsoft.com/office/drawing/2014/main" id="{DB54D91E-DB6A-437A-EAF2-8A24208D4555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293172"/>
            <a:ext cx="3738563" cy="147637"/>
            <a:chOff x="2553895" y="6539475"/>
            <a:chExt cx="2803936" cy="161793"/>
          </a:xfrm>
        </p:grpSpPr>
        <p:sp>
          <p:nvSpPr>
            <p:cNvPr id="41" name="CuadroTexto 33">
              <a:extLst>
                <a:ext uri="{FF2B5EF4-FFF2-40B4-BE49-F238E27FC236}">
                  <a16:creationId xmlns:a16="http://schemas.microsoft.com/office/drawing/2014/main" id="{6736D913-B164-DB08-3973-F93857EF6EAA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42" name="CuadroTexto 34">
              <a:extLst>
                <a:ext uri="{FF2B5EF4-FFF2-40B4-BE49-F238E27FC236}">
                  <a16:creationId xmlns:a16="http://schemas.microsoft.com/office/drawing/2014/main" id="{7FF61EBC-1F87-BB37-D195-CA934CC57908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43" name="CuadroTexto 35">
              <a:extLst>
                <a:ext uri="{FF2B5EF4-FFF2-40B4-BE49-F238E27FC236}">
                  <a16:creationId xmlns:a16="http://schemas.microsoft.com/office/drawing/2014/main" id="{0D3FB5E7-90F7-DA8A-BAB8-4009224ACB2F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44" name="83 Rectángulo">
              <a:extLst>
                <a:ext uri="{FF2B5EF4-FFF2-40B4-BE49-F238E27FC236}">
                  <a16:creationId xmlns:a16="http://schemas.microsoft.com/office/drawing/2014/main" id="{3DBB97BD-6046-A370-3DEC-5AB901DD6107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45" name="84 Rectángulo">
              <a:extLst>
                <a:ext uri="{FF2B5EF4-FFF2-40B4-BE49-F238E27FC236}">
                  <a16:creationId xmlns:a16="http://schemas.microsoft.com/office/drawing/2014/main" id="{5B95FD18-6798-2EA6-B497-7F3F7E0F8392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46" name="17 Rectángulo">
              <a:extLst>
                <a:ext uri="{FF2B5EF4-FFF2-40B4-BE49-F238E27FC236}">
                  <a16:creationId xmlns:a16="http://schemas.microsoft.com/office/drawing/2014/main" id="{84CDD305-AE34-D62A-35CD-CAF636D08A31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cxnSp>
        <p:nvCxnSpPr>
          <p:cNvPr id="47" name="Conector angular 25">
            <a:extLst>
              <a:ext uri="{FF2B5EF4-FFF2-40B4-BE49-F238E27FC236}">
                <a16:creationId xmlns:a16="http://schemas.microsoft.com/office/drawing/2014/main" id="{AE56A1D4-5E66-AA7C-0715-A0EA5F7BEE0E}"/>
              </a:ext>
            </a:extLst>
          </p:cNvPr>
          <p:cNvCxnSpPr>
            <a:cxnSpLocks/>
            <a:stCxn id="38" idx="3"/>
            <a:endCxn id="52" idx="2"/>
          </p:cNvCxnSpPr>
          <p:nvPr/>
        </p:nvCxnSpPr>
        <p:spPr bwMode="auto">
          <a:xfrm flipV="1">
            <a:off x="3525047" y="310301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49" name="Conector angular 25">
            <a:extLst>
              <a:ext uri="{FF2B5EF4-FFF2-40B4-BE49-F238E27FC236}">
                <a16:creationId xmlns:a16="http://schemas.microsoft.com/office/drawing/2014/main" id="{78823C27-8CB9-665E-C757-7B14F5D227B8}"/>
              </a:ext>
            </a:extLst>
          </p:cNvPr>
          <p:cNvCxnSpPr>
            <a:cxnSpLocks/>
            <a:stCxn id="50" idx="2"/>
          </p:cNvCxnSpPr>
          <p:nvPr/>
        </p:nvCxnSpPr>
        <p:spPr bwMode="auto">
          <a:xfrm rot="16200000" flipH="1">
            <a:off x="993684" y="284338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56" name="Tabla_DIF_UPAX">
            <a:extLst>
              <a:ext uri="{FF2B5EF4-FFF2-40B4-BE49-F238E27FC236}">
                <a16:creationId xmlns:a16="http://schemas.microsoft.com/office/drawing/2014/main" id="{1F9F9DAF-4195-6289-2047-63FD84546F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6030203"/>
              </p:ext>
            </p:extLst>
          </p:nvPr>
        </p:nvGraphicFramePr>
        <p:xfrm>
          <a:off x="11665072" y="1361440"/>
          <a:ext cx="2690183" cy="5800368"/>
        </p:xfrm>
        <a:graphic>
          <a:graphicData uri="http://schemas.openxmlformats.org/drawingml/2006/table">
            <a:tbl>
              <a:tblPr/>
              <a:tblGrid>
                <a:gridCol w="783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5531">
                  <a:extLst>
                    <a:ext uri="{9D8B030D-6E8A-4147-A177-3AD203B41FA5}">
                      <a16:colId xmlns:a16="http://schemas.microsoft.com/office/drawing/2014/main" val="182502293"/>
                    </a:ext>
                  </a:extLst>
                </a:gridCol>
                <a:gridCol w="635531">
                  <a:extLst>
                    <a:ext uri="{9D8B030D-6E8A-4147-A177-3AD203B41FA5}">
                      <a16:colId xmlns:a16="http://schemas.microsoft.com/office/drawing/2014/main" val="1512344663"/>
                    </a:ext>
                  </a:extLst>
                </a:gridCol>
                <a:gridCol w="635531">
                  <a:extLst>
                    <a:ext uri="{9D8B030D-6E8A-4147-A177-3AD203B41FA5}">
                      <a16:colId xmlns:a16="http://schemas.microsoft.com/office/drawing/2014/main" val="2701683073"/>
                    </a:ext>
                  </a:extLst>
                </a:gridCol>
              </a:tblGrid>
              <a:tr h="529648">
                <a:tc>
                  <a:txBody>
                    <a:bodyPr/>
                    <a:lstStyle/>
                    <a:p>
                      <a:pPr algn="ctr" fontAlgn="b"/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# </a:t>
                      </a:r>
                      <a:b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</a:br>
                      <a:r>
                        <a:rPr lang="es-MX" sz="800" b="0" i="0" u="none" strike="noStrike" dirty="0">
                          <a:effectLst/>
                          <a:latin typeface="Montserrat" panose="00000500000000000000" pitchFamily="2" charset="0"/>
                        </a:rPr>
                        <a:t>Colaboradores</a:t>
                      </a:r>
                      <a:endParaRPr lang="es-MX" sz="900" b="0" i="0" u="none" strike="noStrike" dirty="0"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8058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9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IPN</a:t>
                      </a:r>
                      <a:br>
                        <a:rPr lang="es-ES_tradnl" sz="9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lang="es-ES_tradnl" sz="9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1Q 2026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8058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9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IPN</a:t>
                      </a:r>
                      <a:br>
                        <a:rPr lang="es-ES_tradnl" sz="9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lang="es-ES_tradnl" sz="9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4Q 2025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Dif vs Ant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4797123"/>
                  </a:ext>
                </a:extLst>
              </a:tr>
              <a:tr h="3294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4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8706612"/>
                  </a:ext>
                </a:extLst>
              </a:tr>
              <a:tr h="3294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1005050"/>
                  </a:ext>
                </a:extLst>
              </a:tr>
              <a:tr h="3294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8682310"/>
                  </a:ext>
                </a:extLst>
              </a:tr>
              <a:tr h="3294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4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9593863"/>
                  </a:ext>
                </a:extLst>
              </a:tr>
              <a:tr h="3294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1490613"/>
                  </a:ext>
                </a:extLst>
              </a:tr>
              <a:tr h="3294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9167995"/>
                  </a:ext>
                </a:extLst>
              </a:tr>
              <a:tr h="3294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4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4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4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4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4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4802289"/>
                  </a:ext>
                </a:extLst>
              </a:tr>
              <a:tr h="3294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0311921"/>
                  </a:ext>
                </a:extLst>
              </a:tr>
              <a:tr h="3294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FF000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9721041"/>
                  </a:ext>
                </a:extLst>
              </a:tr>
            </a:tbl>
          </a:graphicData>
        </a:graphic>
      </p:graphicFrame>
      <p:graphicFrame>
        <p:nvGraphicFramePr>
          <p:cNvPr id="39" name="Tabla_ANTERIO_UPAX">
            <a:extLst>
              <a:ext uri="{FF2B5EF4-FFF2-40B4-BE49-F238E27FC236}">
                <a16:creationId xmlns:a16="http://schemas.microsoft.com/office/drawing/2014/main" id="{78FE4284-582E-56A7-75C8-B7648FC5B6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0288753"/>
              </p:ext>
            </p:extLst>
          </p:nvPr>
        </p:nvGraphicFramePr>
        <p:xfrm>
          <a:off x="661736" y="6831349"/>
          <a:ext cx="3746623" cy="384764"/>
        </p:xfrm>
        <a:graphic>
          <a:graphicData uri="http://schemas.openxmlformats.org/drawingml/2006/table">
            <a:tbl>
              <a:tblPr/>
              <a:tblGrid>
                <a:gridCol w="26099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6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1429">
                <a:tc>
                  <a:txBody>
                    <a:bodyPr/>
                    <a:lstStyle/>
                    <a:p>
                      <a:pPr algn="l" fontAlgn="b"/>
                      <a:r>
                        <a:rPr kumimoji="0" lang="es-MX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PARTICIPACI</a:t>
                      </a:r>
                      <a:r>
                        <a:rPr kumimoji="0" lang="es-E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ÓN ANTERIOR</a:t>
                      </a:r>
                      <a:endParaRPr kumimoji="0" lang="es-MX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7F7F7F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622" marR="7622" marT="7620" marB="0" anchor="ctr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20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000</a:t>
                      </a:r>
                    </a:p>
                  </a:txBody>
                  <a:tcPr marL="7622" marR="7622" marT="7620" marB="0" anchor="ctr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335">
                <a:tc>
                  <a:txBody>
                    <a:bodyPr/>
                    <a:lstStyle/>
                    <a:p>
                      <a:pPr algn="l" fontAlgn="b"/>
                      <a:r>
                        <a:rPr kumimoji="0" lang="es-MX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 ANTERIOR</a:t>
                      </a:r>
                    </a:p>
                  </a:txBody>
                  <a:tcPr marL="7622" marR="7622" marT="7620" marB="0" anchor="ctr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20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50" name="Tabla_DET_UPAX">
            <a:extLst>
              <a:ext uri="{FF2B5EF4-FFF2-40B4-BE49-F238E27FC236}">
                <a16:creationId xmlns:a16="http://schemas.microsoft.com/office/drawing/2014/main" id="{D5714339-FFC4-A01A-2A08-6FB3FFE625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7480672"/>
              </p:ext>
            </p:extLst>
          </p:nvPr>
        </p:nvGraphicFramePr>
        <p:xfrm>
          <a:off x="77089" y="243380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0.0%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(000)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51" name="Tabla_PAS_UPAX">
            <a:extLst>
              <a:ext uri="{FF2B5EF4-FFF2-40B4-BE49-F238E27FC236}">
                <a16:creationId xmlns:a16="http://schemas.microsoft.com/office/drawing/2014/main" id="{0DB8E446-4057-7803-1DAC-158ADDB307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7848990"/>
              </p:ext>
            </p:extLst>
          </p:nvPr>
        </p:nvGraphicFramePr>
        <p:xfrm>
          <a:off x="77089" y="531428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0.0%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(000)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52" name="Tabla_PRO_UPAX">
            <a:extLst>
              <a:ext uri="{FF2B5EF4-FFF2-40B4-BE49-F238E27FC236}">
                <a16:creationId xmlns:a16="http://schemas.microsoft.com/office/drawing/2014/main" id="{17A41607-01D1-70AC-CB24-36BADA4313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7805951"/>
              </p:ext>
            </p:extLst>
          </p:nvPr>
        </p:nvGraphicFramePr>
        <p:xfrm>
          <a:off x="3659024" y="242483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0.0%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(000)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54" name="Grafico _don_UPAX">
            <a:extLst>
              <a:ext uri="{FF2B5EF4-FFF2-40B4-BE49-F238E27FC236}">
                <a16:creationId xmlns:a16="http://schemas.microsoft.com/office/drawing/2014/main" id="{92DB8AA5-AA3A-A476-A33C-3BFFDC35FE2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83335811"/>
              </p:ext>
            </p:extLst>
          </p:nvPr>
        </p:nvGraphicFramePr>
        <p:xfrm>
          <a:off x="375047" y="276698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57" name="Grafico_bar_UPAX">
            <a:extLst>
              <a:ext uri="{FF2B5EF4-FFF2-40B4-BE49-F238E27FC236}">
                <a16:creationId xmlns:a16="http://schemas.microsoft.com/office/drawing/2014/main" id="{C322E477-E7DE-9C68-48A7-0B61F21F27F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7581455"/>
              </p:ext>
            </p:extLst>
          </p:nvPr>
        </p:nvGraphicFramePr>
        <p:xfrm>
          <a:off x="5034929" y="1910080"/>
          <a:ext cx="6609818" cy="52517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cxnSp>
        <p:nvCxnSpPr>
          <p:cNvPr id="48" name="Conector angular 25">
            <a:extLst>
              <a:ext uri="{FF2B5EF4-FFF2-40B4-BE49-F238E27FC236}">
                <a16:creationId xmlns:a16="http://schemas.microsoft.com/office/drawing/2014/main" id="{79B2D34A-B7F4-53FB-3431-775C98DD6830}"/>
              </a:ext>
            </a:extLst>
          </p:cNvPr>
          <p:cNvCxnSpPr>
            <a:cxnSpLocks/>
            <a:stCxn id="38" idx="1"/>
            <a:endCxn id="51" idx="0"/>
          </p:cNvCxnSpPr>
          <p:nvPr/>
        </p:nvCxnSpPr>
        <p:spPr bwMode="auto">
          <a:xfrm rot="10800000" flipV="1">
            <a:off x="725089" y="420698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4630751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CuadroTexto 28">
            <a:extLst>
              <a:ext uri="{FF2B5EF4-FFF2-40B4-BE49-F238E27FC236}">
                <a16:creationId xmlns:a16="http://schemas.microsoft.com/office/drawing/2014/main" id="{CDBB5E88-68CA-631D-76CD-2E23838923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62801" y="7889717"/>
            <a:ext cx="314449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10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0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0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grpSp>
        <p:nvGrpSpPr>
          <p:cNvPr id="40" name="Agrupar 49">
            <a:extLst>
              <a:ext uri="{FF2B5EF4-FFF2-40B4-BE49-F238E27FC236}">
                <a16:creationId xmlns:a16="http://schemas.microsoft.com/office/drawing/2014/main" id="{D6B84872-E227-1986-9EF2-698DD7653609}"/>
              </a:ext>
            </a:extLst>
          </p:cNvPr>
          <p:cNvGrpSpPr>
            <a:grpSpLocks/>
          </p:cNvGrpSpPr>
          <p:nvPr/>
        </p:nvGrpSpPr>
        <p:grpSpPr bwMode="auto">
          <a:xfrm>
            <a:off x="665766" y="6293172"/>
            <a:ext cx="3738563" cy="147637"/>
            <a:chOff x="2553895" y="6539475"/>
            <a:chExt cx="2803936" cy="161793"/>
          </a:xfrm>
        </p:grpSpPr>
        <p:sp>
          <p:nvSpPr>
            <p:cNvPr id="41" name="CuadroTexto 33">
              <a:extLst>
                <a:ext uri="{FF2B5EF4-FFF2-40B4-BE49-F238E27FC236}">
                  <a16:creationId xmlns:a16="http://schemas.microsoft.com/office/drawing/2014/main" id="{F63B8935-CF85-03B1-7841-DF4B8E5EEDE8}"/>
                </a:ext>
              </a:extLst>
            </p:cNvPr>
            <p:cNvSpPr txBox="1"/>
            <p:nvPr/>
          </p:nvSpPr>
          <p:spPr>
            <a:xfrm>
              <a:off x="2771781" y="6539475"/>
              <a:ext cx="642941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Detractores</a:t>
              </a:r>
            </a:p>
          </p:txBody>
        </p:sp>
        <p:sp>
          <p:nvSpPr>
            <p:cNvPr id="42" name="CuadroTexto 34">
              <a:extLst>
                <a:ext uri="{FF2B5EF4-FFF2-40B4-BE49-F238E27FC236}">
                  <a16:creationId xmlns:a16="http://schemas.microsoft.com/office/drawing/2014/main" id="{69182112-8505-5976-738B-AD6159003916}"/>
                </a:ext>
              </a:extLst>
            </p:cNvPr>
            <p:cNvSpPr txBox="1"/>
            <p:nvPr/>
          </p:nvSpPr>
          <p:spPr>
            <a:xfrm>
              <a:off x="3694519" y="6539475"/>
              <a:ext cx="461965" cy="153095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Pasivos</a:t>
              </a:r>
            </a:p>
          </p:txBody>
        </p:sp>
        <p:sp>
          <p:nvSpPr>
            <p:cNvPr id="43" name="CuadroTexto 35">
              <a:extLst>
                <a:ext uri="{FF2B5EF4-FFF2-40B4-BE49-F238E27FC236}">
                  <a16:creationId xmlns:a16="http://schemas.microsoft.com/office/drawing/2014/main" id="{88A46742-DF8D-2969-B4DA-7E304EF00D23}"/>
                </a:ext>
              </a:extLst>
            </p:cNvPr>
            <p:cNvSpPr txBox="1"/>
            <p:nvPr/>
          </p:nvSpPr>
          <p:spPr>
            <a:xfrm>
              <a:off x="4443427" y="6539475"/>
              <a:ext cx="914404" cy="161793"/>
            </a:xfrm>
            <a:prstGeom prst="rect">
              <a:avLst/>
            </a:prstGeom>
            <a:noFill/>
          </p:spPr>
          <p:txBody>
            <a:bodyPr wrap="none" lIns="0" tIns="0" rIns="0" bIns="0"/>
            <a:lstStyle/>
            <a:p>
              <a:pPr>
                <a:defRPr/>
              </a:pPr>
              <a:r>
                <a:rPr lang="es-ES" sz="1100" kern="0" dirty="0">
                  <a:solidFill>
                    <a:srgbClr val="404040"/>
                  </a:solidFill>
                  <a:latin typeface="Montserrat" panose="00000500000000000000" pitchFamily="2" charset="0"/>
                  <a:cs typeface="Kanit" pitchFamily="2" charset="-34"/>
                </a:rPr>
                <a:t>Promotores</a:t>
              </a:r>
            </a:p>
          </p:txBody>
        </p:sp>
        <p:sp>
          <p:nvSpPr>
            <p:cNvPr id="44" name="83 Rectángulo">
              <a:extLst>
                <a:ext uri="{FF2B5EF4-FFF2-40B4-BE49-F238E27FC236}">
                  <a16:creationId xmlns:a16="http://schemas.microsoft.com/office/drawing/2014/main" id="{CB36D7F1-9D1B-4176-8E19-56FC6447EB8D}"/>
                </a:ext>
              </a:extLst>
            </p:cNvPr>
            <p:cNvSpPr/>
            <p:nvPr/>
          </p:nvSpPr>
          <p:spPr>
            <a:xfrm>
              <a:off x="3494493" y="6548173"/>
              <a:ext cx="144067" cy="144397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45" name="84 Rectángulo">
              <a:extLst>
                <a:ext uri="{FF2B5EF4-FFF2-40B4-BE49-F238E27FC236}">
                  <a16:creationId xmlns:a16="http://schemas.microsoft.com/office/drawing/2014/main" id="{34CCEEFD-F738-E178-5599-3738D985D9A9}"/>
                </a:ext>
              </a:extLst>
            </p:cNvPr>
            <p:cNvSpPr/>
            <p:nvPr/>
          </p:nvSpPr>
          <p:spPr>
            <a:xfrm>
              <a:off x="2553895" y="6548173"/>
              <a:ext cx="144067" cy="144397"/>
            </a:xfrm>
            <a:prstGeom prst="rect">
              <a:avLst/>
            </a:prstGeom>
            <a:solidFill>
              <a:srgbClr val="FF000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  <p:sp>
          <p:nvSpPr>
            <p:cNvPr id="46" name="17 Rectángulo">
              <a:extLst>
                <a:ext uri="{FF2B5EF4-FFF2-40B4-BE49-F238E27FC236}">
                  <a16:creationId xmlns:a16="http://schemas.microsoft.com/office/drawing/2014/main" id="{39326E98-6A9D-FBA6-CCD6-BF8D5BFA1589}"/>
                </a:ext>
              </a:extLst>
            </p:cNvPr>
            <p:cNvSpPr/>
            <p:nvPr/>
          </p:nvSpPr>
          <p:spPr>
            <a:xfrm>
              <a:off x="4239828" y="6548173"/>
              <a:ext cx="144067" cy="144397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anchor="ctr"/>
            <a:lstStyle/>
            <a:p>
              <a:pPr>
                <a:defRPr/>
              </a:pPr>
              <a:endParaRPr lang="es-MX" sz="2000" kern="0" dirty="0">
                <a:solidFill>
                  <a:srgbClr val="404040"/>
                </a:solidFill>
                <a:latin typeface="Kanit" pitchFamily="2" charset="-34"/>
                <a:cs typeface="Kanit" pitchFamily="2" charset="-34"/>
              </a:endParaRPr>
            </a:p>
          </p:txBody>
        </p:sp>
      </p:grpSp>
      <p:grpSp>
        <p:nvGrpSpPr>
          <p:cNvPr id="3" name="Grupo 2">
            <a:extLst>
              <a:ext uri="{FF2B5EF4-FFF2-40B4-BE49-F238E27FC236}">
                <a16:creationId xmlns:a16="http://schemas.microsoft.com/office/drawing/2014/main" id="{5662EB1B-5593-A4A6-A7DE-D5BB225EDF45}"/>
              </a:ext>
            </a:extLst>
          </p:cNvPr>
          <p:cNvGrpSpPr/>
          <p:nvPr/>
        </p:nvGrpSpPr>
        <p:grpSpPr>
          <a:xfrm>
            <a:off x="543878" y="21121"/>
            <a:ext cx="8094662" cy="1165225"/>
            <a:chOff x="543878" y="21121"/>
            <a:chExt cx="8094662" cy="1165225"/>
          </a:xfrm>
        </p:grpSpPr>
        <p:pic>
          <p:nvPicPr>
            <p:cNvPr id="7" name="Imagen 28">
              <a:extLst>
                <a:ext uri="{FF2B5EF4-FFF2-40B4-BE49-F238E27FC236}">
                  <a16:creationId xmlns:a16="http://schemas.microsoft.com/office/drawing/2014/main" id="{C9780647-B83C-6056-AE02-CC23BC6F40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8094662" cy="1165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5" name="Título 2">
              <a:extLst>
                <a:ext uri="{FF2B5EF4-FFF2-40B4-BE49-F238E27FC236}">
                  <a16:creationId xmlns:a16="http://schemas.microsoft.com/office/drawing/2014/main" id="{2D0F527C-2911-942E-3C97-5BE66FD92587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363524"/>
              <a:ext cx="5503863" cy="5730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s-ES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UPAX 1Q 2026</a:t>
              </a:r>
            </a:p>
          </p:txBody>
        </p:sp>
        <p:pic>
          <p:nvPicPr>
            <p:cNvPr id="31" name="Imagen 3">
              <a:extLst>
                <a:ext uri="{FF2B5EF4-FFF2-40B4-BE49-F238E27FC236}">
                  <a16:creationId xmlns:a16="http://schemas.microsoft.com/office/drawing/2014/main" id="{84BC4294-E5EB-C17B-EE0B-45B36331C36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0933" y="248132"/>
              <a:ext cx="700087" cy="612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pic>
        <p:nvPicPr>
          <p:cNvPr id="27" name="Imagen 32">
            <a:hlinkClick r:id="rId4" action="ppaction://hlinksldjump"/>
            <a:extLst>
              <a:ext uri="{FF2B5EF4-FFF2-40B4-BE49-F238E27FC236}">
                <a16:creationId xmlns:a16="http://schemas.microsoft.com/office/drawing/2014/main" id="{B5980974-18D9-75FE-10DB-89A5165CCA1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646" y="1189514"/>
            <a:ext cx="850693" cy="2958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28" name="Tabla_DIF_DCHO">
            <a:extLst>
              <a:ext uri="{FF2B5EF4-FFF2-40B4-BE49-F238E27FC236}">
                <a16:creationId xmlns:a16="http://schemas.microsoft.com/office/drawing/2014/main" id="{9E7FFF60-74F8-0CA5-AAF6-E28DDD38E3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0345240"/>
              </p:ext>
            </p:extLst>
          </p:nvPr>
        </p:nvGraphicFramePr>
        <p:xfrm>
          <a:off x="11551750" y="1956595"/>
          <a:ext cx="2783845" cy="5259520"/>
        </p:xfrm>
        <a:graphic>
          <a:graphicData uri="http://schemas.openxmlformats.org/drawingml/2006/table">
            <a:tbl>
              <a:tblPr/>
              <a:tblGrid>
                <a:gridCol w="877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5531">
                  <a:extLst>
                    <a:ext uri="{9D8B030D-6E8A-4147-A177-3AD203B41FA5}">
                      <a16:colId xmlns:a16="http://schemas.microsoft.com/office/drawing/2014/main" val="182502293"/>
                    </a:ext>
                  </a:extLst>
                </a:gridCol>
                <a:gridCol w="635531">
                  <a:extLst>
                    <a:ext uri="{9D8B030D-6E8A-4147-A177-3AD203B41FA5}">
                      <a16:colId xmlns:a16="http://schemas.microsoft.com/office/drawing/2014/main" val="1512344663"/>
                    </a:ext>
                  </a:extLst>
                </a:gridCol>
                <a:gridCol w="635531">
                  <a:extLst>
                    <a:ext uri="{9D8B030D-6E8A-4147-A177-3AD203B41FA5}">
                      <a16:colId xmlns:a16="http://schemas.microsoft.com/office/drawing/2014/main" val="2701683073"/>
                    </a:ext>
                  </a:extLst>
                </a:gridCol>
              </a:tblGrid>
              <a:tr h="473970">
                <a:tc>
                  <a:txBody>
                    <a:bodyPr/>
                    <a:lstStyle/>
                    <a:p>
                      <a:pPr algn="ctr" fontAlgn="b"/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# </a:t>
                      </a:r>
                      <a:b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</a:br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Colaboradores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8058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9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IPN</a:t>
                      </a:r>
                      <a:br>
                        <a:rPr lang="es-ES_tradnl" sz="9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lang="es-ES_tradnl" sz="9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1Q 2026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8058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9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IPN</a:t>
                      </a:r>
                      <a:br>
                        <a:rPr lang="es-ES_tradnl" sz="9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lang="es-ES_tradnl" sz="9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4Q 2025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900" b="0" i="0" u="none" strike="noStrike" dirty="0">
                          <a:effectLst/>
                          <a:latin typeface="Montserrat" panose="00000500000000000000" pitchFamily="2" charset="0"/>
                        </a:rPr>
                        <a:t>Dif vs Ant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4797123"/>
                  </a:ext>
                </a:extLst>
              </a:tr>
              <a:tr h="95711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1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1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5711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8706612"/>
                  </a:ext>
                </a:extLst>
              </a:tr>
              <a:tr h="95711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5711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9593863"/>
                  </a:ext>
                </a:extLst>
              </a:tr>
              <a:tr h="95711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effectLst/>
                          <a:latin typeface="Montserrat" panose="00000500000000000000" pitchFamily="2" charset="0"/>
                        </a:rPr>
                        <a:t>0.0%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000" b="0" i="0" u="none" strike="noStrike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0.0 </a:t>
                      </a:r>
                      <a:r>
                        <a:rPr lang="es-MX" sz="1000" b="0" i="0" u="none" strike="noStrike" dirty="0" err="1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</a:rPr>
                        <a:t>pp</a:t>
                      </a:r>
                      <a:endParaRPr lang="es-MX" sz="1000" b="0" i="0" u="none" strike="noStrike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1490613"/>
                  </a:ext>
                </a:extLst>
              </a:tr>
            </a:tbl>
          </a:graphicData>
        </a:graphic>
      </p:graphicFrame>
      <p:graphicFrame>
        <p:nvGraphicFramePr>
          <p:cNvPr id="6" name="Grafico_bar_DCHO">
            <a:extLst>
              <a:ext uri="{FF2B5EF4-FFF2-40B4-BE49-F238E27FC236}">
                <a16:creationId xmlns:a16="http://schemas.microsoft.com/office/drawing/2014/main" id="{195CAC42-85CE-A86B-AF88-8D67814A121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72024319"/>
              </p:ext>
            </p:extLst>
          </p:nvPr>
        </p:nvGraphicFramePr>
        <p:xfrm>
          <a:off x="5045089" y="2424831"/>
          <a:ext cx="6479869" cy="4791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cxnSp>
        <p:nvCxnSpPr>
          <p:cNvPr id="47" name="Conector angular 25">
            <a:extLst>
              <a:ext uri="{FF2B5EF4-FFF2-40B4-BE49-F238E27FC236}">
                <a16:creationId xmlns:a16="http://schemas.microsoft.com/office/drawing/2014/main" id="{7BD65B48-C312-C7EA-F571-623F2F63C3AC}"/>
              </a:ext>
            </a:extLst>
          </p:cNvPr>
          <p:cNvCxnSpPr>
            <a:cxnSpLocks/>
            <a:stCxn id="38" idx="3"/>
            <a:endCxn id="52" idx="2"/>
          </p:cNvCxnSpPr>
          <p:nvPr/>
        </p:nvCxnSpPr>
        <p:spPr bwMode="auto">
          <a:xfrm flipV="1">
            <a:off x="3525047" y="3103011"/>
            <a:ext cx="781977" cy="1103975"/>
          </a:xfrm>
          <a:prstGeom prst="bentConnector2">
            <a:avLst/>
          </a:prstGeom>
          <a:noFill/>
          <a:ln w="6350">
            <a:solidFill>
              <a:srgbClr val="00B05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48" name="Conector angular 25">
            <a:extLst>
              <a:ext uri="{FF2B5EF4-FFF2-40B4-BE49-F238E27FC236}">
                <a16:creationId xmlns:a16="http://schemas.microsoft.com/office/drawing/2014/main" id="{931DCE88-58CA-AB51-41BA-5D8F969A48FC}"/>
              </a:ext>
            </a:extLst>
          </p:cNvPr>
          <p:cNvCxnSpPr>
            <a:cxnSpLocks/>
            <a:stCxn id="38" idx="1"/>
            <a:endCxn id="51" idx="0"/>
          </p:cNvCxnSpPr>
          <p:nvPr/>
        </p:nvCxnSpPr>
        <p:spPr bwMode="auto">
          <a:xfrm rot="10800000" flipV="1">
            <a:off x="725089" y="4206985"/>
            <a:ext cx="819958" cy="1107297"/>
          </a:xfrm>
          <a:prstGeom prst="bentConnector2">
            <a:avLst/>
          </a:prstGeom>
          <a:noFill/>
          <a:ln w="6350">
            <a:solidFill>
              <a:srgbClr val="FFC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49" name="Conector angular 25">
            <a:extLst>
              <a:ext uri="{FF2B5EF4-FFF2-40B4-BE49-F238E27FC236}">
                <a16:creationId xmlns:a16="http://schemas.microsoft.com/office/drawing/2014/main" id="{3C8C86EC-5696-8A23-42B4-709F5AF1D1F0}"/>
              </a:ext>
            </a:extLst>
          </p:cNvPr>
          <p:cNvCxnSpPr>
            <a:cxnSpLocks/>
            <a:stCxn id="50" idx="2"/>
          </p:cNvCxnSpPr>
          <p:nvPr/>
        </p:nvCxnSpPr>
        <p:spPr bwMode="auto">
          <a:xfrm rot="16200000" flipH="1">
            <a:off x="993684" y="2843386"/>
            <a:ext cx="341896" cy="879086"/>
          </a:xfrm>
          <a:prstGeom prst="bentConnector2">
            <a:avLst/>
          </a:prstGeom>
          <a:noFill/>
          <a:ln w="6350">
            <a:solidFill>
              <a:srgbClr val="FF0000"/>
            </a:solidFill>
            <a:headEnd type="oval"/>
            <a:tailEnd type="oval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graphicFrame>
        <p:nvGraphicFramePr>
          <p:cNvPr id="39" name="Tabla_ANTERIO_DCHO">
            <a:extLst>
              <a:ext uri="{FF2B5EF4-FFF2-40B4-BE49-F238E27FC236}">
                <a16:creationId xmlns:a16="http://schemas.microsoft.com/office/drawing/2014/main" id="{479BCE55-7E00-A3F2-BFC4-FA9E9A08CB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2341222"/>
              </p:ext>
            </p:extLst>
          </p:nvPr>
        </p:nvGraphicFramePr>
        <p:xfrm>
          <a:off x="661736" y="6831349"/>
          <a:ext cx="3746623" cy="384764"/>
        </p:xfrm>
        <a:graphic>
          <a:graphicData uri="http://schemas.openxmlformats.org/drawingml/2006/table">
            <a:tbl>
              <a:tblPr/>
              <a:tblGrid>
                <a:gridCol w="26099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6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1429">
                <a:tc>
                  <a:txBody>
                    <a:bodyPr/>
                    <a:lstStyle/>
                    <a:p>
                      <a:pPr algn="l" fontAlgn="b"/>
                      <a:r>
                        <a:rPr kumimoji="0" lang="es-MX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PARTICIPACI</a:t>
                      </a:r>
                      <a:r>
                        <a:rPr kumimoji="0" lang="es-E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ÓN ANTERIOR</a:t>
                      </a:r>
                      <a:endParaRPr kumimoji="0" lang="es-MX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7F7F7F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400" marR="7400" marT="7398" marB="0" anchor="ctr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08013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20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000</a:t>
                      </a:r>
                    </a:p>
                  </a:txBody>
                  <a:tcPr marL="7400" marR="7400" marT="7398" marB="0" anchor="ctr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3335">
                <a:tc>
                  <a:txBody>
                    <a:bodyPr/>
                    <a:lstStyle/>
                    <a:p>
                      <a:pPr algn="l" fontAlgn="b"/>
                      <a:r>
                        <a:rPr kumimoji="0" lang="es-MX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7F7F7F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 ANTERIOR</a:t>
                      </a:r>
                    </a:p>
                  </a:txBody>
                  <a:tcPr marL="7400" marR="7400" marT="7398" marB="0" anchor="ctr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MX" sz="120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0.0%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C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8" name="Tabla_IPN_DCHO">
            <a:extLst>
              <a:ext uri="{FF2B5EF4-FFF2-40B4-BE49-F238E27FC236}">
                <a16:creationId xmlns:a16="http://schemas.microsoft.com/office/drawing/2014/main" id="{CD74E6B7-7755-4216-09F3-8B897B08AD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2254404"/>
              </p:ext>
            </p:extLst>
          </p:nvPr>
        </p:nvGraphicFramePr>
        <p:xfrm>
          <a:off x="1545047" y="3639931"/>
          <a:ext cx="1980000" cy="1134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32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0.0%</a:t>
                      </a:r>
                    </a:p>
                    <a:p>
                      <a:pPr algn="ctr"/>
                      <a:r>
                        <a:rPr lang="es-ES" altLang="es-MX" sz="11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IPN</a:t>
                      </a:r>
                      <a:endParaRPr lang="es-MX" sz="1100" b="1" kern="1200" dirty="0">
                        <a:solidFill>
                          <a:srgbClr val="000000"/>
                        </a:solidFill>
                        <a:latin typeface="Montserrat" panose="00000500000000000000" pitchFamily="2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000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lang="es-MX" sz="971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Colaboradores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03877"/>
                  </a:ext>
                </a:extLst>
              </a:tr>
            </a:tbl>
          </a:graphicData>
        </a:graphic>
      </p:graphicFrame>
      <p:graphicFrame>
        <p:nvGraphicFramePr>
          <p:cNvPr id="50" name="Tabla_DET_DCHO">
            <a:extLst>
              <a:ext uri="{FF2B5EF4-FFF2-40B4-BE49-F238E27FC236}">
                <a16:creationId xmlns:a16="http://schemas.microsoft.com/office/drawing/2014/main" id="{98A48B77-99BD-D3A5-7AFF-1524A3B282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2086236"/>
              </p:ext>
            </p:extLst>
          </p:nvPr>
        </p:nvGraphicFramePr>
        <p:xfrm>
          <a:off x="77089" y="243380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0.0%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(000)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51" name="Tabla_PAS_DCHO">
            <a:extLst>
              <a:ext uri="{FF2B5EF4-FFF2-40B4-BE49-F238E27FC236}">
                <a16:creationId xmlns:a16="http://schemas.microsoft.com/office/drawing/2014/main" id="{46812283-B062-F7AF-2DD0-5088BF097F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3293862"/>
              </p:ext>
            </p:extLst>
          </p:nvPr>
        </p:nvGraphicFramePr>
        <p:xfrm>
          <a:off x="77089" y="5314283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0.0%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(000)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52" name="Tabla_PRO_DCHO">
            <a:extLst>
              <a:ext uri="{FF2B5EF4-FFF2-40B4-BE49-F238E27FC236}">
                <a16:creationId xmlns:a16="http://schemas.microsoft.com/office/drawing/2014/main" id="{34F1D492-9451-9E3B-3BD0-FF72CDBC2E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6180535"/>
              </p:ext>
            </p:extLst>
          </p:nvPr>
        </p:nvGraphicFramePr>
        <p:xfrm>
          <a:off x="3659024" y="2424831"/>
          <a:ext cx="1296000" cy="67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  <a:p>
                      <a:pPr algn="ctr"/>
                      <a:r>
                        <a:rPr lang="es-MX" sz="14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0.0% </a:t>
                      </a:r>
                    </a:p>
                    <a:p>
                      <a:pPr algn="ctr"/>
                      <a:r>
                        <a:rPr lang="es-MX" sz="105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(000)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54" name="Grafico _don_DCHO">
            <a:extLst>
              <a:ext uri="{FF2B5EF4-FFF2-40B4-BE49-F238E27FC236}">
                <a16:creationId xmlns:a16="http://schemas.microsoft.com/office/drawing/2014/main" id="{40D4E8A5-C8DF-D158-F95E-2A41442CC5E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09694044"/>
              </p:ext>
            </p:extLst>
          </p:nvPr>
        </p:nvGraphicFramePr>
        <p:xfrm>
          <a:off x="375047" y="2766986"/>
          <a:ext cx="4320001" cy="28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55" name="89 CuadroTexto">
            <a:extLst>
              <a:ext uri="{FF2B5EF4-FFF2-40B4-BE49-F238E27FC236}">
                <a16:creationId xmlns:a16="http://schemas.microsoft.com/office/drawing/2014/main" id="{80C36357-9DDD-9BC4-AD1F-75548E9A5AB7}"/>
              </a:ext>
            </a:extLst>
          </p:cNvPr>
          <p:cNvSpPr txBox="1"/>
          <p:nvPr/>
        </p:nvSpPr>
        <p:spPr>
          <a:xfrm>
            <a:off x="451566" y="1557478"/>
            <a:ext cx="4166962" cy="689974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defTabSz="1153501">
              <a:defRPr/>
            </a:pPr>
            <a:r>
              <a:rPr lang="es-MX" sz="195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</a:t>
            </a:r>
          </a:p>
          <a:p>
            <a:pPr algn="ctr" defTabSz="1153501">
              <a:defRPr/>
            </a:pPr>
            <a:r>
              <a:rPr lang="es-MX" sz="195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Despachos</a:t>
            </a:r>
          </a:p>
        </p:txBody>
      </p:sp>
    </p:spTree>
    <p:extLst>
      <p:ext uri="{BB962C8B-B14F-4D97-AF65-F5344CB8AC3E}">
        <p14:creationId xmlns:p14="http://schemas.microsoft.com/office/powerpoint/2010/main" val="12113632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CuadroTexto 28">
            <a:extLst>
              <a:ext uri="{FF2B5EF4-FFF2-40B4-BE49-F238E27FC236}">
                <a16:creationId xmlns:a16="http://schemas.microsoft.com/office/drawing/2014/main" id="{9BCF4118-78DE-9594-50A6-DEA4BE9A14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62801" y="7889717"/>
            <a:ext cx="314449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defRPr/>
            </a:pPr>
            <a:r>
              <a:rPr lang="es-MX" altLang="es-MX" sz="10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0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0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grpSp>
        <p:nvGrpSpPr>
          <p:cNvPr id="38" name="Grupo 37">
            <a:extLst>
              <a:ext uri="{FF2B5EF4-FFF2-40B4-BE49-F238E27FC236}">
                <a16:creationId xmlns:a16="http://schemas.microsoft.com/office/drawing/2014/main" id="{B441A441-51EF-874D-BB94-44111EA09C50}"/>
              </a:ext>
            </a:extLst>
          </p:cNvPr>
          <p:cNvGrpSpPr/>
          <p:nvPr/>
        </p:nvGrpSpPr>
        <p:grpSpPr>
          <a:xfrm>
            <a:off x="543878" y="21121"/>
            <a:ext cx="9599114" cy="1258888"/>
            <a:chOff x="543878" y="21121"/>
            <a:chExt cx="9599114" cy="1258888"/>
          </a:xfrm>
        </p:grpSpPr>
        <p:pic>
          <p:nvPicPr>
            <p:cNvPr id="39" name="Imagen 29">
              <a:extLst>
                <a:ext uri="{FF2B5EF4-FFF2-40B4-BE49-F238E27FC236}">
                  <a16:creationId xmlns:a16="http://schemas.microsoft.com/office/drawing/2014/main" id="{87911B62-E6BD-8E15-AC2E-C9B2F07214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9599114" cy="12588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0" name="Título 2">
              <a:extLst>
                <a:ext uri="{FF2B5EF4-FFF2-40B4-BE49-F238E27FC236}">
                  <a16:creationId xmlns:a16="http://schemas.microsoft.com/office/drawing/2014/main" id="{BC9B2148-1486-F344-C659-438904DF77EF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292404"/>
              <a:ext cx="5503863" cy="923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>
                <a:spcBef>
                  <a:spcPct val="0"/>
                </a:spcBef>
                <a:buNone/>
              </a:pPr>
              <a:r>
                <a:rPr lang="es-ES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UPAX 1Q 2026</a:t>
              </a:r>
            </a:p>
            <a:p>
              <a:pPr>
                <a:spcBef>
                  <a:spcPct val="0"/>
                </a:spcBef>
                <a:buNone/>
              </a:pPr>
              <a:r>
                <a:rPr lang="es-ES" altLang="es-MX" sz="27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Histórico</a:t>
              </a:r>
            </a:p>
          </p:txBody>
        </p:sp>
        <p:pic>
          <p:nvPicPr>
            <p:cNvPr id="41" name="Imagen 3">
              <a:extLst>
                <a:ext uri="{FF2B5EF4-FFF2-40B4-BE49-F238E27FC236}">
                  <a16:creationId xmlns:a16="http://schemas.microsoft.com/office/drawing/2014/main" id="{B6FCC977-DE40-1BAA-CAEA-2C6C954FD77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0933" y="248132"/>
              <a:ext cx="700087" cy="612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cxnSp>
        <p:nvCxnSpPr>
          <p:cNvPr id="18" name="41 Conector recto">
            <a:extLst>
              <a:ext uri="{FF2B5EF4-FFF2-40B4-BE49-F238E27FC236}">
                <a16:creationId xmlns:a16="http://schemas.microsoft.com/office/drawing/2014/main" id="{A740FF9F-EC8A-690F-2391-26817BF8C66D}"/>
              </a:ext>
            </a:extLst>
          </p:cNvPr>
          <p:cNvCxnSpPr>
            <a:cxnSpLocks/>
          </p:cNvCxnSpPr>
          <p:nvPr/>
        </p:nvCxnSpPr>
        <p:spPr>
          <a:xfrm>
            <a:off x="285736" y="4334784"/>
            <a:ext cx="133200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42 Conector recto">
            <a:extLst>
              <a:ext uri="{FF2B5EF4-FFF2-40B4-BE49-F238E27FC236}">
                <a16:creationId xmlns:a16="http://schemas.microsoft.com/office/drawing/2014/main" id="{F81D63A8-776F-93A5-C926-1D4B7542D046}"/>
              </a:ext>
            </a:extLst>
          </p:cNvPr>
          <p:cNvCxnSpPr>
            <a:cxnSpLocks/>
          </p:cNvCxnSpPr>
          <p:nvPr/>
        </p:nvCxnSpPr>
        <p:spPr>
          <a:xfrm>
            <a:off x="285736" y="6090804"/>
            <a:ext cx="133200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1" name="Tabla 30">
            <a:extLst>
              <a:ext uri="{FF2B5EF4-FFF2-40B4-BE49-F238E27FC236}">
                <a16:creationId xmlns:a16="http://schemas.microsoft.com/office/drawing/2014/main" id="{93017FBC-3B34-5492-E6F0-FFA2A56BF2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4869104"/>
              </p:ext>
            </p:extLst>
          </p:nvPr>
        </p:nvGraphicFramePr>
        <p:xfrm>
          <a:off x="1815559" y="2347223"/>
          <a:ext cx="344911" cy="3706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9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681">
                <a:tc>
                  <a:txBody>
                    <a:bodyPr/>
                    <a:lstStyle/>
                    <a:p>
                      <a:pPr algn="ctr" fontAlgn="b"/>
                      <a:r>
                        <a:rPr lang="es-MX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Montserrat SemiBold" panose="00000700000000000000" pitchFamily="2" charset="0"/>
                        </a:rPr>
                        <a:t>IPN</a:t>
                      </a:r>
                    </a:p>
                  </a:txBody>
                  <a:tcPr marL="7619" marR="7619" marT="7617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33" name="Imagen 35">
            <a:hlinkClick r:id="rId4" action="ppaction://hlinksldjump"/>
            <a:extLst>
              <a:ext uri="{FF2B5EF4-FFF2-40B4-BE49-F238E27FC236}">
                <a16:creationId xmlns:a16="http://schemas.microsoft.com/office/drawing/2014/main" id="{4A1B1CF6-3A80-2442-4FCD-C1346FE02E1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646" y="1249039"/>
            <a:ext cx="9271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9" name="89 CuadroTexto">
            <a:extLst>
              <a:ext uri="{FF2B5EF4-FFF2-40B4-BE49-F238E27FC236}">
                <a16:creationId xmlns:a16="http://schemas.microsoft.com/office/drawing/2014/main" id="{85390669-1B5E-5A9E-AB58-6C3DA00B27D2}"/>
              </a:ext>
            </a:extLst>
          </p:cNvPr>
          <p:cNvSpPr txBox="1"/>
          <p:nvPr/>
        </p:nvSpPr>
        <p:spPr>
          <a:xfrm>
            <a:off x="310770" y="1923777"/>
            <a:ext cx="133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153501">
              <a:defRPr/>
            </a:pPr>
            <a:r>
              <a:rPr lang="es-MX" sz="14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Resultado</a:t>
            </a:r>
          </a:p>
          <a:p>
            <a:pPr algn="ctr" defTabSz="1153501">
              <a:defRPr/>
            </a:pPr>
            <a:r>
              <a:rPr lang="es-MX" sz="1400" b="1" dirty="0">
                <a:solidFill>
                  <a:prstClr val="black">
                    <a:lumMod val="75000"/>
                    <a:lumOff val="25000"/>
                  </a:prstClr>
                </a:solidFill>
                <a:latin typeface="Montserrat" panose="00000500000000000000" pitchFamily="2" charset="0"/>
                <a:ea typeface="Verdana" panose="020B0604030504040204" pitchFamily="34" charset="0"/>
                <a:cs typeface="Verdana" panose="020B0604030504040204" pitchFamily="34" charset="0"/>
              </a:rPr>
              <a:t>UPAX</a:t>
            </a:r>
          </a:p>
        </p:txBody>
      </p:sp>
      <p:graphicFrame>
        <p:nvGraphicFramePr>
          <p:cNvPr id="7" name="Grafico_historico_PRO">
            <a:extLst>
              <a:ext uri="{FF2B5EF4-FFF2-40B4-BE49-F238E27FC236}">
                <a16:creationId xmlns:a16="http://schemas.microsoft.com/office/drawing/2014/main" id="{292A9A79-78DA-7BDD-A9FA-B0D2CB5E996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14360219"/>
              </p:ext>
            </p:extLst>
          </p:nvPr>
        </p:nvGraphicFramePr>
        <p:xfrm>
          <a:off x="2157896" y="6225057"/>
          <a:ext cx="9720000" cy="144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5" name="Grafico_historico_PAS">
            <a:extLst>
              <a:ext uri="{FF2B5EF4-FFF2-40B4-BE49-F238E27FC236}">
                <a16:creationId xmlns:a16="http://schemas.microsoft.com/office/drawing/2014/main" id="{50A94AAF-BCBE-8843-4100-63A1E578C8C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4244353"/>
              </p:ext>
            </p:extLst>
          </p:nvPr>
        </p:nvGraphicFramePr>
        <p:xfrm>
          <a:off x="2157896" y="4496158"/>
          <a:ext cx="9720000" cy="144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6" name="Grafico_historico_DET">
            <a:extLst>
              <a:ext uri="{FF2B5EF4-FFF2-40B4-BE49-F238E27FC236}">
                <a16:creationId xmlns:a16="http://schemas.microsoft.com/office/drawing/2014/main" id="{030F817F-FE74-488F-DE69-5C07F0F5FDF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41291483"/>
              </p:ext>
            </p:extLst>
          </p:nvPr>
        </p:nvGraphicFramePr>
        <p:xfrm>
          <a:off x="2157896" y="2726401"/>
          <a:ext cx="9720000" cy="144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52" name="Grafico_historico_IPN">
            <a:extLst>
              <a:ext uri="{FF2B5EF4-FFF2-40B4-BE49-F238E27FC236}">
                <a16:creationId xmlns:a16="http://schemas.microsoft.com/office/drawing/2014/main" id="{A79CCBBA-D752-5687-9A79-0D75BFCFC36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15451969"/>
              </p:ext>
            </p:extLst>
          </p:nvPr>
        </p:nvGraphicFramePr>
        <p:xfrm>
          <a:off x="2157896" y="2084241"/>
          <a:ext cx="9720000" cy="6370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sp>
        <p:nvSpPr>
          <p:cNvPr id="34" name="Rectángulo redondeado 30">
            <a:extLst>
              <a:ext uri="{FF2B5EF4-FFF2-40B4-BE49-F238E27FC236}">
                <a16:creationId xmlns:a16="http://schemas.microsoft.com/office/drawing/2014/main" id="{47FC1531-F57F-688D-B961-4FAFBE692228}"/>
              </a:ext>
            </a:extLst>
          </p:cNvPr>
          <p:cNvSpPr/>
          <p:nvPr/>
        </p:nvSpPr>
        <p:spPr>
          <a:xfrm>
            <a:off x="11440161" y="3073021"/>
            <a:ext cx="437736" cy="4726281"/>
          </a:xfrm>
          <a:prstGeom prst="roundRect">
            <a:avLst/>
          </a:prstGeom>
          <a:noFill/>
          <a:ln w="1905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es-MX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endParaRPr lang="es-MX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6" name="80 CuadroTexto">
            <a:extLst>
              <a:ext uri="{FF2B5EF4-FFF2-40B4-BE49-F238E27FC236}">
                <a16:creationId xmlns:a16="http://schemas.microsoft.com/office/drawing/2014/main" id="{CA2B112A-6B35-10A1-952D-0DAC58AC78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353013" y="7164370"/>
            <a:ext cx="14040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r>
              <a:rPr lang="es-MX" altLang="es-MX" sz="800" dirty="0">
                <a:latin typeface="Montserrat" panose="00000500000000000000" pitchFamily="2" charset="0"/>
                <a:cs typeface="Kanit" pitchFamily="2" charset="-34"/>
              </a:rPr>
              <a:t>Variación respecto al</a:t>
            </a:r>
          </a:p>
          <a:p>
            <a:pPr algn="ctr" eaLnBrk="1" hangingPunct="1">
              <a:defRPr/>
            </a:pPr>
            <a:r>
              <a:rPr lang="es-MX" altLang="es-MX" sz="800" dirty="0">
                <a:latin typeface="Montserrat" panose="00000500000000000000" pitchFamily="2" charset="0"/>
                <a:cs typeface="Kanit" pitchFamily="2" charset="-34"/>
              </a:rPr>
              <a:t>trimestre anterior</a:t>
            </a:r>
          </a:p>
        </p:txBody>
      </p:sp>
      <p:graphicFrame>
        <p:nvGraphicFramePr>
          <p:cNvPr id="58" name="Tabla_PRO_DIF_HIST">
            <a:extLst>
              <a:ext uri="{FF2B5EF4-FFF2-40B4-BE49-F238E27FC236}">
                <a16:creationId xmlns:a16="http://schemas.microsoft.com/office/drawing/2014/main" id="{51B07AC8-D6C0-94CA-1DCD-C70B56EC3F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6427945"/>
              </p:ext>
            </p:extLst>
          </p:nvPr>
        </p:nvGraphicFramePr>
        <p:xfrm>
          <a:off x="12353013" y="6731697"/>
          <a:ext cx="1404000" cy="42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8000">
                  <a:extLst>
                    <a:ext uri="{9D8B030D-6E8A-4147-A177-3AD203B41FA5}">
                      <a16:colId xmlns:a16="http://schemas.microsoft.com/office/drawing/2014/main" val="2533715186"/>
                    </a:ext>
                  </a:extLst>
                </a:gridCol>
                <a:gridCol w="93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2200" b="0" kern="1200" dirty="0">
                          <a:solidFill>
                            <a:srgbClr val="FF0000"/>
                          </a:solidFill>
                          <a:latin typeface="Webdings" panose="05030102010509060703" pitchFamily="18" charset="2"/>
                          <a:ea typeface="+mn-ea"/>
                          <a:cs typeface="Kanit" pitchFamily="2" charset="-34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MX" sz="12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-2.4 </a:t>
                      </a:r>
                      <a:r>
                        <a:rPr lang="es-MX" sz="1200" b="0" kern="1200" dirty="0" err="1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pp</a:t>
                      </a:r>
                      <a:endParaRPr lang="es-MX" sz="1200" b="0" kern="12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  <a:ea typeface="+mn-ea"/>
                        <a:cs typeface="Kanit" pitchFamily="2" charset="-34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sp>
        <p:nvSpPr>
          <p:cNvPr id="54" name="80 CuadroTexto">
            <a:extLst>
              <a:ext uri="{FF2B5EF4-FFF2-40B4-BE49-F238E27FC236}">
                <a16:creationId xmlns:a16="http://schemas.microsoft.com/office/drawing/2014/main" id="{3C6222D3-2257-344D-382B-6501D48B2B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353013" y="5438151"/>
            <a:ext cx="14040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r>
              <a:rPr lang="es-MX" altLang="es-MX" sz="800" dirty="0">
                <a:latin typeface="Montserrat" panose="00000500000000000000" pitchFamily="2" charset="0"/>
                <a:cs typeface="Kanit" pitchFamily="2" charset="-34"/>
              </a:rPr>
              <a:t>Variación respecto al</a:t>
            </a:r>
          </a:p>
          <a:p>
            <a:pPr algn="ctr" eaLnBrk="1" hangingPunct="1">
              <a:defRPr/>
            </a:pPr>
            <a:r>
              <a:rPr lang="es-MX" altLang="es-MX" sz="800" dirty="0">
                <a:latin typeface="Montserrat" panose="00000500000000000000" pitchFamily="2" charset="0"/>
                <a:cs typeface="Kanit" pitchFamily="2" charset="-34"/>
              </a:rPr>
              <a:t>trimestre anterior</a:t>
            </a:r>
          </a:p>
        </p:txBody>
      </p:sp>
      <p:graphicFrame>
        <p:nvGraphicFramePr>
          <p:cNvPr id="55" name="Tabla_PAS_DFI_HIST">
            <a:extLst>
              <a:ext uri="{FF2B5EF4-FFF2-40B4-BE49-F238E27FC236}">
                <a16:creationId xmlns:a16="http://schemas.microsoft.com/office/drawing/2014/main" id="{299D8145-263B-6F59-F045-1B3385D232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509681"/>
              </p:ext>
            </p:extLst>
          </p:nvPr>
        </p:nvGraphicFramePr>
        <p:xfrm>
          <a:off x="12353013" y="5002798"/>
          <a:ext cx="1404000" cy="42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8000">
                  <a:extLst>
                    <a:ext uri="{9D8B030D-6E8A-4147-A177-3AD203B41FA5}">
                      <a16:colId xmlns:a16="http://schemas.microsoft.com/office/drawing/2014/main" val="2533715186"/>
                    </a:ext>
                  </a:extLst>
                </a:gridCol>
                <a:gridCol w="93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2200" b="0" kern="1200" dirty="0">
                          <a:solidFill>
                            <a:srgbClr val="00B050"/>
                          </a:solidFill>
                          <a:latin typeface="Webdings" panose="05030102010509060703" pitchFamily="18" charset="2"/>
                          <a:ea typeface="+mn-ea"/>
                          <a:cs typeface="Kanit" pitchFamily="2" charset="-34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MX" sz="12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+2.1 </a:t>
                      </a:r>
                      <a:r>
                        <a:rPr lang="es-MX" sz="1200" b="0" kern="1200" dirty="0" err="1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pp</a:t>
                      </a:r>
                      <a:endParaRPr lang="es-MX" sz="1200" b="0" kern="12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  <a:ea typeface="+mn-ea"/>
                        <a:cs typeface="Kanit" pitchFamily="2" charset="-34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sp>
        <p:nvSpPr>
          <p:cNvPr id="10" name="80 CuadroTexto">
            <a:extLst>
              <a:ext uri="{FF2B5EF4-FFF2-40B4-BE49-F238E27FC236}">
                <a16:creationId xmlns:a16="http://schemas.microsoft.com/office/drawing/2014/main" id="{545B475B-F4BF-DF0A-35A4-A6D1DC5C0E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353013" y="3663449"/>
            <a:ext cx="14040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r>
              <a:rPr lang="es-MX" altLang="es-MX" sz="800" dirty="0">
                <a:latin typeface="Montserrat" panose="00000500000000000000" pitchFamily="2" charset="0"/>
                <a:cs typeface="Kanit" pitchFamily="2" charset="-34"/>
              </a:rPr>
              <a:t>Variación respecto al</a:t>
            </a:r>
          </a:p>
          <a:p>
            <a:pPr algn="ctr" eaLnBrk="1" hangingPunct="1">
              <a:defRPr/>
            </a:pPr>
            <a:r>
              <a:rPr lang="es-MX" altLang="es-MX" sz="800" dirty="0">
                <a:latin typeface="Montserrat" panose="00000500000000000000" pitchFamily="2" charset="0"/>
                <a:cs typeface="Kanit" pitchFamily="2" charset="-34"/>
              </a:rPr>
              <a:t>trimestre anterior</a:t>
            </a:r>
          </a:p>
        </p:txBody>
      </p:sp>
      <p:graphicFrame>
        <p:nvGraphicFramePr>
          <p:cNvPr id="53" name="Tabla_DET_DIF_HIST">
            <a:extLst>
              <a:ext uri="{FF2B5EF4-FFF2-40B4-BE49-F238E27FC236}">
                <a16:creationId xmlns:a16="http://schemas.microsoft.com/office/drawing/2014/main" id="{AFB442FE-E780-D5EF-6B91-17C4D23F72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4609451"/>
              </p:ext>
            </p:extLst>
          </p:nvPr>
        </p:nvGraphicFramePr>
        <p:xfrm>
          <a:off x="12353013" y="3233041"/>
          <a:ext cx="1404000" cy="42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8000">
                  <a:extLst>
                    <a:ext uri="{9D8B030D-6E8A-4147-A177-3AD203B41FA5}">
                      <a16:colId xmlns:a16="http://schemas.microsoft.com/office/drawing/2014/main" val="2533715186"/>
                    </a:ext>
                  </a:extLst>
                </a:gridCol>
                <a:gridCol w="93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2200" b="0" kern="1200" dirty="0">
                          <a:solidFill>
                            <a:srgbClr val="FF0000"/>
                          </a:solidFill>
                          <a:latin typeface="Webdings" panose="05030102010509060703" pitchFamily="18" charset="2"/>
                          <a:ea typeface="+mn-ea"/>
                          <a:cs typeface="Kanit" pitchFamily="2" charset="-34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MX" sz="1200" b="0" kern="1200" dirty="0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+0.3 </a:t>
                      </a:r>
                      <a:r>
                        <a:rPr lang="es-MX" sz="1200" b="0" kern="1200" dirty="0" err="1">
                          <a:solidFill>
                            <a:schemeClr val="tx1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pp</a:t>
                      </a:r>
                      <a:endParaRPr lang="es-MX" sz="1200" b="0" kern="1200" dirty="0">
                        <a:solidFill>
                          <a:schemeClr val="tx1"/>
                        </a:solidFill>
                        <a:latin typeface="Montserrat" panose="00000500000000000000" pitchFamily="2" charset="0"/>
                        <a:ea typeface="+mn-ea"/>
                        <a:cs typeface="Kanit" pitchFamily="2" charset="-34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</a:tbl>
          </a:graphicData>
        </a:graphic>
      </p:graphicFrame>
      <p:graphicFrame>
        <p:nvGraphicFramePr>
          <p:cNvPr id="47" name="Tabla_PRO_HIST">
            <a:extLst>
              <a:ext uri="{FF2B5EF4-FFF2-40B4-BE49-F238E27FC236}">
                <a16:creationId xmlns:a16="http://schemas.microsoft.com/office/drawing/2014/main" id="{AF4AE056-46AE-96C0-35EA-B268C372C1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3320752"/>
              </p:ext>
            </p:extLst>
          </p:nvPr>
        </p:nvGraphicFramePr>
        <p:xfrm>
          <a:off x="238770" y="6525957"/>
          <a:ext cx="1476000" cy="838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es-MX" sz="1600" b="1" kern="1200" dirty="0">
                          <a:solidFill>
                            <a:srgbClr val="00B05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Promotores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es-MX" sz="16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0.0%</a:t>
                      </a:r>
                      <a:r>
                        <a:rPr lang="es-MX" sz="110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</a:p>
                    <a:p>
                      <a:pPr algn="ctr"/>
                      <a:r>
                        <a:rPr lang="es-MX" sz="110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(000)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0794132"/>
                  </a:ext>
                </a:extLst>
              </a:tr>
            </a:tbl>
          </a:graphicData>
        </a:graphic>
      </p:graphicFrame>
      <p:graphicFrame>
        <p:nvGraphicFramePr>
          <p:cNvPr id="46" name="Tabla_PAS_HIST">
            <a:extLst>
              <a:ext uri="{FF2B5EF4-FFF2-40B4-BE49-F238E27FC236}">
                <a16:creationId xmlns:a16="http://schemas.microsoft.com/office/drawing/2014/main" id="{3D1C6326-48E3-CA3B-7802-ABA2684CF5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3174707"/>
              </p:ext>
            </p:extLst>
          </p:nvPr>
        </p:nvGraphicFramePr>
        <p:xfrm>
          <a:off x="238770" y="4797058"/>
          <a:ext cx="1476000" cy="838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es-MX" sz="1600" b="1" kern="1200" dirty="0">
                          <a:solidFill>
                            <a:srgbClr val="FFC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Pasivos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es-MX" sz="16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0.0%</a:t>
                      </a:r>
                      <a:r>
                        <a:rPr lang="es-MX" sz="110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</a:p>
                    <a:p>
                      <a:pPr algn="ctr"/>
                      <a:r>
                        <a:rPr lang="es-MX" sz="110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(000)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9978275"/>
                  </a:ext>
                </a:extLst>
              </a:tr>
            </a:tbl>
          </a:graphicData>
        </a:graphic>
      </p:graphicFrame>
      <p:graphicFrame>
        <p:nvGraphicFramePr>
          <p:cNvPr id="45" name="Tabla_DET_HIST">
            <a:extLst>
              <a:ext uri="{FF2B5EF4-FFF2-40B4-BE49-F238E27FC236}">
                <a16:creationId xmlns:a16="http://schemas.microsoft.com/office/drawing/2014/main" id="{0B665BE1-927D-0F43-F3CB-CFFAB1619C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7253251"/>
              </p:ext>
            </p:extLst>
          </p:nvPr>
        </p:nvGraphicFramePr>
        <p:xfrm>
          <a:off x="238770" y="3027301"/>
          <a:ext cx="1476000" cy="838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6000">
                  <a:extLst>
                    <a:ext uri="{9D8B030D-6E8A-4147-A177-3AD203B41FA5}">
                      <a16:colId xmlns:a16="http://schemas.microsoft.com/office/drawing/2014/main" val="37435098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s-MX" sz="1600" b="1" kern="1200" dirty="0">
                          <a:solidFill>
                            <a:srgbClr val="FF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Detractores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517098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es-MX" sz="1600" b="1" kern="1200" dirty="0">
                          <a:solidFill>
                            <a:srgbClr val="000000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0.0%</a:t>
                      </a:r>
                      <a:r>
                        <a:rPr lang="es-MX" sz="110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</a:p>
                    <a:p>
                      <a:pPr algn="ctr"/>
                      <a:r>
                        <a:rPr lang="es-MX" sz="1100" b="0" kern="1200" dirty="0">
                          <a:solidFill>
                            <a:srgbClr val="7F7F7F"/>
                          </a:solidFill>
                          <a:latin typeface="Montserrat" panose="00000500000000000000" pitchFamily="2" charset="0"/>
                          <a:ea typeface="+mn-ea"/>
                          <a:cs typeface="Arial" panose="020B0604020202020204" pitchFamily="34" charset="0"/>
                        </a:rPr>
                        <a:t>(00)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59307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07075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43">
            <a:hlinkClick r:id="rId2" action="ppaction://hlinksldjump"/>
            <a:extLst>
              <a:ext uri="{FF2B5EF4-FFF2-40B4-BE49-F238E27FC236}">
                <a16:creationId xmlns:a16="http://schemas.microsoft.com/office/drawing/2014/main" id="{7A05525B-B8FE-23FF-15A3-8C41DC69C7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645" y="1249039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3" name="Grupo 42">
            <a:extLst>
              <a:ext uri="{FF2B5EF4-FFF2-40B4-BE49-F238E27FC236}">
                <a16:creationId xmlns:a16="http://schemas.microsoft.com/office/drawing/2014/main" id="{30849298-9915-10E7-0EF8-2B574EAB0837}"/>
              </a:ext>
            </a:extLst>
          </p:cNvPr>
          <p:cNvGrpSpPr/>
          <p:nvPr/>
        </p:nvGrpSpPr>
        <p:grpSpPr>
          <a:xfrm>
            <a:off x="543878" y="21121"/>
            <a:ext cx="9599114" cy="1258888"/>
            <a:chOff x="543878" y="21121"/>
            <a:chExt cx="9599114" cy="1258888"/>
          </a:xfrm>
        </p:grpSpPr>
        <p:pic>
          <p:nvPicPr>
            <p:cNvPr id="47" name="Imagen 29">
              <a:extLst>
                <a:ext uri="{FF2B5EF4-FFF2-40B4-BE49-F238E27FC236}">
                  <a16:creationId xmlns:a16="http://schemas.microsoft.com/office/drawing/2014/main" id="{A71AC3A7-7AE2-F320-23DF-EBEEB4D824F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9599114" cy="12588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8" name="Título 2">
              <a:extLst>
                <a:ext uri="{FF2B5EF4-FFF2-40B4-BE49-F238E27FC236}">
                  <a16:creationId xmlns:a16="http://schemas.microsoft.com/office/drawing/2014/main" id="{AF87A285-46F9-EB72-93A0-2F6307ED00DF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292404"/>
              <a:ext cx="5503863" cy="923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>
                <a:spcBef>
                  <a:spcPct val="0"/>
                </a:spcBef>
                <a:buNone/>
              </a:pPr>
              <a:r>
                <a:rPr lang="es-MX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Orden de importancia</a:t>
              </a:r>
            </a:p>
            <a:p>
              <a:pPr>
                <a:spcBef>
                  <a:spcPct val="0"/>
                </a:spcBef>
                <a:buNone/>
              </a:pPr>
              <a:r>
                <a:rPr lang="es-MX" altLang="es-MX" sz="27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UPAX</a:t>
              </a:r>
            </a:p>
          </p:txBody>
        </p:sp>
        <p:pic>
          <p:nvPicPr>
            <p:cNvPr id="49" name="Imagen 3">
              <a:extLst>
                <a:ext uri="{FF2B5EF4-FFF2-40B4-BE49-F238E27FC236}">
                  <a16:creationId xmlns:a16="http://schemas.microsoft.com/office/drawing/2014/main" id="{B350922D-E7C3-905E-5C07-9979416A452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5672" y="192568"/>
              <a:ext cx="833437" cy="769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51" name="Grupo 50">
            <a:extLst>
              <a:ext uri="{FF2B5EF4-FFF2-40B4-BE49-F238E27FC236}">
                <a16:creationId xmlns:a16="http://schemas.microsoft.com/office/drawing/2014/main" id="{BC1AFCE6-D780-D56A-24EB-944262B5DFFC}"/>
              </a:ext>
            </a:extLst>
          </p:cNvPr>
          <p:cNvGrpSpPr/>
          <p:nvPr/>
        </p:nvGrpSpPr>
        <p:grpSpPr>
          <a:xfrm>
            <a:off x="5017222" y="1532422"/>
            <a:ext cx="4365769" cy="936000"/>
            <a:chOff x="5467357" y="2009961"/>
            <a:chExt cx="4365769" cy="936000"/>
          </a:xfrm>
        </p:grpSpPr>
        <p:sp>
          <p:nvSpPr>
            <p:cNvPr id="52" name="Cinta curvada hacia arriba 3">
              <a:extLst>
                <a:ext uri="{FF2B5EF4-FFF2-40B4-BE49-F238E27FC236}">
                  <a16:creationId xmlns:a16="http://schemas.microsoft.com/office/drawing/2014/main" id="{CC586F06-5C9E-1C46-2661-48CC2A83E45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67357" y="2009961"/>
              <a:ext cx="4365769" cy="936000"/>
            </a:xfrm>
            <a:prstGeom prst="ellipseRibbon2">
              <a:avLst>
                <a:gd name="adj1" fmla="val 25000"/>
                <a:gd name="adj2" fmla="val 69500"/>
                <a:gd name="adj3" fmla="val 13670"/>
              </a:avLst>
            </a:prstGeom>
            <a:solidFill>
              <a:srgbClr val="2ED03C"/>
            </a:solidFill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/>
            </a:p>
          </p:txBody>
        </p:sp>
        <p:sp>
          <p:nvSpPr>
            <p:cNvPr id="53" name="CuadroTexto 5">
              <a:extLst>
                <a:ext uri="{FF2B5EF4-FFF2-40B4-BE49-F238E27FC236}">
                  <a16:creationId xmlns:a16="http://schemas.microsoft.com/office/drawing/2014/main" id="{F05BE3F4-34E5-C972-F0B9-B43B88A849D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69116" y="2009961"/>
              <a:ext cx="2762250" cy="7522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s-MX" altLang="es-MX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Top 10 motivos </a:t>
              </a:r>
            </a:p>
            <a:p>
              <a:pPr algn="ctr"/>
              <a:r>
                <a:rPr lang="es-MX" altLang="es-MX" b="1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Promotores</a:t>
              </a:r>
            </a:p>
          </p:txBody>
        </p:sp>
      </p:grpSp>
      <p:pic>
        <p:nvPicPr>
          <p:cNvPr id="54" name="Imagen 46">
            <a:extLst>
              <a:ext uri="{FF2B5EF4-FFF2-40B4-BE49-F238E27FC236}">
                <a16:creationId xmlns:a16="http://schemas.microsoft.com/office/drawing/2014/main" id="{5CB18752-E34B-D93F-DCB4-EC5B968E8F8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017" t="33687" r="4427" b="38496"/>
          <a:stretch>
            <a:fillRect/>
          </a:stretch>
        </p:blipFill>
        <p:spPr bwMode="auto">
          <a:xfrm>
            <a:off x="3467107" y="1547191"/>
            <a:ext cx="931863" cy="906462"/>
          </a:xfrm>
          <a:prstGeom prst="ellipse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Elipse 54">
            <a:extLst>
              <a:ext uri="{FF2B5EF4-FFF2-40B4-BE49-F238E27FC236}">
                <a16:creationId xmlns:a16="http://schemas.microsoft.com/office/drawing/2014/main" id="{68E5E8EB-2ABC-BEA4-A36E-2C0AED04400D}"/>
              </a:ext>
            </a:extLst>
          </p:cNvPr>
          <p:cNvSpPr/>
          <p:nvPr/>
        </p:nvSpPr>
        <p:spPr bwMode="auto">
          <a:xfrm>
            <a:off x="1156372" y="3063166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1</a:t>
            </a:r>
            <a:endParaRPr lang="es-MX" sz="1600" b="1" dirty="0">
              <a:latin typeface="Montserrat" panose="00000500000000000000" pitchFamily="2" charset="0"/>
            </a:endParaRPr>
          </a:p>
        </p:txBody>
      </p:sp>
      <p:sp>
        <p:nvSpPr>
          <p:cNvPr id="56" name="Elipse 55">
            <a:extLst>
              <a:ext uri="{FF2B5EF4-FFF2-40B4-BE49-F238E27FC236}">
                <a16:creationId xmlns:a16="http://schemas.microsoft.com/office/drawing/2014/main" id="{68C4A46F-13F5-5408-7B9F-2BB43ED209A2}"/>
              </a:ext>
            </a:extLst>
          </p:cNvPr>
          <p:cNvSpPr/>
          <p:nvPr/>
        </p:nvSpPr>
        <p:spPr bwMode="auto">
          <a:xfrm>
            <a:off x="1156372" y="3505211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2</a:t>
            </a:r>
          </a:p>
        </p:txBody>
      </p:sp>
      <p:sp>
        <p:nvSpPr>
          <p:cNvPr id="57" name="Elipse 56">
            <a:extLst>
              <a:ext uri="{FF2B5EF4-FFF2-40B4-BE49-F238E27FC236}">
                <a16:creationId xmlns:a16="http://schemas.microsoft.com/office/drawing/2014/main" id="{34D4CE4B-F1CD-1EA6-3FF1-5D525987871F}"/>
              </a:ext>
            </a:extLst>
          </p:cNvPr>
          <p:cNvSpPr/>
          <p:nvPr/>
        </p:nvSpPr>
        <p:spPr bwMode="auto">
          <a:xfrm>
            <a:off x="1156372" y="3939330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3</a:t>
            </a:r>
          </a:p>
        </p:txBody>
      </p:sp>
      <p:sp>
        <p:nvSpPr>
          <p:cNvPr id="58" name="Elipse 57">
            <a:extLst>
              <a:ext uri="{FF2B5EF4-FFF2-40B4-BE49-F238E27FC236}">
                <a16:creationId xmlns:a16="http://schemas.microsoft.com/office/drawing/2014/main" id="{A4840E48-355C-9ECB-C382-223603F106B9}"/>
              </a:ext>
            </a:extLst>
          </p:cNvPr>
          <p:cNvSpPr/>
          <p:nvPr/>
        </p:nvSpPr>
        <p:spPr bwMode="auto">
          <a:xfrm>
            <a:off x="1156372" y="4361939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4</a:t>
            </a:r>
          </a:p>
        </p:txBody>
      </p:sp>
      <p:sp>
        <p:nvSpPr>
          <p:cNvPr id="59" name="Elipse 58">
            <a:extLst>
              <a:ext uri="{FF2B5EF4-FFF2-40B4-BE49-F238E27FC236}">
                <a16:creationId xmlns:a16="http://schemas.microsoft.com/office/drawing/2014/main" id="{286F0F8C-7F1C-84D8-A7B4-9EF5D635271D}"/>
              </a:ext>
            </a:extLst>
          </p:cNvPr>
          <p:cNvSpPr/>
          <p:nvPr/>
        </p:nvSpPr>
        <p:spPr bwMode="auto">
          <a:xfrm>
            <a:off x="1156372" y="4796197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5</a:t>
            </a:r>
          </a:p>
        </p:txBody>
      </p:sp>
      <p:sp>
        <p:nvSpPr>
          <p:cNvPr id="60" name="Elipse 59">
            <a:extLst>
              <a:ext uri="{FF2B5EF4-FFF2-40B4-BE49-F238E27FC236}">
                <a16:creationId xmlns:a16="http://schemas.microsoft.com/office/drawing/2014/main" id="{23992F4B-74D0-9E77-E37A-77D43957F96E}"/>
              </a:ext>
            </a:extLst>
          </p:cNvPr>
          <p:cNvSpPr/>
          <p:nvPr/>
        </p:nvSpPr>
        <p:spPr bwMode="auto">
          <a:xfrm>
            <a:off x="1156372" y="5231072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6</a:t>
            </a:r>
          </a:p>
        </p:txBody>
      </p:sp>
      <p:sp>
        <p:nvSpPr>
          <p:cNvPr id="61" name="Elipse 60">
            <a:extLst>
              <a:ext uri="{FF2B5EF4-FFF2-40B4-BE49-F238E27FC236}">
                <a16:creationId xmlns:a16="http://schemas.microsoft.com/office/drawing/2014/main" id="{19CB276F-D7CC-996E-C5DD-E9AC8D5DC7B8}"/>
              </a:ext>
            </a:extLst>
          </p:cNvPr>
          <p:cNvSpPr/>
          <p:nvPr/>
        </p:nvSpPr>
        <p:spPr bwMode="auto">
          <a:xfrm>
            <a:off x="1156372" y="5661388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7</a:t>
            </a:r>
          </a:p>
        </p:txBody>
      </p:sp>
      <p:sp>
        <p:nvSpPr>
          <p:cNvPr id="62" name="Elipse 61">
            <a:extLst>
              <a:ext uri="{FF2B5EF4-FFF2-40B4-BE49-F238E27FC236}">
                <a16:creationId xmlns:a16="http://schemas.microsoft.com/office/drawing/2014/main" id="{9036BAAD-D82F-016A-873B-28080B0EC30D}"/>
              </a:ext>
            </a:extLst>
          </p:cNvPr>
          <p:cNvSpPr/>
          <p:nvPr/>
        </p:nvSpPr>
        <p:spPr bwMode="auto">
          <a:xfrm>
            <a:off x="1156372" y="6092711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8</a:t>
            </a:r>
          </a:p>
        </p:txBody>
      </p:sp>
      <p:sp>
        <p:nvSpPr>
          <p:cNvPr id="63" name="Elipse 62">
            <a:extLst>
              <a:ext uri="{FF2B5EF4-FFF2-40B4-BE49-F238E27FC236}">
                <a16:creationId xmlns:a16="http://schemas.microsoft.com/office/drawing/2014/main" id="{332C18AE-650A-FD6E-B0E2-44C89F107188}"/>
              </a:ext>
            </a:extLst>
          </p:cNvPr>
          <p:cNvSpPr/>
          <p:nvPr/>
        </p:nvSpPr>
        <p:spPr bwMode="auto">
          <a:xfrm>
            <a:off x="1156372" y="6518876"/>
            <a:ext cx="323850" cy="325438"/>
          </a:xfrm>
          <a:prstGeom prst="ellipse">
            <a:avLst/>
          </a:prstGeom>
          <a:solidFill>
            <a:srgbClr val="2ED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latin typeface="Montserrat" panose="00000500000000000000" pitchFamily="2" charset="0"/>
              </a:rPr>
              <a:t>9</a:t>
            </a:r>
          </a:p>
        </p:txBody>
      </p:sp>
      <p:grpSp>
        <p:nvGrpSpPr>
          <p:cNvPr id="64" name="Grupo 63">
            <a:extLst>
              <a:ext uri="{FF2B5EF4-FFF2-40B4-BE49-F238E27FC236}">
                <a16:creationId xmlns:a16="http://schemas.microsoft.com/office/drawing/2014/main" id="{AF1A704C-A39B-2A36-F600-C38F87119B5D}"/>
              </a:ext>
            </a:extLst>
          </p:cNvPr>
          <p:cNvGrpSpPr/>
          <p:nvPr/>
        </p:nvGrpSpPr>
        <p:grpSpPr>
          <a:xfrm>
            <a:off x="1084297" y="6963788"/>
            <a:ext cx="468000" cy="325438"/>
            <a:chOff x="1278735" y="7006654"/>
            <a:chExt cx="468000" cy="325438"/>
          </a:xfrm>
        </p:grpSpPr>
        <p:sp>
          <p:nvSpPr>
            <p:cNvPr id="65" name="Elipse 64">
              <a:extLst>
                <a:ext uri="{FF2B5EF4-FFF2-40B4-BE49-F238E27FC236}">
                  <a16:creationId xmlns:a16="http://schemas.microsoft.com/office/drawing/2014/main" id="{5A1B8608-746A-A026-8F26-38D2EE2D65FA}"/>
                </a:ext>
              </a:extLst>
            </p:cNvPr>
            <p:cNvSpPr/>
            <p:nvPr/>
          </p:nvSpPr>
          <p:spPr bwMode="auto">
            <a:xfrm>
              <a:off x="1350810" y="7006654"/>
              <a:ext cx="323850" cy="325438"/>
            </a:xfrm>
            <a:prstGeom prst="ellipse">
              <a:avLst/>
            </a:prstGeom>
            <a:solidFill>
              <a:srgbClr val="2ED03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 sz="1400" b="1" dirty="0">
                <a:latin typeface="Montserrat" panose="00000500000000000000" pitchFamily="2" charset="0"/>
              </a:endParaRPr>
            </a:p>
          </p:txBody>
        </p:sp>
        <p:sp>
          <p:nvSpPr>
            <p:cNvPr id="66" name="CuadroTexto 65">
              <a:extLst>
                <a:ext uri="{FF2B5EF4-FFF2-40B4-BE49-F238E27FC236}">
                  <a16:creationId xmlns:a16="http://schemas.microsoft.com/office/drawing/2014/main" id="{CD5ED0D1-BB10-549D-FA23-8815D484A6BF}"/>
                </a:ext>
              </a:extLst>
            </p:cNvPr>
            <p:cNvSpPr txBox="1"/>
            <p:nvPr/>
          </p:nvSpPr>
          <p:spPr>
            <a:xfrm>
              <a:off x="1278735" y="7015485"/>
              <a:ext cx="468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sz="1400" b="1" dirty="0">
                  <a:solidFill>
                    <a:schemeClr val="lt1"/>
                  </a:solidFill>
                  <a:latin typeface="Montserrat" panose="00000500000000000000" pitchFamily="2" charset="0"/>
                </a:rPr>
                <a:t>10</a:t>
              </a:r>
            </a:p>
          </p:txBody>
        </p:sp>
      </p:grpSp>
      <p:sp>
        <p:nvSpPr>
          <p:cNvPr id="67" name="CuadroTexto 28">
            <a:extLst>
              <a:ext uri="{FF2B5EF4-FFF2-40B4-BE49-F238E27FC236}">
                <a16:creationId xmlns:a16="http://schemas.microsoft.com/office/drawing/2014/main" id="{47F035F4-C195-C4FB-2B2D-1FFDCE33A5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graphicFrame>
        <p:nvGraphicFramePr>
          <p:cNvPr id="68" name="Tabla_PRO_MENS_UPAX">
            <a:extLst>
              <a:ext uri="{FF2B5EF4-FFF2-40B4-BE49-F238E27FC236}">
                <a16:creationId xmlns:a16="http://schemas.microsoft.com/office/drawing/2014/main" id="{0EE2F505-76D7-AE6B-687A-AFCD65036C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6045218"/>
              </p:ext>
            </p:extLst>
          </p:nvPr>
        </p:nvGraphicFramePr>
        <p:xfrm>
          <a:off x="1640898" y="2627029"/>
          <a:ext cx="11118417" cy="4713224"/>
        </p:xfrm>
        <a:graphic>
          <a:graphicData uri="http://schemas.openxmlformats.org/drawingml/2006/table">
            <a:tbl>
              <a:tblPr/>
              <a:tblGrid>
                <a:gridCol w="70923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1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322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MX" sz="1400" b="0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kern="1200" dirty="0">
                          <a:solidFill>
                            <a:srgbClr val="008037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Menciones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Rubro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48557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me permite aprender y crecer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153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Hay buen ambiente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77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231305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Estoy orgulloso de pertenecer al grupo /Es una buena empresa /recomendable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75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Imagen de la empresa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me da estabilidad (laboral/económica)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35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tiene buenas prestaciones y beneficios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está a la vanguardia / Cambios positivos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Organización Estructural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Buen salario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Me gusta mi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te brinda su apoyo en todo momento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Apoyo al personal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Se trabaja en equipo / hay compañerismo / unión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79703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43">
            <a:hlinkClick r:id="rId2" action="ppaction://hlinksldjump"/>
            <a:extLst>
              <a:ext uri="{FF2B5EF4-FFF2-40B4-BE49-F238E27FC236}">
                <a16:creationId xmlns:a16="http://schemas.microsoft.com/office/drawing/2014/main" id="{049A035F-9B76-0C0D-A927-8282719E38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644" y="1249039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Imagen 45">
            <a:extLst>
              <a:ext uri="{FF2B5EF4-FFF2-40B4-BE49-F238E27FC236}">
                <a16:creationId xmlns:a16="http://schemas.microsoft.com/office/drawing/2014/main" id="{7C1798FE-E7DE-AD99-0E49-64D5E3854718}"/>
              </a:ext>
            </a:extLst>
          </p:cNvPr>
          <p:cNvPicPr preferRelativeResize="0">
            <a:picLocks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44" t="33391" r="35352" b="38200"/>
          <a:stretch>
            <a:fillRect/>
          </a:stretch>
        </p:blipFill>
        <p:spPr bwMode="auto">
          <a:xfrm>
            <a:off x="3466570" y="1547191"/>
            <a:ext cx="932400" cy="90805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7" name="Grupo 46">
            <a:extLst>
              <a:ext uri="{FF2B5EF4-FFF2-40B4-BE49-F238E27FC236}">
                <a16:creationId xmlns:a16="http://schemas.microsoft.com/office/drawing/2014/main" id="{7CE50B3E-D827-EB80-47BF-8BFB96B792A1}"/>
              </a:ext>
            </a:extLst>
          </p:cNvPr>
          <p:cNvGrpSpPr/>
          <p:nvPr/>
        </p:nvGrpSpPr>
        <p:grpSpPr>
          <a:xfrm>
            <a:off x="543878" y="21121"/>
            <a:ext cx="9599114" cy="1258888"/>
            <a:chOff x="543878" y="21121"/>
            <a:chExt cx="9599114" cy="1258888"/>
          </a:xfrm>
        </p:grpSpPr>
        <p:pic>
          <p:nvPicPr>
            <p:cNvPr id="48" name="Imagen 29">
              <a:extLst>
                <a:ext uri="{FF2B5EF4-FFF2-40B4-BE49-F238E27FC236}">
                  <a16:creationId xmlns:a16="http://schemas.microsoft.com/office/drawing/2014/main" id="{2EC3821B-2409-692C-B7D5-967A6D27F37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9599114" cy="12588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" name="Título 2">
              <a:extLst>
                <a:ext uri="{FF2B5EF4-FFF2-40B4-BE49-F238E27FC236}">
                  <a16:creationId xmlns:a16="http://schemas.microsoft.com/office/drawing/2014/main" id="{9049689E-71E5-FCC5-397F-A9C6A2A0DADE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292404"/>
              <a:ext cx="5503863" cy="923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>
                <a:spcBef>
                  <a:spcPct val="0"/>
                </a:spcBef>
                <a:buNone/>
              </a:pPr>
              <a:r>
                <a:rPr lang="es-MX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Orden de importancia</a:t>
              </a:r>
            </a:p>
            <a:p>
              <a:pPr>
                <a:spcBef>
                  <a:spcPct val="0"/>
                </a:spcBef>
                <a:buNone/>
              </a:pPr>
              <a:r>
                <a:rPr lang="es-MX" altLang="es-MX" sz="27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RESEARCHLAND</a:t>
              </a:r>
            </a:p>
          </p:txBody>
        </p:sp>
        <p:pic>
          <p:nvPicPr>
            <p:cNvPr id="50" name="Imagen 3">
              <a:extLst>
                <a:ext uri="{FF2B5EF4-FFF2-40B4-BE49-F238E27FC236}">
                  <a16:creationId xmlns:a16="http://schemas.microsoft.com/office/drawing/2014/main" id="{D43EC93D-15DB-0FAE-6DDB-697307A4EEF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5672" y="192568"/>
              <a:ext cx="833437" cy="769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51" name="Grupo 50">
            <a:extLst>
              <a:ext uri="{FF2B5EF4-FFF2-40B4-BE49-F238E27FC236}">
                <a16:creationId xmlns:a16="http://schemas.microsoft.com/office/drawing/2014/main" id="{D13FAE6B-1CEF-CBC4-7CA5-3345C7BFB344}"/>
              </a:ext>
            </a:extLst>
          </p:cNvPr>
          <p:cNvGrpSpPr/>
          <p:nvPr/>
        </p:nvGrpSpPr>
        <p:grpSpPr>
          <a:xfrm>
            <a:off x="5017222" y="1532422"/>
            <a:ext cx="4365769" cy="936000"/>
            <a:chOff x="5467357" y="2009961"/>
            <a:chExt cx="4365769" cy="936000"/>
          </a:xfrm>
        </p:grpSpPr>
        <p:sp>
          <p:nvSpPr>
            <p:cNvPr id="52" name="Cinta curvada hacia arriba 3">
              <a:extLst>
                <a:ext uri="{FF2B5EF4-FFF2-40B4-BE49-F238E27FC236}">
                  <a16:creationId xmlns:a16="http://schemas.microsoft.com/office/drawing/2014/main" id="{C25160A0-4B54-B662-C520-788D5F6C6B7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67357" y="2009961"/>
              <a:ext cx="4365769" cy="936000"/>
            </a:xfrm>
            <a:prstGeom prst="ellipseRibbon2">
              <a:avLst>
                <a:gd name="adj1" fmla="val 25000"/>
                <a:gd name="adj2" fmla="val 69500"/>
                <a:gd name="adj3" fmla="val 13670"/>
              </a:avLst>
            </a:prstGeom>
            <a:solidFill>
              <a:srgbClr val="FEE912"/>
            </a:solidFill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/>
            </a:p>
          </p:txBody>
        </p:sp>
        <p:sp>
          <p:nvSpPr>
            <p:cNvPr id="53" name="CuadroTexto 5">
              <a:extLst>
                <a:ext uri="{FF2B5EF4-FFF2-40B4-BE49-F238E27FC236}">
                  <a16:creationId xmlns:a16="http://schemas.microsoft.com/office/drawing/2014/main" id="{70FC950A-DE26-50C3-A248-4A8F904B8FB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69116" y="2009961"/>
              <a:ext cx="2762250" cy="7522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s-MX" altLang="es-MX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Top 10 motivos </a:t>
              </a:r>
            </a:p>
            <a:p>
              <a:pPr algn="ctr"/>
              <a:r>
                <a:rPr lang="es-MX" altLang="es-MX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Pasivos</a:t>
              </a:r>
            </a:p>
          </p:txBody>
        </p:sp>
      </p:grpSp>
      <p:sp>
        <p:nvSpPr>
          <p:cNvPr id="54" name="CuadroTexto 28">
            <a:extLst>
              <a:ext uri="{FF2B5EF4-FFF2-40B4-BE49-F238E27FC236}">
                <a16:creationId xmlns:a16="http://schemas.microsoft.com/office/drawing/2014/main" id="{88175458-D986-2149-28C5-AE2AB7C409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sp>
        <p:nvSpPr>
          <p:cNvPr id="55" name="Elipse 54">
            <a:extLst>
              <a:ext uri="{FF2B5EF4-FFF2-40B4-BE49-F238E27FC236}">
                <a16:creationId xmlns:a16="http://schemas.microsoft.com/office/drawing/2014/main" id="{FAFFA68B-74F1-54F2-05F0-98C8F1A4C480}"/>
              </a:ext>
            </a:extLst>
          </p:cNvPr>
          <p:cNvSpPr/>
          <p:nvPr/>
        </p:nvSpPr>
        <p:spPr bwMode="auto">
          <a:xfrm>
            <a:off x="1156372" y="3063166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1</a:t>
            </a:r>
            <a:endParaRPr lang="es-MX" sz="1600" b="1" dirty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</a:endParaRPr>
          </a:p>
        </p:txBody>
      </p:sp>
      <p:sp>
        <p:nvSpPr>
          <p:cNvPr id="56" name="Elipse 55">
            <a:extLst>
              <a:ext uri="{FF2B5EF4-FFF2-40B4-BE49-F238E27FC236}">
                <a16:creationId xmlns:a16="http://schemas.microsoft.com/office/drawing/2014/main" id="{B394F25D-FCF4-E762-ABBD-A67DE7BE5F9E}"/>
              </a:ext>
            </a:extLst>
          </p:cNvPr>
          <p:cNvSpPr/>
          <p:nvPr/>
        </p:nvSpPr>
        <p:spPr bwMode="auto">
          <a:xfrm>
            <a:off x="1156372" y="3505211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2</a:t>
            </a:r>
          </a:p>
        </p:txBody>
      </p:sp>
      <p:sp>
        <p:nvSpPr>
          <p:cNvPr id="57" name="Elipse 56">
            <a:extLst>
              <a:ext uri="{FF2B5EF4-FFF2-40B4-BE49-F238E27FC236}">
                <a16:creationId xmlns:a16="http://schemas.microsoft.com/office/drawing/2014/main" id="{D0B53F8B-ABE3-F81B-265B-0373B23FD841}"/>
              </a:ext>
            </a:extLst>
          </p:cNvPr>
          <p:cNvSpPr/>
          <p:nvPr/>
        </p:nvSpPr>
        <p:spPr bwMode="auto">
          <a:xfrm>
            <a:off x="1156372" y="3939330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3</a:t>
            </a:r>
          </a:p>
        </p:txBody>
      </p:sp>
      <p:sp>
        <p:nvSpPr>
          <p:cNvPr id="58" name="Elipse 57">
            <a:extLst>
              <a:ext uri="{FF2B5EF4-FFF2-40B4-BE49-F238E27FC236}">
                <a16:creationId xmlns:a16="http://schemas.microsoft.com/office/drawing/2014/main" id="{8B317EBF-16E6-2078-8EBE-D84B7F48DCE0}"/>
              </a:ext>
            </a:extLst>
          </p:cNvPr>
          <p:cNvSpPr/>
          <p:nvPr/>
        </p:nvSpPr>
        <p:spPr bwMode="auto">
          <a:xfrm>
            <a:off x="1156372" y="4361939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4</a:t>
            </a:r>
          </a:p>
        </p:txBody>
      </p:sp>
      <p:sp>
        <p:nvSpPr>
          <p:cNvPr id="59" name="Elipse 58">
            <a:extLst>
              <a:ext uri="{FF2B5EF4-FFF2-40B4-BE49-F238E27FC236}">
                <a16:creationId xmlns:a16="http://schemas.microsoft.com/office/drawing/2014/main" id="{4A68991E-D780-A5C7-D5A6-295F475AA8FD}"/>
              </a:ext>
            </a:extLst>
          </p:cNvPr>
          <p:cNvSpPr/>
          <p:nvPr/>
        </p:nvSpPr>
        <p:spPr bwMode="auto">
          <a:xfrm>
            <a:off x="1156372" y="4796197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5</a:t>
            </a:r>
          </a:p>
        </p:txBody>
      </p:sp>
      <p:sp>
        <p:nvSpPr>
          <p:cNvPr id="60" name="Elipse 59">
            <a:extLst>
              <a:ext uri="{FF2B5EF4-FFF2-40B4-BE49-F238E27FC236}">
                <a16:creationId xmlns:a16="http://schemas.microsoft.com/office/drawing/2014/main" id="{C3E81279-B600-875E-2F81-BB5D199FF519}"/>
              </a:ext>
            </a:extLst>
          </p:cNvPr>
          <p:cNvSpPr/>
          <p:nvPr/>
        </p:nvSpPr>
        <p:spPr bwMode="auto">
          <a:xfrm>
            <a:off x="1156372" y="5231072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6</a:t>
            </a:r>
          </a:p>
        </p:txBody>
      </p:sp>
      <p:sp>
        <p:nvSpPr>
          <p:cNvPr id="61" name="Elipse 60">
            <a:extLst>
              <a:ext uri="{FF2B5EF4-FFF2-40B4-BE49-F238E27FC236}">
                <a16:creationId xmlns:a16="http://schemas.microsoft.com/office/drawing/2014/main" id="{0AA40FD8-1B88-8905-F06D-15DF845E4041}"/>
              </a:ext>
            </a:extLst>
          </p:cNvPr>
          <p:cNvSpPr/>
          <p:nvPr/>
        </p:nvSpPr>
        <p:spPr bwMode="auto">
          <a:xfrm>
            <a:off x="1156372" y="5661388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7</a:t>
            </a:r>
          </a:p>
        </p:txBody>
      </p:sp>
      <p:sp>
        <p:nvSpPr>
          <p:cNvPr id="62" name="Elipse 61">
            <a:extLst>
              <a:ext uri="{FF2B5EF4-FFF2-40B4-BE49-F238E27FC236}">
                <a16:creationId xmlns:a16="http://schemas.microsoft.com/office/drawing/2014/main" id="{E53EF652-0A81-2609-524E-25B1AD79A31B}"/>
              </a:ext>
            </a:extLst>
          </p:cNvPr>
          <p:cNvSpPr/>
          <p:nvPr/>
        </p:nvSpPr>
        <p:spPr bwMode="auto">
          <a:xfrm>
            <a:off x="1156372" y="6092711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8</a:t>
            </a:r>
          </a:p>
        </p:txBody>
      </p:sp>
      <p:sp>
        <p:nvSpPr>
          <p:cNvPr id="63" name="Elipse 62">
            <a:extLst>
              <a:ext uri="{FF2B5EF4-FFF2-40B4-BE49-F238E27FC236}">
                <a16:creationId xmlns:a16="http://schemas.microsoft.com/office/drawing/2014/main" id="{9D849FCC-17AF-759D-C15D-B78E8693A111}"/>
              </a:ext>
            </a:extLst>
          </p:cNvPr>
          <p:cNvSpPr/>
          <p:nvPr/>
        </p:nvSpPr>
        <p:spPr bwMode="auto">
          <a:xfrm>
            <a:off x="1156372" y="6518876"/>
            <a:ext cx="323850" cy="325438"/>
          </a:xfrm>
          <a:prstGeom prst="ellipse">
            <a:avLst/>
          </a:prstGeom>
          <a:solidFill>
            <a:srgbClr val="FEE9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rPr>
              <a:t>9</a:t>
            </a:r>
          </a:p>
        </p:txBody>
      </p:sp>
      <p:grpSp>
        <p:nvGrpSpPr>
          <p:cNvPr id="64" name="Grupo 63">
            <a:extLst>
              <a:ext uri="{FF2B5EF4-FFF2-40B4-BE49-F238E27FC236}">
                <a16:creationId xmlns:a16="http://schemas.microsoft.com/office/drawing/2014/main" id="{C45B645F-2BE9-88D8-AAA3-DFFDB7B7B373}"/>
              </a:ext>
            </a:extLst>
          </p:cNvPr>
          <p:cNvGrpSpPr/>
          <p:nvPr/>
        </p:nvGrpSpPr>
        <p:grpSpPr>
          <a:xfrm>
            <a:off x="1084297" y="6963788"/>
            <a:ext cx="468000" cy="325438"/>
            <a:chOff x="1084297" y="6963788"/>
            <a:chExt cx="468000" cy="325438"/>
          </a:xfrm>
        </p:grpSpPr>
        <p:sp>
          <p:nvSpPr>
            <p:cNvPr id="65" name="Elipse 64">
              <a:extLst>
                <a:ext uri="{FF2B5EF4-FFF2-40B4-BE49-F238E27FC236}">
                  <a16:creationId xmlns:a16="http://schemas.microsoft.com/office/drawing/2014/main" id="{A72A4493-2EF9-1884-A4E6-8B9D1198BE1D}"/>
                </a:ext>
              </a:extLst>
            </p:cNvPr>
            <p:cNvSpPr/>
            <p:nvPr/>
          </p:nvSpPr>
          <p:spPr bwMode="auto">
            <a:xfrm>
              <a:off x="1156372" y="6963788"/>
              <a:ext cx="323850" cy="325438"/>
            </a:xfrm>
            <a:prstGeom prst="ellipse">
              <a:avLst/>
            </a:prstGeom>
            <a:solidFill>
              <a:srgbClr val="FEE91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 sz="1400" b="1" dirty="0">
                <a:latin typeface="Montserrat" panose="00000500000000000000" pitchFamily="2" charset="0"/>
              </a:endParaRPr>
            </a:p>
          </p:txBody>
        </p:sp>
        <p:sp>
          <p:nvSpPr>
            <p:cNvPr id="66" name="CuadroTexto 65">
              <a:extLst>
                <a:ext uri="{FF2B5EF4-FFF2-40B4-BE49-F238E27FC236}">
                  <a16:creationId xmlns:a16="http://schemas.microsoft.com/office/drawing/2014/main" id="{B08426A1-E75A-B59D-0DA4-EE152E9F8683}"/>
                </a:ext>
              </a:extLst>
            </p:cNvPr>
            <p:cNvSpPr txBox="1"/>
            <p:nvPr/>
          </p:nvSpPr>
          <p:spPr>
            <a:xfrm>
              <a:off x="1084297" y="6972619"/>
              <a:ext cx="468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sz="1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</a:rPr>
                <a:t>10</a:t>
              </a:r>
            </a:p>
          </p:txBody>
        </p:sp>
      </p:grpSp>
      <p:graphicFrame>
        <p:nvGraphicFramePr>
          <p:cNvPr id="67" name="Tabla_PAS_MENS_UPAX">
            <a:extLst>
              <a:ext uri="{FF2B5EF4-FFF2-40B4-BE49-F238E27FC236}">
                <a16:creationId xmlns:a16="http://schemas.microsoft.com/office/drawing/2014/main" id="{BD8701B8-54BE-A84E-D227-1086C1B3A9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1258026"/>
              </p:ext>
            </p:extLst>
          </p:nvPr>
        </p:nvGraphicFramePr>
        <p:xfrm>
          <a:off x="1640898" y="2627029"/>
          <a:ext cx="11118417" cy="4713224"/>
        </p:xfrm>
        <a:graphic>
          <a:graphicData uri="http://schemas.openxmlformats.org/drawingml/2006/table">
            <a:tbl>
              <a:tblPr/>
              <a:tblGrid>
                <a:gridCol w="70923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1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322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MX" sz="1400" b="0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kern="1200" dirty="0">
                          <a:solidFill>
                            <a:srgbClr val="FEE912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Menciones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Rubro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48557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me permite aprender y crecer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Estoy orgulloso de pertenecer al grupo /Es una buena empresa /recomendable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Imagen de la empresa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231305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Falta organización / estructura / mejoras en el área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22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Organización Estructural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Inestabilidad laboral / amenazas de despido / alta rotación de personal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hay suficientes prestaciones/beneficios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Buen salario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Hay buen ambiente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Horario de trabajo extenso / no veo a mi familia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Condiciones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tiene buenas prestaciones y beneficios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hay oportunidades de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49439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43">
            <a:hlinkClick r:id="rId2" action="ppaction://hlinksldjump"/>
            <a:extLst>
              <a:ext uri="{FF2B5EF4-FFF2-40B4-BE49-F238E27FC236}">
                <a16:creationId xmlns:a16="http://schemas.microsoft.com/office/drawing/2014/main" id="{7BF5EFF6-770F-ACA5-C90D-1C72CBEA3C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643" y="1249039"/>
            <a:ext cx="876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EBD37CA6-7384-CD95-E716-1961CCDBB730}"/>
              </a:ext>
            </a:extLst>
          </p:cNvPr>
          <p:cNvPicPr preferRelativeResize="0">
            <a:picLocks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43" t="33426" r="67165" b="38184"/>
          <a:stretch>
            <a:fillRect/>
          </a:stretch>
        </p:blipFill>
        <p:spPr bwMode="auto">
          <a:xfrm>
            <a:off x="3466570" y="1547191"/>
            <a:ext cx="932400" cy="90805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9" name="Grupo 28">
            <a:extLst>
              <a:ext uri="{FF2B5EF4-FFF2-40B4-BE49-F238E27FC236}">
                <a16:creationId xmlns:a16="http://schemas.microsoft.com/office/drawing/2014/main" id="{377D89E2-30A7-D48F-8997-1174F861CAF6}"/>
              </a:ext>
            </a:extLst>
          </p:cNvPr>
          <p:cNvGrpSpPr/>
          <p:nvPr/>
        </p:nvGrpSpPr>
        <p:grpSpPr>
          <a:xfrm>
            <a:off x="543878" y="21121"/>
            <a:ext cx="9599114" cy="1258888"/>
            <a:chOff x="543878" y="21121"/>
            <a:chExt cx="9599114" cy="1258888"/>
          </a:xfrm>
        </p:grpSpPr>
        <p:pic>
          <p:nvPicPr>
            <p:cNvPr id="30" name="Imagen 29">
              <a:extLst>
                <a:ext uri="{FF2B5EF4-FFF2-40B4-BE49-F238E27FC236}">
                  <a16:creationId xmlns:a16="http://schemas.microsoft.com/office/drawing/2014/main" id="{C7D8548F-4CFD-BCA5-50C0-C95821D5BE0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878" y="21121"/>
              <a:ext cx="9599114" cy="12588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1" name="Título 2">
              <a:extLst>
                <a:ext uri="{FF2B5EF4-FFF2-40B4-BE49-F238E27FC236}">
                  <a16:creationId xmlns:a16="http://schemas.microsoft.com/office/drawing/2014/main" id="{CB5AAD94-AD4F-216C-C3F8-44A7FFC6B2EE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1809121" y="292404"/>
              <a:ext cx="5503863" cy="923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4200">
                  <a:solidFill>
                    <a:schemeClr val="tx1"/>
                  </a:solidFill>
                  <a:latin typeface="Muller thin"/>
                </a:defRPr>
              </a:lvl1pPr>
              <a:lvl2pPr marL="742950" indent="-28575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3700">
                  <a:solidFill>
                    <a:schemeClr val="tx1"/>
                  </a:solidFill>
                  <a:latin typeface="Muller thin"/>
                </a:defRPr>
              </a:lvl2pPr>
              <a:lvl3pPr marL="1143000" indent="-228600" defTabSz="455613"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Muller thin"/>
                </a:defRPr>
              </a:lvl3pPr>
              <a:lvl4pPr marL="1600200" indent="-228600" defTabSz="455613">
                <a:spcBef>
                  <a:spcPct val="20000"/>
                </a:spcBef>
                <a:buFont typeface="Arial" panose="020B0604020202020204" pitchFamily="34" charset="0"/>
                <a:buChar char="–"/>
                <a:defRPr sz="2600">
                  <a:solidFill>
                    <a:schemeClr val="tx1"/>
                  </a:solidFill>
                  <a:latin typeface="Muller thin"/>
                </a:defRPr>
              </a:lvl4pPr>
              <a:lvl5pPr marL="2057400" indent="-228600" defTabSz="455613">
                <a:spcBef>
                  <a:spcPct val="20000"/>
                </a:spcBef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5pPr>
              <a:lvl6pPr marL="25146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6pPr>
              <a:lvl7pPr marL="29718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7pPr>
              <a:lvl8pPr marL="34290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8pPr>
              <a:lvl9pPr marL="3886200" indent="-228600" defTabSz="455613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600">
                  <a:solidFill>
                    <a:schemeClr val="tx1"/>
                  </a:solidFill>
                  <a:latin typeface="Muller thin"/>
                </a:defRPr>
              </a:lvl9pPr>
            </a:lstStyle>
            <a:p>
              <a:pPr>
                <a:spcBef>
                  <a:spcPct val="0"/>
                </a:spcBef>
                <a:buNone/>
              </a:pPr>
              <a:r>
                <a:rPr lang="es-MX" altLang="es-MX" sz="27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IPN Orden de importancia</a:t>
              </a:r>
            </a:p>
            <a:p>
              <a:pPr>
                <a:spcBef>
                  <a:spcPct val="0"/>
                </a:spcBef>
                <a:buNone/>
              </a:pPr>
              <a:r>
                <a:rPr lang="es-MX" altLang="es-MX" sz="27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RESEARCHLAND</a:t>
              </a:r>
            </a:p>
          </p:txBody>
        </p:sp>
        <p:pic>
          <p:nvPicPr>
            <p:cNvPr id="32" name="Imagen 3">
              <a:extLst>
                <a:ext uri="{FF2B5EF4-FFF2-40B4-BE49-F238E27FC236}">
                  <a16:creationId xmlns:a16="http://schemas.microsoft.com/office/drawing/2014/main" id="{3012F115-FD7F-1BD5-76BF-FF400AA8E1A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5672" y="192568"/>
              <a:ext cx="833437" cy="7699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33" name="Grupo 32">
            <a:extLst>
              <a:ext uri="{FF2B5EF4-FFF2-40B4-BE49-F238E27FC236}">
                <a16:creationId xmlns:a16="http://schemas.microsoft.com/office/drawing/2014/main" id="{52992D87-DD95-926F-241D-E107F0EA2923}"/>
              </a:ext>
            </a:extLst>
          </p:cNvPr>
          <p:cNvGrpSpPr/>
          <p:nvPr/>
        </p:nvGrpSpPr>
        <p:grpSpPr>
          <a:xfrm>
            <a:off x="5017222" y="1532422"/>
            <a:ext cx="4365769" cy="936000"/>
            <a:chOff x="5467357" y="2009961"/>
            <a:chExt cx="4365769" cy="936000"/>
          </a:xfrm>
        </p:grpSpPr>
        <p:sp>
          <p:nvSpPr>
            <p:cNvPr id="34" name="Cinta curvada hacia arriba 3">
              <a:extLst>
                <a:ext uri="{FF2B5EF4-FFF2-40B4-BE49-F238E27FC236}">
                  <a16:creationId xmlns:a16="http://schemas.microsoft.com/office/drawing/2014/main" id="{B0B090EE-25E3-5EFC-73A2-7FC76C38DF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67357" y="2009961"/>
              <a:ext cx="4365769" cy="936000"/>
            </a:xfrm>
            <a:prstGeom prst="ellipseRibbon2">
              <a:avLst>
                <a:gd name="adj1" fmla="val 25000"/>
                <a:gd name="adj2" fmla="val 69500"/>
                <a:gd name="adj3" fmla="val 13670"/>
              </a:avLst>
            </a:prstGeom>
            <a:solidFill>
              <a:srgbClr val="FD4F58"/>
            </a:solidFill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/>
            </a:p>
          </p:txBody>
        </p:sp>
        <p:sp>
          <p:nvSpPr>
            <p:cNvPr id="35" name="CuadroTexto 5">
              <a:extLst>
                <a:ext uri="{FF2B5EF4-FFF2-40B4-BE49-F238E27FC236}">
                  <a16:creationId xmlns:a16="http://schemas.microsoft.com/office/drawing/2014/main" id="{DE17ACB1-0C2C-9CBF-2E8C-B89032F998E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69116" y="2009961"/>
              <a:ext cx="2762250" cy="7522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s-MX" altLang="es-MX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Top 10 motivos </a:t>
              </a:r>
            </a:p>
            <a:p>
              <a:pPr algn="ctr"/>
              <a:r>
                <a:rPr lang="es-MX" altLang="es-MX" b="1" dirty="0">
                  <a:solidFill>
                    <a:schemeClr val="bg1"/>
                  </a:solidFill>
                  <a:latin typeface="Montserrat" panose="00000500000000000000" pitchFamily="2" charset="0"/>
                  <a:cs typeface="Calibri" panose="020F0502020204030204" pitchFamily="34" charset="0"/>
                </a:rPr>
                <a:t>Detractores</a:t>
              </a:r>
            </a:p>
          </p:txBody>
        </p:sp>
      </p:grpSp>
      <p:sp>
        <p:nvSpPr>
          <p:cNvPr id="36" name="CuadroTexto 28">
            <a:extLst>
              <a:ext uri="{FF2B5EF4-FFF2-40B4-BE49-F238E27FC236}">
                <a16:creationId xmlns:a16="http://schemas.microsoft.com/office/drawing/2014/main" id="{C8482D96-3F3C-C0CC-9DD5-8B27338FF9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94118" y="7821845"/>
            <a:ext cx="314449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defRPr/>
            </a:pPr>
            <a:r>
              <a:rPr lang="es-MX" altLang="es-MX" sz="1100" dirty="0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*Garantía de privacidad </a:t>
            </a:r>
            <a:r>
              <a:rPr lang="es-MX" altLang="es-MX" sz="1100" dirty="0" err="1">
                <a:solidFill>
                  <a:srgbClr val="000000"/>
                </a:solidFill>
                <a:latin typeface="Montserrat" panose="00000500000000000000" pitchFamily="2" charset="0"/>
                <a:cs typeface="Kanit" pitchFamily="2" charset="-34"/>
              </a:rPr>
              <a:t>Researchland</a:t>
            </a:r>
            <a:endParaRPr lang="es-MX" altLang="es-MX" sz="1100" dirty="0">
              <a:solidFill>
                <a:srgbClr val="000000"/>
              </a:solidFill>
              <a:latin typeface="Montserrat" panose="00000500000000000000" pitchFamily="2" charset="0"/>
              <a:cs typeface="Kanit" pitchFamily="2" charset="-34"/>
            </a:endParaRPr>
          </a:p>
        </p:txBody>
      </p:sp>
      <p:sp>
        <p:nvSpPr>
          <p:cNvPr id="37" name="Elipse 36">
            <a:extLst>
              <a:ext uri="{FF2B5EF4-FFF2-40B4-BE49-F238E27FC236}">
                <a16:creationId xmlns:a16="http://schemas.microsoft.com/office/drawing/2014/main" id="{FE33A6EF-6CFF-2EF4-9735-3AD2B7B52E97}"/>
              </a:ext>
            </a:extLst>
          </p:cNvPr>
          <p:cNvSpPr/>
          <p:nvPr/>
        </p:nvSpPr>
        <p:spPr bwMode="auto">
          <a:xfrm>
            <a:off x="1156372" y="3063166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1</a:t>
            </a:r>
            <a:endParaRPr lang="es-MX" sz="1600" b="1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38" name="Elipse 37">
            <a:extLst>
              <a:ext uri="{FF2B5EF4-FFF2-40B4-BE49-F238E27FC236}">
                <a16:creationId xmlns:a16="http://schemas.microsoft.com/office/drawing/2014/main" id="{736DD15B-529B-B4E1-A9D3-CA53324E7F6B}"/>
              </a:ext>
            </a:extLst>
          </p:cNvPr>
          <p:cNvSpPr/>
          <p:nvPr/>
        </p:nvSpPr>
        <p:spPr bwMode="auto">
          <a:xfrm>
            <a:off x="1156372" y="3505211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2</a:t>
            </a:r>
          </a:p>
        </p:txBody>
      </p:sp>
      <p:sp>
        <p:nvSpPr>
          <p:cNvPr id="39" name="Elipse 38">
            <a:extLst>
              <a:ext uri="{FF2B5EF4-FFF2-40B4-BE49-F238E27FC236}">
                <a16:creationId xmlns:a16="http://schemas.microsoft.com/office/drawing/2014/main" id="{0DB517E2-3FF3-8840-6D9F-77014659A551}"/>
              </a:ext>
            </a:extLst>
          </p:cNvPr>
          <p:cNvSpPr/>
          <p:nvPr/>
        </p:nvSpPr>
        <p:spPr bwMode="auto">
          <a:xfrm>
            <a:off x="1156372" y="3939330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3</a:t>
            </a:r>
          </a:p>
        </p:txBody>
      </p:sp>
      <p:sp>
        <p:nvSpPr>
          <p:cNvPr id="40" name="Elipse 39">
            <a:extLst>
              <a:ext uri="{FF2B5EF4-FFF2-40B4-BE49-F238E27FC236}">
                <a16:creationId xmlns:a16="http://schemas.microsoft.com/office/drawing/2014/main" id="{54B2883C-D5DC-1DA0-65CC-4E48A65B47CE}"/>
              </a:ext>
            </a:extLst>
          </p:cNvPr>
          <p:cNvSpPr/>
          <p:nvPr/>
        </p:nvSpPr>
        <p:spPr bwMode="auto">
          <a:xfrm>
            <a:off x="1156372" y="4361939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4</a:t>
            </a:r>
          </a:p>
        </p:txBody>
      </p:sp>
      <p:sp>
        <p:nvSpPr>
          <p:cNvPr id="41" name="Elipse 40">
            <a:extLst>
              <a:ext uri="{FF2B5EF4-FFF2-40B4-BE49-F238E27FC236}">
                <a16:creationId xmlns:a16="http://schemas.microsoft.com/office/drawing/2014/main" id="{D52C99C7-4C32-B6EF-878F-07CA73D2095A}"/>
              </a:ext>
            </a:extLst>
          </p:cNvPr>
          <p:cNvSpPr/>
          <p:nvPr/>
        </p:nvSpPr>
        <p:spPr bwMode="auto">
          <a:xfrm>
            <a:off x="1156372" y="4796197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5</a:t>
            </a:r>
          </a:p>
        </p:txBody>
      </p:sp>
      <p:sp>
        <p:nvSpPr>
          <p:cNvPr id="42" name="Elipse 41">
            <a:extLst>
              <a:ext uri="{FF2B5EF4-FFF2-40B4-BE49-F238E27FC236}">
                <a16:creationId xmlns:a16="http://schemas.microsoft.com/office/drawing/2014/main" id="{13B4672D-38E5-B39F-7308-E0D6C14DC3CA}"/>
              </a:ext>
            </a:extLst>
          </p:cNvPr>
          <p:cNvSpPr/>
          <p:nvPr/>
        </p:nvSpPr>
        <p:spPr bwMode="auto">
          <a:xfrm>
            <a:off x="1156372" y="5231072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6</a:t>
            </a:r>
          </a:p>
        </p:txBody>
      </p:sp>
      <p:sp>
        <p:nvSpPr>
          <p:cNvPr id="43" name="Elipse 42">
            <a:extLst>
              <a:ext uri="{FF2B5EF4-FFF2-40B4-BE49-F238E27FC236}">
                <a16:creationId xmlns:a16="http://schemas.microsoft.com/office/drawing/2014/main" id="{1BA40804-1E19-7B40-E135-82006C0B7E9C}"/>
              </a:ext>
            </a:extLst>
          </p:cNvPr>
          <p:cNvSpPr/>
          <p:nvPr/>
        </p:nvSpPr>
        <p:spPr bwMode="auto">
          <a:xfrm>
            <a:off x="1156372" y="5661388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7</a:t>
            </a:r>
          </a:p>
        </p:txBody>
      </p:sp>
      <p:sp>
        <p:nvSpPr>
          <p:cNvPr id="61" name="Elipse 60">
            <a:extLst>
              <a:ext uri="{FF2B5EF4-FFF2-40B4-BE49-F238E27FC236}">
                <a16:creationId xmlns:a16="http://schemas.microsoft.com/office/drawing/2014/main" id="{8389B05D-2C1A-073B-A57C-34C697FE5285}"/>
              </a:ext>
            </a:extLst>
          </p:cNvPr>
          <p:cNvSpPr/>
          <p:nvPr/>
        </p:nvSpPr>
        <p:spPr bwMode="auto">
          <a:xfrm>
            <a:off x="1156372" y="6092711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8</a:t>
            </a:r>
          </a:p>
        </p:txBody>
      </p:sp>
      <p:sp>
        <p:nvSpPr>
          <p:cNvPr id="62" name="Elipse 61">
            <a:extLst>
              <a:ext uri="{FF2B5EF4-FFF2-40B4-BE49-F238E27FC236}">
                <a16:creationId xmlns:a16="http://schemas.microsoft.com/office/drawing/2014/main" id="{3EF243B7-D2DC-7E4F-93F4-A5CCF1775072}"/>
              </a:ext>
            </a:extLst>
          </p:cNvPr>
          <p:cNvSpPr/>
          <p:nvPr/>
        </p:nvSpPr>
        <p:spPr bwMode="auto">
          <a:xfrm>
            <a:off x="1156372" y="6518876"/>
            <a:ext cx="323850" cy="325438"/>
          </a:xfrm>
          <a:prstGeom prst="ellipse">
            <a:avLst/>
          </a:prstGeom>
          <a:solidFill>
            <a:srgbClr val="FD4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s-MX" sz="1400" b="1" dirty="0">
                <a:solidFill>
                  <a:schemeClr val="bg1"/>
                </a:solidFill>
                <a:latin typeface="Montserrat" panose="00000500000000000000" pitchFamily="2" charset="0"/>
              </a:rPr>
              <a:t>9</a:t>
            </a:r>
          </a:p>
        </p:txBody>
      </p:sp>
      <p:grpSp>
        <p:nvGrpSpPr>
          <p:cNvPr id="67" name="Grupo 66">
            <a:extLst>
              <a:ext uri="{FF2B5EF4-FFF2-40B4-BE49-F238E27FC236}">
                <a16:creationId xmlns:a16="http://schemas.microsoft.com/office/drawing/2014/main" id="{195ACFBC-FB50-CAD2-4D06-A293653C0580}"/>
              </a:ext>
            </a:extLst>
          </p:cNvPr>
          <p:cNvGrpSpPr/>
          <p:nvPr/>
        </p:nvGrpSpPr>
        <p:grpSpPr>
          <a:xfrm>
            <a:off x="1084297" y="6963788"/>
            <a:ext cx="468000" cy="325438"/>
            <a:chOff x="1084297" y="6963788"/>
            <a:chExt cx="468000" cy="325438"/>
          </a:xfrm>
        </p:grpSpPr>
        <p:sp>
          <p:nvSpPr>
            <p:cNvPr id="65" name="Elipse 64">
              <a:extLst>
                <a:ext uri="{FF2B5EF4-FFF2-40B4-BE49-F238E27FC236}">
                  <a16:creationId xmlns:a16="http://schemas.microsoft.com/office/drawing/2014/main" id="{26D7BE71-43DF-3554-6D77-22BA4989082D}"/>
                </a:ext>
              </a:extLst>
            </p:cNvPr>
            <p:cNvSpPr/>
            <p:nvPr/>
          </p:nvSpPr>
          <p:spPr bwMode="auto">
            <a:xfrm>
              <a:off x="1156372" y="6963788"/>
              <a:ext cx="323850" cy="325438"/>
            </a:xfrm>
            <a:prstGeom prst="ellipse">
              <a:avLst/>
            </a:prstGeom>
            <a:solidFill>
              <a:srgbClr val="FD4F5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s-MX" sz="1400" b="1" dirty="0">
                <a:latin typeface="Montserrat" panose="00000500000000000000" pitchFamily="2" charset="0"/>
              </a:endParaRPr>
            </a:p>
          </p:txBody>
        </p:sp>
        <p:sp>
          <p:nvSpPr>
            <p:cNvPr id="66" name="CuadroTexto 65">
              <a:extLst>
                <a:ext uri="{FF2B5EF4-FFF2-40B4-BE49-F238E27FC236}">
                  <a16:creationId xmlns:a16="http://schemas.microsoft.com/office/drawing/2014/main" id="{087CC9EC-6B69-AE79-51A4-F25ECFC69F49}"/>
                </a:ext>
              </a:extLst>
            </p:cNvPr>
            <p:cNvSpPr txBox="1"/>
            <p:nvPr/>
          </p:nvSpPr>
          <p:spPr>
            <a:xfrm>
              <a:off x="1084297" y="6972619"/>
              <a:ext cx="468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sz="14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10</a:t>
              </a:r>
            </a:p>
          </p:txBody>
        </p:sp>
      </p:grpSp>
      <p:graphicFrame>
        <p:nvGraphicFramePr>
          <p:cNvPr id="63" name="Tabla_DET_MENS_UPAX">
            <a:extLst>
              <a:ext uri="{FF2B5EF4-FFF2-40B4-BE49-F238E27FC236}">
                <a16:creationId xmlns:a16="http://schemas.microsoft.com/office/drawing/2014/main" id="{3E7151A2-A11D-38BB-66A4-68209BEF6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9606366"/>
              </p:ext>
            </p:extLst>
          </p:nvPr>
        </p:nvGraphicFramePr>
        <p:xfrm>
          <a:off x="1640898" y="2627029"/>
          <a:ext cx="11118417" cy="4713224"/>
        </p:xfrm>
        <a:graphic>
          <a:graphicData uri="http://schemas.openxmlformats.org/drawingml/2006/table">
            <a:tbl>
              <a:tblPr/>
              <a:tblGrid>
                <a:gridCol w="70923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1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5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322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MX" sz="1400" b="0" i="0" u="none" strike="noStrike" kern="1200" dirty="0">
                        <a:solidFill>
                          <a:srgbClr val="00B050"/>
                        </a:solidFill>
                        <a:effectLst/>
                        <a:latin typeface="Montserrat" panose="00000500000000000000" pitchFamily="2" charset="0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kern="1200" dirty="0">
                          <a:solidFill>
                            <a:srgbClr val="FD4F58"/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Menciones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Montserrat" panose="00000500000000000000" pitchFamily="2" charset="0"/>
                          <a:ea typeface="+mn-ea"/>
                          <a:cs typeface="Kanit" pitchFamily="2" charset="-34"/>
                        </a:rPr>
                        <a:t>Rubro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48557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Inestabilidad laboral / amenazas de despido / alta rotación de personal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El sueldo es poco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231305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hay oportunidades de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hay suficientes prestaciones/beneficios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Compensación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Falta organización / estructura / mejoras en el área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Organización Estructural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El ambiente laboral es malo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Ambiente laboral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hay home office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Condiciones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La empresa me permite aprender y crecer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Desarrollo y crecimiento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Los horarios son buenos / cómodos / flexibles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00B05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Condiciones de Trabajo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4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No cumplen lo que promete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8058" rtl="0" eaLnBrk="1" fontAlgn="b" latinLnBrk="0" hangingPunct="1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400" b="1" i="0" u="none" strike="noStrike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Montserrat" panose="00000500000000000000" pitchFamily="2" charset="0"/>
                          <a:ea typeface="+mn-ea"/>
                          <a:cs typeface="Calibri" panose="020F0502020204030204" pitchFamily="34" charset="0"/>
                        </a:rPr>
                        <a:t>Políticas de la empresa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9031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70044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46A8F6D7-062C-C740-B506-550D5798212F}" vid="{0E6D6A99-6957-7549-A8BF-442E27D975B0}"/>
    </a:ext>
  </a:extLst>
</a:theme>
</file>

<file path=ppt/theme/theme2.xml><?xml version="1.0" encoding="utf-8"?>
<a:theme xmlns:a="http://schemas.openxmlformats.org/drawingml/2006/main" name="1_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2_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2013 - Tema de 2022">
  <a:themeElements>
    <a:clrScheme name="Office 2013 - Tema de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Tema de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Tema de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4268</TotalTime>
  <Words>1015</Words>
  <Application>Microsoft Office PowerPoint</Application>
  <PresentationFormat>Personalizado</PresentationFormat>
  <Paragraphs>421</Paragraphs>
  <Slides>11</Slides>
  <Notes>1</Notes>
  <HiddenSlides>0</HiddenSlides>
  <MMClips>0</MMClips>
  <ScaleCrop>false</ScaleCrop>
  <HeadingPairs>
    <vt:vector size="8" baseType="variant">
      <vt:variant>
        <vt:lpstr>Fuentes usadas</vt:lpstr>
      </vt:variant>
      <vt:variant>
        <vt:i4>8</vt:i4>
      </vt:variant>
      <vt:variant>
        <vt:lpstr>Tema</vt:lpstr>
      </vt:variant>
      <vt:variant>
        <vt:i4>4</vt:i4>
      </vt:variant>
      <vt:variant>
        <vt:lpstr>Servidores OLE incrustados</vt:lpstr>
      </vt:variant>
      <vt:variant>
        <vt:i4>0</vt:i4>
      </vt:variant>
      <vt:variant>
        <vt:lpstr>Títulos de diapositiva</vt:lpstr>
      </vt:variant>
      <vt:variant>
        <vt:i4>11</vt:i4>
      </vt:variant>
    </vt:vector>
  </HeadingPairs>
  <TitlesOfParts>
    <vt:vector size="23" baseType="lpstr">
      <vt:lpstr>Arial</vt:lpstr>
      <vt:lpstr>Calibri</vt:lpstr>
      <vt:lpstr>Calibri Light</vt:lpstr>
      <vt:lpstr>Kanit</vt:lpstr>
      <vt:lpstr>Montserrat</vt:lpstr>
      <vt:lpstr>Montserrat SemiBold</vt:lpstr>
      <vt:lpstr>Muller thin</vt:lpstr>
      <vt:lpstr>Webdings</vt:lpstr>
      <vt:lpstr>Office Theme</vt:lpstr>
      <vt:lpstr>1_Diseño personalizado</vt:lpstr>
      <vt:lpstr>2_Diseño personalizado</vt:lpstr>
      <vt:lpstr>Office 2013 - Tema de 2022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EKT_BAZ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nsanchezgo</dc:creator>
  <cp:lastModifiedBy>Jesus Noel De Jesus Guerrero</cp:lastModifiedBy>
  <cp:revision>319</cp:revision>
  <dcterms:created xsi:type="dcterms:W3CDTF">2022-08-08T19:17:56Z</dcterms:created>
  <dcterms:modified xsi:type="dcterms:W3CDTF">2026-09-06T08:19:54Z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ae3a633-3d5f-462b-ba19-31157bb9a57b_Enabled">
    <vt:lpwstr>true</vt:lpwstr>
  </property>
  <property fmtid="{D5CDD505-2E9C-101B-9397-08002B2CF9AE}" pid="3" name="MSIP_Label_8ae3a633-3d5f-462b-ba19-31157bb9a57b_SetDate">
    <vt:lpwstr>2023-05-02T23:57:49Z</vt:lpwstr>
  </property>
  <property fmtid="{D5CDD505-2E9C-101B-9397-08002B2CF9AE}" pid="4" name="MSIP_Label_8ae3a633-3d5f-462b-ba19-31157bb9a57b_Method">
    <vt:lpwstr>Standard</vt:lpwstr>
  </property>
  <property fmtid="{D5CDD505-2E9C-101B-9397-08002B2CF9AE}" pid="5" name="MSIP_Label_8ae3a633-3d5f-462b-ba19-31157bb9a57b_Name">
    <vt:lpwstr>Uso interno</vt:lpwstr>
  </property>
  <property fmtid="{D5CDD505-2E9C-101B-9397-08002B2CF9AE}" pid="6" name="MSIP_Label_8ae3a633-3d5f-462b-ba19-31157bb9a57b_SiteId">
    <vt:lpwstr>5448d52d-fbb8-4285-8d6f-aa67453bc50c</vt:lpwstr>
  </property>
  <property fmtid="{D5CDD505-2E9C-101B-9397-08002B2CF9AE}" pid="7" name="MSIP_Label_8ae3a633-3d5f-462b-ba19-31157bb9a57b_ActionId">
    <vt:lpwstr>a7b805a7-66c3-4c85-a875-bbad85febbac</vt:lpwstr>
  </property>
  <property fmtid="{D5CDD505-2E9C-101B-9397-08002B2CF9AE}" pid="8" name="MSIP_Label_8ae3a633-3d5f-462b-ba19-31157bb9a57b_ContentBits">
    <vt:lpwstr>0</vt:lpwstr>
  </property>
</Properties>
</file>