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5" r:id="rId2"/>
    <p:sldMasterId id="2147483687" r:id="rId3"/>
    <p:sldMasterId id="2147483701" r:id="rId4"/>
    <p:sldMasterId id="2147483717" r:id="rId5"/>
  </p:sldMasterIdLst>
  <p:notesMasterIdLst>
    <p:notesMasterId r:id="rId15"/>
  </p:notesMasterIdLst>
  <p:sldIdLst>
    <p:sldId id="684" r:id="rId6"/>
    <p:sldId id="848" r:id="rId7"/>
    <p:sldId id="745" r:id="rId8"/>
    <p:sldId id="863" r:id="rId9"/>
    <p:sldId id="819" r:id="rId10"/>
    <p:sldId id="764" r:id="rId11"/>
    <p:sldId id="816" r:id="rId12"/>
    <p:sldId id="817" r:id="rId13"/>
    <p:sldId id="818" r:id="rId14"/>
  </p:sldIdLst>
  <p:sldSz cx="14400213" cy="8135938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54086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0817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2260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163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704338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3245206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786073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4326941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6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75" autoAdjust="0"/>
    <p:restoredTop sz="95141" autoAdjust="0"/>
  </p:normalViewPr>
  <p:slideViewPr>
    <p:cSldViewPr snapToGrid="0" snapToObjects="1">
      <p:cViewPr varScale="1">
        <p:scale>
          <a:sx n="91" d="100"/>
          <a:sy n="91" d="100"/>
        </p:scale>
        <p:origin x="936" y="78"/>
      </p:cViewPr>
      <p:guideLst>
        <p:guide orient="horz" pos="2563"/>
        <p:guide pos="453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584D-4936-AB93-20DC6897C719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84D-4936-AB93-20DC6897C719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84D-4936-AB93-20DC6897C719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84D-4936-AB93-20DC6897C719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84D-4936-AB93-20DC6897C719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84D-4936-AB93-20DC6897C719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84D-4936-AB93-20DC6897C719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84D-4936-AB93-20DC6897C719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84D-4936-AB93-20DC6897C719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84D-4936-AB93-20DC6897C719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84D-4936-AB93-20DC6897C719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84D-4936-AB93-20DC6897C71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84D-4936-AB93-20DC6897C71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84D-4936-AB93-20DC6897C71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84D-4936-AB93-20DC6897C719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Hoja1!$B$2:$B$11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84D-4936-AB93-20DC6897C719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584D-4936-AB93-20DC6897C719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Hoja1!$C$2:$C$11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584D-4936-AB93-20DC6897C719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584D-4936-AB93-20DC6897C719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584D-4936-AB93-20DC6897C719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584D-4936-AB93-20DC6897C719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584D-4936-AB93-20DC6897C719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584D-4936-AB93-20DC6897C719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584D-4936-AB93-20DC6897C719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584D-4936-AB93-20DC6897C71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584D-4936-AB93-20DC6897C71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584D-4936-AB93-20DC6897C71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584D-4936-AB93-20DC6897C71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584D-4936-AB93-20DC6897C71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584D-4936-AB93-20DC6897C719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Hoja1!$D$2:$D$11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584D-4936-AB93-20DC6897C7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28-470B-925F-DA6356CCD0A0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428-470B-925F-DA6356CCD0A0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428-470B-925F-DA6356CCD0A0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428-470B-925F-DA6356CCD0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7017948843351104"/>
          <c:y val="2.3401000330945947E-3"/>
          <c:w val="0.5298205115664894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spPr>
            <a:solidFill>
              <a:srgbClr val="FF0000"/>
            </a:solidFill>
          </c:spPr>
          <c:invertIfNegative val="0"/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AB74-4B13-9738-4C2146AA1432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B74-4B13-9738-4C2146AA1432}"/>
              </c:ext>
            </c:extLst>
          </c:dPt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764-476E-838F-179306D0A94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B74-4B13-9738-4C2146AA1432}"/>
                </c:ext>
              </c:extLst>
            </c:dLbl>
            <c:spPr>
              <a:noFill/>
              <a:ln w="24403">
                <a:noFill/>
              </a:ln>
            </c:spPr>
            <c:txPr>
              <a:bodyPr/>
              <a:lstStyle/>
              <a:p>
                <a:pPr algn="l">
                  <a:defRPr sz="900"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Hoja1!$A$2:$A$7</c:f>
              <c:strCache>
                <c:ptCount val="6"/>
                <c:pt idx="0">
                  <c:v>Despachos - RBS</c:v>
                </c:pt>
                <c:pt idx="1">
                  <c:v>Sistemas - Manuel Gonzalez Palomo</c:v>
                </c:pt>
                <c:pt idx="2">
                  <c:v>Administración, Finanzas Y Control - Alfonso Aguilar Zermeño</c:v>
                </c:pt>
                <c:pt idx="3">
                  <c:v>Capital Humano - Karlo Alejandro Mondragon Rodriguez</c:v>
                </c:pt>
                <c:pt idx="4">
                  <c:v>Auditoría - Javier Arturo Ferrer Baez</c:v>
                </c:pt>
                <c:pt idx="5">
                  <c:v>Bienestar, Comunicacion E Integracion - Adriana De La Puente Martínez De Castro</c:v>
                </c:pt>
              </c:strCache>
            </c:strRef>
          </c:cat>
          <c:val>
            <c:numRef>
              <c:f>Hoja1!$B$2:$B$7</c:f>
              <c:numCache>
                <c:formatCode>0.0%</c:formatCode>
                <c:ptCount val="6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B74-4B13-9738-4C2146AA1432}"/>
            </c:ext>
          </c:extLst>
        </c:ser>
        <c:ser>
          <c:idx val="1"/>
          <c:order val="1"/>
          <c:spPr>
            <a:solidFill>
              <a:srgbClr val="FFC000"/>
            </a:solidFill>
          </c:spPr>
          <c:invertIfNegative val="0"/>
          <c:dLbls>
            <c:dLbl>
              <c:idx val="2"/>
              <c:spPr>
                <a:noFill/>
                <a:ln w="24403">
                  <a:noFill/>
                </a:ln>
              </c:spPr>
              <c:txPr>
                <a:bodyPr/>
                <a:lstStyle/>
                <a:p>
                  <a:pPr algn="r">
                    <a:defRPr sz="900"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AB74-4B13-9738-4C2146AA143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AB74-4B13-9738-4C2146AA1432}"/>
                </c:ext>
              </c:extLst>
            </c:dLbl>
            <c:spPr>
              <a:noFill/>
              <a:ln w="24403"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chemeClr val="tx1"/>
                    </a:solidFill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Hoja1!$A$2:$A$7</c:f>
              <c:strCache>
                <c:ptCount val="6"/>
                <c:pt idx="0">
                  <c:v>Despachos - RBS</c:v>
                </c:pt>
                <c:pt idx="1">
                  <c:v>Sistemas - Manuel Gonzalez Palomo</c:v>
                </c:pt>
                <c:pt idx="2">
                  <c:v>Administración, Finanzas Y Control - Alfonso Aguilar Zermeño</c:v>
                </c:pt>
                <c:pt idx="3">
                  <c:v>Capital Humano - Karlo Alejandro Mondragon Rodriguez</c:v>
                </c:pt>
                <c:pt idx="4">
                  <c:v>Auditoría - Javier Arturo Ferrer Baez</c:v>
                </c:pt>
                <c:pt idx="5">
                  <c:v>Bienestar, Comunicacion E Integracion - Adriana De La Puente Martínez De Castro</c:v>
                </c:pt>
              </c:strCache>
            </c:strRef>
          </c:cat>
          <c:val>
            <c:numRef>
              <c:f>Hoja1!$C$2:$C$7</c:f>
              <c:numCache>
                <c:formatCode>0.0%</c:formatCode>
                <c:ptCount val="6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AB74-4B13-9738-4C2146AA1432}"/>
            </c:ext>
          </c:extLst>
        </c:ser>
        <c:ser>
          <c:idx val="2"/>
          <c:order val="2"/>
          <c:spPr>
            <a:solidFill>
              <a:srgbClr val="00B050"/>
            </a:solidFill>
          </c:spPr>
          <c:invertIfNegative val="0"/>
          <c:dPt>
            <c:idx val="8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65D3-4B66-877D-E6D1D7580DD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AB74-4B13-9738-4C2146AA143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8-AB74-4B13-9738-4C2146AA1432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AB74-4B13-9738-4C2146AA1432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A-AB74-4B13-9738-4C2146AA1432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AB74-4B13-9738-4C2146AA143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C-AB74-4B13-9738-4C2146AA1432}"/>
              </c:ext>
            </c:extLst>
          </c:dPt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5D3-4B66-877D-E6D1D7580DD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AB74-4B13-9738-4C2146AA1432}"/>
                </c:ext>
              </c:extLst>
            </c:dLbl>
            <c:spPr>
              <a:noFill/>
              <a:ln w="24403"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Hoja1!$A$2:$A$7</c:f>
              <c:strCache>
                <c:ptCount val="6"/>
                <c:pt idx="0">
                  <c:v>Despachos - RBS</c:v>
                </c:pt>
                <c:pt idx="1">
                  <c:v>Sistemas - Manuel Gonzalez Palomo</c:v>
                </c:pt>
                <c:pt idx="2">
                  <c:v>Administración, Finanzas Y Control - Alfonso Aguilar Zermeño</c:v>
                </c:pt>
                <c:pt idx="3">
                  <c:v>Capital Humano - Karlo Alejandro Mondragon Rodriguez</c:v>
                </c:pt>
                <c:pt idx="4">
                  <c:v>Auditoría - Javier Arturo Ferrer Baez</c:v>
                </c:pt>
                <c:pt idx="5">
                  <c:v>Bienestar, Comunicacion E Integracion - Adriana De La Puente Martínez De Castro</c:v>
                </c:pt>
              </c:strCache>
            </c:strRef>
          </c:cat>
          <c:val>
            <c:numRef>
              <c:f>Hoja1!$D$2:$D$7</c:f>
              <c:numCache>
                <c:formatCode>0.0%</c:formatCode>
                <c:ptCount val="6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AB74-4B13-9738-4C2146AA14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583448464"/>
        <c:axId val="1"/>
      </c:barChart>
      <c:catAx>
        <c:axId val="583448464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583448464"/>
        <c:crosses val="autoZero"/>
        <c:crossBetween val="between"/>
      </c:valAx>
      <c:spPr>
        <a:noFill/>
        <a:ln w="25339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31">
          <a:latin typeface="Montserrat" panose="00000500000000000000" pitchFamily="2" charset="0"/>
        </a:defRPr>
      </a:pPr>
      <a:endParaRPr lang="es-MX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F11-4396-92F1-250461BEBC6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F11-4396-92F1-250461BEBC6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F11-4396-92F1-250461BEBC6D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F11-4396-92F1-250461BEB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ED92639-57F6-73D9-C248-0030C7936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565621-4175-36A6-A030-2621E336B4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4A67937-8ABE-4F56-A1B9-5EA24101ADEF}" type="datetimeFigureOut">
              <a:rPr lang="es-ES_tradnl"/>
              <a:pPr>
                <a:defRPr/>
              </a:pPr>
              <a:t>05/10/2026</a:t>
            </a:fld>
            <a:endParaRPr lang="es-ES_tradnl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FF6245DC-168D-E1E4-AA3F-107FBD974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43000"/>
            <a:ext cx="5461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B324F848-89FF-A24C-9D5F-752880348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4A02FE-F746-9B43-6C6E-6CF0DCA553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186163-C9F9-9CF5-1257-10EC05CBC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4011296-2D5F-4DDA-BDC4-271B5B9CAFCE}" type="slidenum">
              <a:rPr lang="es-ES_tradnl" altLang="es-MX"/>
              <a:pPr>
                <a:defRPr/>
              </a:pPr>
              <a:t>‹Nº›</a:t>
            </a:fld>
            <a:endParaRPr lang="es-ES_tradnl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1pPr>
    <a:lvl2pPr marL="540868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2pPr>
    <a:lvl3pPr marL="1081735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3pPr>
    <a:lvl4pPr marL="1622603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4pPr>
    <a:lvl5pPr marL="2163470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5pPr>
    <a:lvl6pPr marL="2704338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6pPr>
    <a:lvl7pPr marL="3245206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7pPr>
    <a:lvl8pPr marL="3786073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8pPr>
    <a:lvl9pPr marL="4326941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1 Marcador de imagen de diapositiva">
            <a:extLst>
              <a:ext uri="{FF2B5EF4-FFF2-40B4-BE49-F238E27FC236}">
                <a16:creationId xmlns:a16="http://schemas.microsoft.com/office/drawing/2014/main" id="{14E9AAE1-E813-B2E9-43B7-C16B549D14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2 Marcador de notas">
            <a:extLst>
              <a:ext uri="{FF2B5EF4-FFF2-40B4-BE49-F238E27FC236}">
                <a16:creationId xmlns:a16="http://schemas.microsoft.com/office/drawing/2014/main" id="{A5A98115-1742-3EF2-06CD-5759ADF481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74756" name="3 Marcador de número de diapositiva">
            <a:extLst>
              <a:ext uri="{FF2B5EF4-FFF2-40B4-BE49-F238E27FC236}">
                <a16:creationId xmlns:a16="http://schemas.microsoft.com/office/drawing/2014/main" id="{9DFFB4E0-ADB0-FE7C-9663-3B4E72B7C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FC4A6D-3BC8-430D-B46D-070CEDEECFF6}" type="slidenum">
              <a:rPr lang="es-MX" altLang="es-MX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</a:t>
            </a:fld>
            <a:endParaRPr lang="es-MX" altLang="es-MX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Marcador de imagen de diapositiva 1">
            <a:extLst>
              <a:ext uri="{FF2B5EF4-FFF2-40B4-BE49-F238E27FC236}">
                <a16:creationId xmlns:a16="http://schemas.microsoft.com/office/drawing/2014/main" id="{DABB91D3-17B4-1D63-C455-2F9EA08681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Marcador de notas 2">
            <a:extLst>
              <a:ext uri="{FF2B5EF4-FFF2-40B4-BE49-F238E27FC236}">
                <a16:creationId xmlns:a16="http://schemas.microsoft.com/office/drawing/2014/main" id="{6552FDDE-3047-C2DB-97A7-51B55F81F1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64516" name="Marcador de número de diapositiva 3">
            <a:extLst>
              <a:ext uri="{FF2B5EF4-FFF2-40B4-BE49-F238E27FC236}">
                <a16:creationId xmlns:a16="http://schemas.microsoft.com/office/drawing/2014/main" id="{62D3AE92-560F-144E-4629-3471E0221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E1D09B7-D066-4F86-9F40-2F8F73D373EE}" type="slidenum">
              <a:rPr lang="es-ES_tradnl" altLang="es-MX" smtClean="0">
                <a:latin typeface="Calibri" panose="020F0502020204030204" pitchFamily="34" charset="0"/>
              </a:rPr>
              <a:pPr/>
              <a:t>2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0" y="1143000"/>
            <a:ext cx="54610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6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Marcador de imagen de diapositiva 1">
            <a:extLst>
              <a:ext uri="{FF2B5EF4-FFF2-40B4-BE49-F238E27FC236}">
                <a16:creationId xmlns:a16="http://schemas.microsoft.com/office/drawing/2014/main" id="{40BCFA81-4FC8-D514-04D0-C43E398D80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Marcador de notas 2">
            <a:extLst>
              <a:ext uri="{FF2B5EF4-FFF2-40B4-BE49-F238E27FC236}">
                <a16:creationId xmlns:a16="http://schemas.microsoft.com/office/drawing/2014/main" id="{A6471C25-E068-F715-EC22-0A945C76CF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7044" name="Marcador de número de diapositiva 3">
            <a:extLst>
              <a:ext uri="{FF2B5EF4-FFF2-40B4-BE49-F238E27FC236}">
                <a16:creationId xmlns:a16="http://schemas.microsoft.com/office/drawing/2014/main" id="{9ABFB6B7-60F1-401A-3519-2DE39D124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62FAC0-EE03-4006-924D-27F208BA9CC8}" type="slidenum">
              <a:rPr lang="es-ES_tradnl" altLang="es-MX" smtClean="0"/>
              <a:pPr>
                <a:spcBef>
                  <a:spcPct val="0"/>
                </a:spcBef>
              </a:pPr>
              <a:t>7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Marcador de imagen de diapositiva 1">
            <a:extLst>
              <a:ext uri="{FF2B5EF4-FFF2-40B4-BE49-F238E27FC236}">
                <a16:creationId xmlns:a16="http://schemas.microsoft.com/office/drawing/2014/main" id="{F5356F99-C58A-FE6C-43EA-85D1293C09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Marcador de notas 2">
            <a:extLst>
              <a:ext uri="{FF2B5EF4-FFF2-40B4-BE49-F238E27FC236}">
                <a16:creationId xmlns:a16="http://schemas.microsoft.com/office/drawing/2014/main" id="{548D57FC-CBC0-526D-E614-B37E2670A8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9092" name="Marcador de número de diapositiva 3">
            <a:extLst>
              <a:ext uri="{FF2B5EF4-FFF2-40B4-BE49-F238E27FC236}">
                <a16:creationId xmlns:a16="http://schemas.microsoft.com/office/drawing/2014/main" id="{25B2419F-B4DB-E3D6-DBC7-074EC02EE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8525AF-1775-427B-BD8F-4D8ECB9979B4}" type="slidenum">
              <a:rPr lang="es-ES_tradnl" altLang="es-MX" smtClean="0"/>
              <a:pPr>
                <a:spcBef>
                  <a:spcPct val="0"/>
                </a:spcBef>
              </a:pPr>
              <a:t>8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Marcador de imagen de diapositiva 1">
            <a:extLst>
              <a:ext uri="{FF2B5EF4-FFF2-40B4-BE49-F238E27FC236}">
                <a16:creationId xmlns:a16="http://schemas.microsoft.com/office/drawing/2014/main" id="{A72A6E15-FCBC-6C7A-6DDD-2F15BA04ED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Marcador de notas 2">
            <a:extLst>
              <a:ext uri="{FF2B5EF4-FFF2-40B4-BE49-F238E27FC236}">
                <a16:creationId xmlns:a16="http://schemas.microsoft.com/office/drawing/2014/main" id="{80DC7BE4-A6B0-8535-D88F-1554035A69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91140" name="Marcador de número de diapositiva 3">
            <a:extLst>
              <a:ext uri="{FF2B5EF4-FFF2-40B4-BE49-F238E27FC236}">
                <a16:creationId xmlns:a16="http://schemas.microsoft.com/office/drawing/2014/main" id="{46697705-A9BE-617C-8BE5-1BF76A922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A533C8-B6F3-474A-9F30-4B62BE9F8F07}" type="slidenum">
              <a:rPr lang="es-ES_tradnl" altLang="es-MX" smtClean="0"/>
              <a:pPr>
                <a:spcBef>
                  <a:spcPct val="0"/>
                </a:spcBef>
              </a:pPr>
              <a:t>9</a:t>
            </a:fld>
            <a:endParaRPr lang="es-ES_tradnl" alt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76EBD-3E49-5A33-2D23-4426FCAB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C727588-25A1-412C-BECC-78565DE51C7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6412D7-9180-FEDD-0A13-CD4323CF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AF0BFC-4683-5ECB-07A7-645D91A0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464B-A312-41BF-BDD9-8AE9074DBB3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3648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5890F3-EAA1-FF55-DC97-AC35988F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83066C7-BD15-45D5-A850-666416FE406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A3E489-BFFD-5258-D67D-278AA1DC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D3E9F8-707B-0DC6-E264-A378870FC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D69B5-1ADF-492A-90B3-AEC08305396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0972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0631C2-2944-6749-F5E6-7B40FDD1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B8D11E-1C34-4D73-9C62-D8EC61578E2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CBB4EF-0146-49CF-D19A-F4675FE5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8F0E8F-81FA-72DB-967B-6678AF6D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119A3-23F7-4596-8481-AD20BE60212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2604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D2A35D-6014-D059-C815-07DB8909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E3B6CE0-A2FE-45E4-BDCE-5196E174017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E3AFEE-DC66-DF48-D5FC-18345C21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A108DD-5341-EFCC-13D0-FACC97D2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6B07C-5242-45A3-9A22-1483D1EC418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054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EB7595F-A32B-0583-8846-AC24331B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475C196-413F-45F4-8B27-2E0AE3AD8EA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750966-F7AB-F522-094C-EEE53F95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013B05-6FC9-8A4D-FB92-DB57797A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70E02-6668-4211-AA9E-4F74EC7A40B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3758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E65A7F-20E5-5426-3F26-0D487AA7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C651E9A-829B-48FC-B3E1-071EA852294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EF8476-07D9-31CB-52BC-6E725D99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C61DF-5FB9-A77E-B6E5-77BAD995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6A42F-E033-45BF-AAEB-1DF7B068F5F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66552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4">
            <a:extLst>
              <a:ext uri="{FF2B5EF4-FFF2-40B4-BE49-F238E27FC236}">
                <a16:creationId xmlns:a16="http://schemas.microsoft.com/office/drawing/2014/main" id="{94858487-FE7E-0BFD-E35D-B0F979AFE1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95"/>
            <a:ext cx="14400213" cy="8135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E2D475A5-0548-AD54-B3CA-FBADF232D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E4F7AD3B-143A-C879-929C-D2F21E86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3ECF37B-AF0E-4C8A-936C-D46BEFCF402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2A03A635-C6A6-4488-D5DD-C1BE166E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0DBAF182-DFFF-E62B-325A-C1156216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C212-FF4C-49B9-AC01-2EC1DBE0FB3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844AA51-4A8F-940D-BFC8-D1FC75A41D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714920" y="7712553"/>
            <a:ext cx="2488416" cy="360000"/>
          </a:xfrm>
          <a:prstGeom prst="rect">
            <a:avLst/>
          </a:prstGeom>
        </p:spPr>
      </p:pic>
      <p:pic>
        <p:nvPicPr>
          <p:cNvPr id="10" name="Imagen 4">
            <a:extLst>
              <a:ext uri="{FF2B5EF4-FFF2-40B4-BE49-F238E27FC236}">
                <a16:creationId xmlns:a16="http://schemas.microsoft.com/office/drawing/2014/main" id="{80B46132-F873-321C-D1D2-24243C31DF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81" y="4799489"/>
            <a:ext cx="2880562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2C0D02A-AE76-8EC8-1643-A23A067818A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49215" y="1335908"/>
            <a:ext cx="5508000" cy="54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617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9DB2812-84AE-B830-BDCD-B94FA494FA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E2D475A5-0548-AD54-B3CA-FBADF232D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E4F7AD3B-143A-C879-929C-D2F21E86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3ECF37B-AF0E-4C8A-936C-D46BEFCF402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2A03A635-C6A6-4488-D5DD-C1BE166E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0DBAF182-DFFF-E62B-325A-C1156216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C212-FF4C-49B9-AC01-2EC1DBE0FB3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FABD5EE-37BA-C2DE-7595-5C5E04AEC4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714920" y="7712553"/>
            <a:ext cx="2488416" cy="360000"/>
          </a:xfrm>
          <a:prstGeom prst="rect">
            <a:avLst/>
          </a:prstGeom>
        </p:spPr>
      </p:pic>
      <p:pic>
        <p:nvPicPr>
          <p:cNvPr id="9" name="Imagen 4">
            <a:extLst>
              <a:ext uri="{FF2B5EF4-FFF2-40B4-BE49-F238E27FC236}">
                <a16:creationId xmlns:a16="http://schemas.microsoft.com/office/drawing/2014/main" id="{3ACC2985-2E6C-FE9A-4ED2-6AD74495CC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81" y="4799489"/>
            <a:ext cx="2880562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087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D8EBF68E-B69F-3A57-8231-0601349FDF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2644C493-F044-2B19-AD94-4473A94F4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B06521B-3744-4C42-9D30-F611FDE16499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EB137931-9F64-8F4B-CCCB-F85EFFF3B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EA3A615E-645A-820F-A380-01072B8F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850FB-FA0A-4FFD-9128-70492DBBE43C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6983290-3F35-E8E0-633D-12E51F7232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751713" y="138652"/>
            <a:ext cx="1440000" cy="102150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CE04B02-2E2C-3219-5681-6851AF47248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02" y="7802325"/>
            <a:ext cx="2160000" cy="31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85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CFC8A7-BB41-9311-258C-43B9ABE4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51DCE78-4A39-4EA4-A2B9-BF9551EBDD7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315A2E-EE06-EEF1-9D83-A10C9E24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208754-323F-D7F9-432F-EA6BB4CE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47E57-E745-43ED-942B-6368D4E4BF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8336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E02FF1-A470-1C35-ABD1-9994C85F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B4C0E57-A3A5-4F90-8514-1B92B089733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95C3BA-DCC9-E81A-84CC-61E84FC6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FCFFA6-09FF-443C-F776-91B504B9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D0F69-71AD-48AC-AA94-AA458FB1754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10368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E4D6A7-8958-4A0D-F874-2261A6A0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8553001-E6B0-4E4E-A757-DFABC99A9B3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EBB7D9-AD8D-44AC-EE55-D59B936C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E34593-6AB1-D60B-92DD-2058AD43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F8C01-2583-4B62-98A6-E14E0AC854E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076934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ED9445-CA48-FAA6-9D60-8A644295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235B4E2-E398-4E00-AAC6-02A707654A3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FC771C-ED7B-D0C4-6B7C-B796BBA5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5127D-53AB-1440-F024-92FECC60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61F96-B2CB-44F6-808A-3D7965DA30A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335620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 descr="shutterstock_33008366.png">
            <a:extLst>
              <a:ext uri="{FF2B5EF4-FFF2-40B4-BE49-F238E27FC236}">
                <a16:creationId xmlns:a16="http://schemas.microsoft.com/office/drawing/2014/main" id="{7E90FDD9-8A28-4F7A-E6D9-7676800191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522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7421"/>
            <a:ext cx="12240181" cy="1743953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4E5BE6-53F5-0629-F913-F65C5EFA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E7D078B9-0469-0E42-83F4-C5B068902C3D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28E719-52AF-5E80-4183-2BA7D61C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0822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9A4BAC-31A2-476D-5181-5B140F25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73B093-F339-1C44-B7C4-DE2B31CB71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A092FB-26F1-CA67-F1C0-A0E1C446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23734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7"/>
            <a:ext cx="12240181" cy="1615889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8358"/>
            <a:ext cx="12240181" cy="177973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534B-BBC3-FC63-4828-4B2F7CB5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215A2303-DDBE-3741-AD2F-3C1F4939E1C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D4FCDC-E7DC-5229-485F-093F9745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90160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91221"/>
            <a:ext cx="12960192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1D70DD-57E3-C19B-42D6-742255D8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1F5E3FE3-5FA2-2944-94CA-14CFFEAF67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26D3F-67EF-1A38-1DEA-435B67E1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8878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18526"/>
            <a:ext cx="9110134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2970561"/>
            <a:ext cx="6362595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3729538"/>
            <a:ext cx="6362595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7" y="2970561"/>
            <a:ext cx="6365094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7" y="3729538"/>
            <a:ext cx="6365094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BAC2D6-838F-6656-9886-5E14A230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F369A261-6B02-4542-8806-485DDEC1917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7E0B04-694E-CFBD-EDEB-66E58F20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01978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529507-E7B3-91D1-4A3A-88C5B27B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72D53C0E-826D-4746-9547-EE425C4E1065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75B562-1491-BB43-E2AE-10A6F048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73548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933F83B-3CBD-82AD-2269-9A1D87B68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6CA362A2-5279-7D41-8673-6FF8DA9CC5C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4B0B4D8-0243-D98F-9775-3D3B93F97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  <p:pic>
        <p:nvPicPr>
          <p:cNvPr id="4" name="Imagen 6">
            <a:extLst>
              <a:ext uri="{FF2B5EF4-FFF2-40B4-BE49-F238E27FC236}">
                <a16:creationId xmlns:a16="http://schemas.microsoft.com/office/drawing/2014/main" id="{7A8B1EE4-3A48-EBE1-22FC-A3268721E4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1C34EAB-C548-DE1D-A5AE-913B067F02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5524" y="481229"/>
            <a:ext cx="1620000" cy="11491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F432986-41BB-B004-29F4-7D200BB486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937" y="7600142"/>
            <a:ext cx="3310214" cy="47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952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9" y="2071655"/>
            <a:ext cx="4737571" cy="82112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2071654"/>
            <a:ext cx="8050119" cy="51960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9" y="3064538"/>
            <a:ext cx="4737571" cy="420319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30A713-B585-F378-E6DB-2D90E0C2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7F0E217-731C-0C41-8A0B-0B9413642C9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D06B3C-BAFE-EDD2-D4CC-DAFCDB09A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76874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5695158"/>
            <a:ext cx="8640128" cy="67234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20011" y="1826069"/>
            <a:ext cx="8640128" cy="3782458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Arrastre la imagen al marcador de posición o haga clic en el icono para agregar</a:t>
            </a:r>
            <a:endParaRPr lang="es-MX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1" y="6367505"/>
            <a:ext cx="8640128" cy="954841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1163E3-1E9E-C7E5-B39B-2FCA5535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29676F-C210-FC43-8541-F3BC7CC6118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097EFB-35F5-DB03-05E6-09D20B65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510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81805"/>
            <a:ext cx="12960192" cy="1355990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04539-30A7-72D1-E2F3-ABA509AE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B98CC18-F67D-064E-9A24-E8BB0B57A8D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56D72-BD35-C5B0-2F2B-F31AD063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11950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1838125"/>
            <a:ext cx="3240048" cy="5429609"/>
          </a:xfrm>
        </p:spPr>
        <p:txBody>
          <a:bodyPr vert="eaVert"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5818"/>
            <a:ext cx="9480140" cy="6941914"/>
          </a:xfrm>
        </p:spPr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0472A-986A-0F11-62F9-993C8831E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CD260C81-6DBA-4D4B-A46A-D57B654F7CEE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036CD8-136D-777E-1938-E93CC887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49585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829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3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799958-3519-9999-CD54-6561D872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D1FFC10-B0CD-4C28-A8C6-174856D5B90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05DA0D-0870-C95E-AD47-37821FB8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89D0CE-B453-0FE4-31E7-E51D6558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6390D-0C75-4C70-865C-C08A3D470D7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977487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C36A6E-EECA-18DC-C046-60C9A10A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9C4EA83-247C-4D63-8FC9-0936413C13A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8785A-F9FE-54F2-6FE0-EC33D073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8A7DD9-C502-3F09-5449-DF605FE4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FBBB0-A835-412E-907C-33D472F1E08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1136962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3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C057F4-9C51-42D8-B64E-D7712C77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088FA6F-5E4D-4B35-8612-35194339904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09E36-5A4B-0020-6F84-E274335F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C6C9F9-F6ED-4563-D8EA-1ACBFB25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519BE-1D49-4939-BD39-A2611F7E400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0727975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E29A22-1F75-458E-58EE-F31F96E8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773BDDBB-C47E-46DF-912E-C64B6E497D8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342E14-FF2C-F3B1-51A0-CBEBC189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8EAEAA-F8C5-0ABF-B9D2-570251DF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B17B8-FB41-46D4-A1B5-CEB275B5E5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50036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3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1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1" y="2581403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0859C2-3C46-2F91-EB62-07100F552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A7D1DCA-DA21-457D-B85E-B7FEF463140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35287B-8447-8E55-5714-9DCCE41F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DCEF7F-2432-3F5B-C26A-7749C440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D5F13-1A59-414E-A603-8FDCAE62B80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241154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2D53C6E-4788-D0BF-1287-98A4D2C0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D4336BA-23FB-4205-AA93-A6FD0DBC1B7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BC9B93E-BC61-E524-CE42-FC36796E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3F9246-885B-59C4-B412-23E8949B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DC0EF-EFE7-43A2-AF83-EF09381410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174420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514192-9D90-DB6F-92BC-8F6B54D9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1BC10C1-C3AC-44AC-8BB0-ECB4C86F5C4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3A5F90A-46E9-AA8B-75BE-AAC298F5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55656E-E357-C040-8732-EF36E6BC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8280C-946A-4698-B6C8-9039CA3E28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051675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5B3E7035-DDC1-B7B9-1127-B1A769C945D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90F068D3-97FF-6BF1-0361-FFB9A0692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EBF59C88-0BF3-55DF-38BE-4EF46385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46B9E6-3DF7-4B71-959A-0F8E4EEA4B0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785D26AB-F3D6-F6B0-6CFA-08A5C24D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3B28B17A-C002-CCC8-AA83-278FFE46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F4D10-6ACA-4A4F-BA83-67EAC3B4B7C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951149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3" y="323934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5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3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975F7D-7818-7EF7-1D91-FE3F5B79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6AF17E4-F2FC-43E4-9BD3-846122AC4C3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EAB0CE-DF26-5980-19F4-3C6DE546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ED9573-2255-6509-2EE3-13E66AFD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0A7AB-76F8-48CA-B90F-D5B4BBC81C7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88919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953404-6703-8BF8-004C-BD562E0C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20654DC-2A96-4BDB-8A17-A1E2C042823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7748B6-4597-F69B-F1A9-555286E9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9B0376-3B92-E5E6-98A1-325A77E1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EF5C5-6F16-40E0-91F3-F13BE6BC56F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01871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FFBCF0-3D34-F3C2-C4D9-08CF3619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5B16916-BB83-459C-974D-2FC84FB31DB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5B2A6-5C59-0FDC-6F17-FDB2F345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4685B1-37E4-ED5D-9E1C-C0366089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D394A-6EEF-4608-BC76-9ECE30AE617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586051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4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4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075EA-BCBA-448E-8727-090737D5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17BD9B4-4204-4EC7-BEB1-39D0311782A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8B08DF-D0BF-3F85-27C4-61E2F94F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3C7931-88EB-B299-6641-C2E2D13D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F1929-5B10-4608-85D9-A73E199B55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394121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F0A89CF4-9D13-B7FF-5478-3B8B7D8F00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61747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82EBDE-8553-F9FD-B193-921E3191C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949CEA3-58E7-4CAB-AEB2-131FAC8BDDB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387BE5-2061-E7B5-8F40-1C0C1B48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8D0C7B-A329-5F92-F961-6E051AEC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D9154-6334-4F65-82A8-8478F32D268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87994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42EA61-E526-36C8-A1DA-FF931B8E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A719848-366F-40F1-B5A5-59F57A616FA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440E5-03C7-3E66-064F-F96C83B1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379AF3-45DA-0820-B8CF-9654D257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74DD5-22AB-4786-848E-74373348739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5501736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200B6-0123-38F5-AEFC-093644DD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55A7D9A4-8561-4A6C-B58D-513DC56CEC6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231F09-D285-557F-D6A8-272ACB98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7D5E0-FFAB-9761-F2BC-80D72A5A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FE61C-8024-42E3-A5E1-413A96CB12F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8416570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DFAB2C-84C1-BBE6-81DD-BC98DA91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0512DF7-D815-42AE-BE86-DDFA419856E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C2C11B-5BAC-AACF-05C9-A0E55C92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A92555-B269-1DB2-6312-8CA0C3FE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FE5CA-4AA7-4EAD-857D-A82BB354B51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82996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2F7934-4FCF-9576-6149-BC4F2A53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1D22C19-0F37-450C-BF64-7C0A1F89085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13E416B-232A-0082-6912-76EDD58E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9C9D48-D846-5F75-F412-8A46099A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3F362-41A3-46DA-A4B4-3CE932AB501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469142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4892C1-C713-6AC4-63AD-EBC5FE90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6370CAE-E20E-4CD4-994B-3229E8B5CCD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21D036-792A-A4CC-1FA6-3D267834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2ED5CD-7167-2524-DA60-E6D71EF2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6F0A6-BC9F-44EF-9EE3-53F2A2FE3F8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35064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1568FD-B6C3-575D-2993-998BEBA0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E2F1CDC-8259-4284-8CEC-DFFB818B70E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D1A9BD-03C3-15C3-4FB3-34F7215D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7F492C-B7D6-F542-E7D4-A895D41E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F8C16-12F1-4B54-BB9D-76C901F2EE4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0294425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1CFF3331-2EC8-6572-A169-1230D3E5036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5E5CD2F1-222B-1AA6-41D7-59ADC06B63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F2AFB3F6-C91B-6183-8EFF-3D671505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52FBE94-5F03-4999-8227-A63AC8E9D49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1A3C809B-8F5F-F686-72C3-14250504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9B5CD086-3099-2768-6D3A-304D91D2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AAB20-58F5-4E23-AA20-359C503250A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7011002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CB627C-34EE-017E-5EF1-EF4171FB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E8D5E3E-5ADC-40CD-B56D-B3D4EECF93E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84C0A2-2ADD-803C-4B29-E534215E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591CE9-0862-C7A4-071F-E5D1EF7F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FB9D-0E5B-42B3-9332-3F1037752AD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882225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959635-277F-04A4-F95D-12707631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89406E0-8FF3-4BF7-B6E7-88F90E9DDE5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B5B216-5534-513C-9F9A-971B00F5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20244-F23D-1B3C-2094-C7575C14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E93C3-9303-4653-A7EB-D75648AF9527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2226171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F5609E-16F8-18D2-8396-41D7480F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8331E4E-4420-4386-84DE-10258B33301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8C011C-5BEB-32A7-DBF7-EADF22D0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DC5B5D-BDFA-D1F5-5963-9092F395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1ADF2E-81B1-4832-8467-BB343F9E2D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2099629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3E74C1-3378-504C-D9C4-E283056C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7B73F83-486F-4850-B5F2-37D5998B500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56CD3-E742-1BF4-4BE0-25ACE5C1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7FA28D-5C8D-7417-32A1-FFC6C257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3E516-5944-4507-83EE-32229639C8B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670213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FCA0E2F-5F1B-2338-8B81-21A52CC7B8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02360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C98FC0-1DC4-6C14-2355-4A3B23C0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A6E741B-19BE-4E12-8E19-6B3DE23FA9A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6A402D-D69A-DBF7-5BA7-18E758998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79E57E-77C8-FD86-F788-80E4DF64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E5EAA-A7AC-41E6-8EC4-5D71B19A05D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6410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6E659A-F1B0-EA0A-B4E4-A196898B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9E7DABE-86AF-477B-9AF2-FF451B01791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7225A7-6B89-024E-9CED-AB4D8B0C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AF99DF-5AA7-49CA-1890-FF914C83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1F091-2089-4C8D-B58F-E08C4C68395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1968715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F0DB89-67B7-3610-965C-8534FFD2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530DC6F-E708-48A7-9AC8-474A9378B98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51B00C-45D9-4AF4-1195-8432E42A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CB388D-D93A-13F0-F895-B6A5BECA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30376-C7B5-4E35-973C-05D49D18B17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5219899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A3B552-6CE0-ACB5-1CF0-BB0F0935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1792FA-4BB7-404D-9B8C-E0C38904374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534C2B-C179-58FF-07F0-B494B697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667FE9-8D93-AA99-2D11-12FBE542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F55A4-6BC6-4436-A087-DDE19A5AD17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196012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2C6FD7-B466-5400-99C2-D6C13C19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E0FC2BC-4500-4001-B99F-C9141229337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86CC60B-C7CB-5AFF-CAF6-3739571B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B145FE-DCB3-20BD-2702-D4E0856C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6471D-8F9D-464B-906A-5063215A41C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0856445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8AB050-7EA4-5764-7FD6-4E60E930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12CC54D-B1AC-4D0F-BB58-96A2A86C26D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881F04-E8B1-4CDA-7837-98DA8B3C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F207D-C42C-7DED-E724-61F7DE1A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7411F-BEBC-4BF4-8CAE-052605414F8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432178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494CD4-3E5A-B9B9-B3EC-386872A1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CE5AD6F-CDEA-44FA-8203-61F8999C637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74173B-C217-BB4D-E2F3-D5535B65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28B7D-EBFF-8F36-FF18-55E23000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035B2-D918-4CEC-B04E-EBDD7474843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0408095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888A6E65-AB1E-263D-CE55-97B0081FC1CB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D3494E5D-0A20-B0CF-C504-0739300087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59" descr="Upax_Research.png">
            <a:extLst>
              <a:ext uri="{FF2B5EF4-FFF2-40B4-BE49-F238E27FC236}">
                <a16:creationId xmlns:a16="http://schemas.microsoft.com/office/drawing/2014/main" id="{0A988584-FAB6-C048-3931-8330CF4FDA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78" y="7648159"/>
            <a:ext cx="2109406" cy="42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9AA11556-D91E-1B5B-6193-9E91357C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330D998-F5AF-426B-9C66-491C5D9D3FA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EC7063DA-7714-2B8C-5BA9-BF1724CF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12794080-1EC2-DEE2-40D9-52F21E33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0CA47-4315-4FD0-B30C-9DAB70F661B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62138824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D598CC-CC9C-B693-76FA-B4FE53E9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6372D7-148E-44B6-82F6-B8E4B578F64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A2B6AA-A1A0-C15E-599E-E5410E490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76309-1BCA-B603-DB2C-4B2088D1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E4E596-17CB-4C8A-B2F0-859D5EE36C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21347006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40CCDE-5E21-DE71-2B9F-98204318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E309C39-CAD0-40EB-8E7D-D5A9262F62C2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07685C-E9CD-47A1-E6AB-FA32F51A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9ED74B-331F-76A8-5F6C-C28FBB89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C5166-DC9F-4C98-86E1-1A04D3C12AA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9186210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8415D4-31D8-C675-AAB6-55CAAB6F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9AA56FE-90E8-47C3-89C8-5F7D8DFD9CD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95E739-570F-F2B8-FBF2-EE31070F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FCFE34-2C9E-D419-1333-2368C12F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93422-A862-4CD2-A75F-4B2758F8848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1598232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94A7A8-D5FD-70C1-442F-064AD9FE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6F12F0E-669D-4BE1-A9BF-0E11F275B46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D6DA92-9870-4B86-F0C3-51CFD944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DD39F7-E919-DC9D-6373-BF2C060C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13D46-E7FB-4A95-A690-2245DF14B6F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0902176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4052728-8499-C6FF-FF7B-20ECE0E5D8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471917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56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8D50B893-063B-02EE-FDD1-3FE5AE76788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4C227B35-5924-2901-229D-6F2D21D7A3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37C74-6949-8EEA-C167-708BB23C1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821FFFBF-D5A6-4D1C-87AD-3447D52A078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02C3D3-DF41-9088-F941-097E7DE2A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F90E63-2D1F-BB8C-2C69-19A533CEB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50FB85B6-3B94-4BD5-A986-26F6EC71CB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3417" r:id="rId1"/>
    <p:sldLayoutId id="2147493418" r:id="rId2"/>
    <p:sldLayoutId id="2147493419" r:id="rId3"/>
    <p:sldLayoutId id="2147493420" r:id="rId4"/>
    <p:sldLayoutId id="2147493421" r:id="rId5"/>
    <p:sldLayoutId id="2147493422" r:id="rId6"/>
    <p:sldLayoutId id="2147493423" r:id="rId7"/>
    <p:sldLayoutId id="2147493482" r:id="rId8"/>
    <p:sldLayoutId id="2147493424" r:id="rId9"/>
    <p:sldLayoutId id="2147493425" r:id="rId10"/>
    <p:sldLayoutId id="2147493426" r:id="rId11"/>
    <p:sldLayoutId id="2147493427" r:id="rId12"/>
    <p:sldLayoutId id="2147493428" r:id="rId13"/>
    <p:sldLayoutId id="2147493429" r:id="rId14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Marcador de título 1">
            <a:extLst>
              <a:ext uri="{FF2B5EF4-FFF2-40B4-BE49-F238E27FC236}">
                <a16:creationId xmlns:a16="http://schemas.microsoft.com/office/drawing/2014/main" id="{993E0006-044F-98C4-3C89-0D203755AB7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1681804"/>
            <a:ext cx="13239571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Clic para editar título</a:t>
            </a:r>
            <a:endParaRPr lang="es-MX" altLang="es-MX"/>
          </a:p>
        </p:txBody>
      </p:sp>
      <p:sp>
        <p:nvSpPr>
          <p:cNvPr id="2051" name="Marcador de texto 2">
            <a:extLst>
              <a:ext uri="{FF2B5EF4-FFF2-40B4-BE49-F238E27FC236}">
                <a16:creationId xmlns:a16="http://schemas.microsoft.com/office/drawing/2014/main" id="{C7048B2B-A834-CEB9-FF95-1B11E6C484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3084877"/>
            <a:ext cx="12960192" cy="418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Haga clic para modificar el estilo de texto del patrón</a:t>
            </a:r>
          </a:p>
          <a:p>
            <a:pPr lvl="1"/>
            <a:r>
              <a:rPr lang="en-US" altLang="es-MX"/>
              <a:t>Segundo nivel</a:t>
            </a:r>
          </a:p>
          <a:p>
            <a:pPr lvl="2"/>
            <a:r>
              <a:rPr lang="en-US" altLang="es-MX"/>
              <a:t>Tercer nivel</a:t>
            </a:r>
          </a:p>
          <a:p>
            <a:pPr lvl="3"/>
            <a:r>
              <a:rPr lang="en-US" altLang="es-MX"/>
              <a:t>Cuarto nivel</a:t>
            </a:r>
          </a:p>
          <a:p>
            <a:pPr lvl="4"/>
            <a:r>
              <a:rPr lang="en-US" altLang="es-MX"/>
              <a:t>Quinto nivel</a:t>
            </a:r>
            <a:endParaRPr lang="es-MX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AC07B7-3870-4F25-C5B4-99956B3A5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fld id="{FE014A23-4D4C-444E-BD6F-C0C98CD6CBC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BABCE0-7A55-871E-B9C6-9DC2FCABD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endParaRPr lang="es-MX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93430" r:id="rId1"/>
    <p:sldLayoutId id="2147493431" r:id="rId2"/>
    <p:sldLayoutId id="2147493432" r:id="rId3"/>
    <p:sldLayoutId id="2147493433" r:id="rId4"/>
    <p:sldLayoutId id="2147493434" r:id="rId5"/>
    <p:sldLayoutId id="2147493435" r:id="rId6"/>
    <p:sldLayoutId id="2147493436" r:id="rId7"/>
    <p:sldLayoutId id="2147493437" r:id="rId8"/>
    <p:sldLayoutId id="2147493438" r:id="rId9"/>
    <p:sldLayoutId id="2147493439" r:id="rId10"/>
    <p:sldLayoutId id="2147493440" r:id="rId11"/>
    <p:sldLayoutId id="2147493441" r:id="rId12"/>
  </p:sldLayoutIdLst>
  <p:hf hdr="0" ftr="0" dt="0"/>
  <p:txStyles>
    <p:titleStyle>
      <a:lvl1pPr algn="l" defTabSz="608013" rtl="0" eaLnBrk="0" fontAlgn="base" hangingPunct="0">
        <a:spcBef>
          <a:spcPct val="0"/>
        </a:spcBef>
        <a:spcAft>
          <a:spcPct val="0"/>
        </a:spcAft>
        <a:defRPr sz="5800" b="1" kern="1200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1pPr>
      <a:lvl2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2pPr>
      <a:lvl3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3pPr>
      <a:lvl4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4pPr>
      <a:lvl5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5pPr>
      <a:lvl6pPr marL="4572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6pPr>
      <a:lvl7pPr marL="9144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7pPr>
      <a:lvl8pPr marL="13716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8pPr>
      <a:lvl9pPr marL="18288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título 1">
            <a:extLst>
              <a:ext uri="{FF2B5EF4-FFF2-40B4-BE49-F238E27FC236}">
                <a16:creationId xmlns:a16="http://schemas.microsoft.com/office/drawing/2014/main" id="{23F67CC4-5117-BB32-7E0B-CDC6DBB2837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3075" name="Marcador de texto 2">
            <a:extLst>
              <a:ext uri="{FF2B5EF4-FFF2-40B4-BE49-F238E27FC236}">
                <a16:creationId xmlns:a16="http://schemas.microsoft.com/office/drawing/2014/main" id="{EA305510-5E28-B755-3676-BEE42E0B9E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7996-0FA4-7D42-0385-A045ADE48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7B90BB1-49A9-489E-8560-E987CF71BB3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76E37-127F-14D4-9A83-F416B5347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873CAC-2CD3-1278-E08A-4CDE99E0F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127126C-84D4-4E1B-BBC3-875546CBBA6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3079" name="Picture 1">
            <a:extLst>
              <a:ext uri="{FF2B5EF4-FFF2-40B4-BE49-F238E27FC236}">
                <a16:creationId xmlns:a16="http://schemas.microsoft.com/office/drawing/2014/main" id="{55972C32-8024-B2D7-5ADA-D1EED95549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42" r:id="rId1"/>
    <p:sldLayoutId id="2147493443" r:id="rId2"/>
    <p:sldLayoutId id="2147493444" r:id="rId3"/>
    <p:sldLayoutId id="2147493445" r:id="rId4"/>
    <p:sldLayoutId id="2147493446" r:id="rId5"/>
    <p:sldLayoutId id="2147493447" r:id="rId6"/>
    <p:sldLayoutId id="2147493448" r:id="rId7"/>
    <p:sldLayoutId id="2147493449" r:id="rId8"/>
    <p:sldLayoutId id="2147493450" r:id="rId9"/>
    <p:sldLayoutId id="2147493451" r:id="rId10"/>
    <p:sldLayoutId id="2147493452" r:id="rId11"/>
    <p:sldLayoutId id="2147493453" r:id="rId12"/>
    <p:sldLayoutId id="2147493454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título 1">
            <a:extLst>
              <a:ext uri="{FF2B5EF4-FFF2-40B4-BE49-F238E27FC236}">
                <a16:creationId xmlns:a16="http://schemas.microsoft.com/office/drawing/2014/main" id="{A040FC7B-F099-E337-D7B0-68FA0674CD7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4099" name="Marcador de texto 2">
            <a:extLst>
              <a:ext uri="{FF2B5EF4-FFF2-40B4-BE49-F238E27FC236}">
                <a16:creationId xmlns:a16="http://schemas.microsoft.com/office/drawing/2014/main" id="{1F0BC2A4-421D-F74F-6BED-82F791C6DE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BE9EDC-E960-95C6-EC7C-EF139564F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AC37CED1-DD78-49D5-9BE5-E26F4B12741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FA085B-BF7A-4CBA-365E-6D2AF5BB8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AED7D-FC2F-74F1-E131-B9425FE20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B72EBBDD-01A0-4848-91C6-2A0595F87FB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4103" name="Picture 1">
            <a:extLst>
              <a:ext uri="{FF2B5EF4-FFF2-40B4-BE49-F238E27FC236}">
                <a16:creationId xmlns:a16="http://schemas.microsoft.com/office/drawing/2014/main" id="{897EEEC2-31EE-7E89-D5BE-2DC7A79F82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55" r:id="rId1"/>
    <p:sldLayoutId id="2147493456" r:id="rId2"/>
    <p:sldLayoutId id="2147493457" r:id="rId3"/>
    <p:sldLayoutId id="2147493458" r:id="rId4"/>
    <p:sldLayoutId id="2147493459" r:id="rId5"/>
    <p:sldLayoutId id="2147493460" r:id="rId6"/>
    <p:sldLayoutId id="2147493461" r:id="rId7"/>
    <p:sldLayoutId id="2147493462" r:id="rId8"/>
    <p:sldLayoutId id="2147493463" r:id="rId9"/>
    <p:sldLayoutId id="2147493464" r:id="rId10"/>
    <p:sldLayoutId id="2147493465" r:id="rId11"/>
    <p:sldLayoutId id="2147493466" r:id="rId12"/>
    <p:sldLayoutId id="2147493467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título 1">
            <a:extLst>
              <a:ext uri="{FF2B5EF4-FFF2-40B4-BE49-F238E27FC236}">
                <a16:creationId xmlns:a16="http://schemas.microsoft.com/office/drawing/2014/main" id="{6616B0CF-80DA-9725-BD33-9348DEF160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5123" name="Marcador de texto 2">
            <a:extLst>
              <a:ext uri="{FF2B5EF4-FFF2-40B4-BE49-F238E27FC236}">
                <a16:creationId xmlns:a16="http://schemas.microsoft.com/office/drawing/2014/main" id="{5A13E742-8361-4548-306B-6E4E71E895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E53F7-2A98-9AB5-8B48-FE9107475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A993614-2A11-462D-900A-2D49DC031A1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4BE3D0-5687-59B7-443F-3ED61646F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0E13D1-71D2-8DA8-D1C6-8C9554B9E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B5B0C6A-DA63-47CA-8B1A-1D978E5A623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5127" name="Picture 1">
            <a:extLst>
              <a:ext uri="{FF2B5EF4-FFF2-40B4-BE49-F238E27FC236}">
                <a16:creationId xmlns:a16="http://schemas.microsoft.com/office/drawing/2014/main" id="{D67D6504-9003-8CC6-67DB-876E8E975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68" r:id="rId1"/>
    <p:sldLayoutId id="2147493469" r:id="rId2"/>
    <p:sldLayoutId id="2147493470" r:id="rId3"/>
    <p:sldLayoutId id="2147493471" r:id="rId4"/>
    <p:sldLayoutId id="2147493472" r:id="rId5"/>
    <p:sldLayoutId id="2147493473" r:id="rId6"/>
    <p:sldLayoutId id="2147493474" r:id="rId7"/>
    <p:sldLayoutId id="2147493475" r:id="rId8"/>
    <p:sldLayoutId id="2147493476" r:id="rId9"/>
    <p:sldLayoutId id="2147493477" r:id="rId10"/>
    <p:sldLayoutId id="2147493478" r:id="rId11"/>
    <p:sldLayoutId id="2147493479" r:id="rId12"/>
    <p:sldLayoutId id="2147493480" r:id="rId13"/>
    <p:sldLayoutId id="2147493481" r:id="rId14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3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slide" Target="slide6.xml"/><Relationship Id="rId5" Type="http://schemas.openxmlformats.org/officeDocument/2006/relationships/chart" Target="../charts/char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slide" Target="slide4.xml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2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4" name="Grupo 4">
            <a:extLst>
              <a:ext uri="{FF2B5EF4-FFF2-40B4-BE49-F238E27FC236}">
                <a16:creationId xmlns:a16="http://schemas.microsoft.com/office/drawing/2014/main" id="{92F2D423-1638-6D0C-A2B9-CEAEE5243613}"/>
              </a:ext>
            </a:extLst>
          </p:cNvPr>
          <p:cNvGrpSpPr>
            <a:grpSpLocks/>
          </p:cNvGrpSpPr>
          <p:nvPr/>
        </p:nvGrpSpPr>
        <p:grpSpPr bwMode="auto">
          <a:xfrm>
            <a:off x="811969" y="2474861"/>
            <a:ext cx="6462593" cy="2691060"/>
            <a:chOff x="365717" y="1997919"/>
            <a:chExt cx="6461742" cy="2692644"/>
          </a:xfrm>
        </p:grpSpPr>
        <p:sp>
          <p:nvSpPr>
            <p:cNvPr id="14" name="CuadroTexto 8">
              <a:extLst>
                <a:ext uri="{FF2B5EF4-FFF2-40B4-BE49-F238E27FC236}">
                  <a16:creationId xmlns:a16="http://schemas.microsoft.com/office/drawing/2014/main" id="{5A178F20-F16C-185C-8ECC-369200113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17" y="1997919"/>
              <a:ext cx="5831527" cy="1139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36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IPN COLABORADORES </a:t>
              </a:r>
              <a:r>
                <a:rPr lang="es-MX" altLang="es-MX" sz="32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RESULTADOS</a:t>
              </a:r>
            </a:p>
          </p:txBody>
        </p:sp>
        <p:sp>
          <p:nvSpPr>
            <p:cNvPr id="15" name="CuadroTexto 9">
              <a:extLst>
                <a:ext uri="{FF2B5EF4-FFF2-40B4-BE49-F238E27FC236}">
                  <a16:creationId xmlns:a16="http://schemas.microsoft.com/office/drawing/2014/main" id="{C5E266F8-E872-C71A-0945-827C0F09C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362" y="3506713"/>
              <a:ext cx="4778105" cy="646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3600" b="1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DESPACHOS</a:t>
              </a:r>
            </a:p>
          </p:txBody>
        </p:sp>
        <p:sp>
          <p:nvSpPr>
            <p:cNvPr id="18" name="CuadroTexto 12">
              <a:extLst>
                <a:ext uri="{FF2B5EF4-FFF2-40B4-BE49-F238E27FC236}">
                  <a16:creationId xmlns:a16="http://schemas.microsoft.com/office/drawing/2014/main" id="{4E3636FA-93BF-3F08-B0C8-2FAEB0872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0025" y="4167035"/>
              <a:ext cx="3917434" cy="52352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2800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1Q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955393F8-544E-D241-2522-138CC6125D36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13" name="Imagen 28">
              <a:extLst>
                <a:ext uri="{FF2B5EF4-FFF2-40B4-BE49-F238E27FC236}">
                  <a16:creationId xmlns:a16="http://schemas.microsoft.com/office/drawing/2014/main" id="{EAA8E8E6-66F5-A922-C2F1-3D7F6F802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ítulo 2">
              <a:extLst>
                <a:ext uri="{FF2B5EF4-FFF2-40B4-BE49-F238E27FC236}">
                  <a16:creationId xmlns:a16="http://schemas.microsoft.com/office/drawing/2014/main" id="{92BCAEC9-F1C1-FD6D-65B9-99F132143B1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Metodología</a:t>
              </a:r>
            </a:p>
          </p:txBody>
        </p:sp>
        <p:pic>
          <p:nvPicPr>
            <p:cNvPr id="15" name="Imagen 4">
              <a:extLst>
                <a:ext uri="{FF2B5EF4-FFF2-40B4-BE49-F238E27FC236}">
                  <a16:creationId xmlns:a16="http://schemas.microsoft.com/office/drawing/2014/main" id="{E75685E6-3597-B9A2-2AC1-0E7417D3BB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946" y="206219"/>
              <a:ext cx="749300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" name="CuadroTexto 28">
            <a:extLst>
              <a:ext uri="{FF2B5EF4-FFF2-40B4-BE49-F238E27FC236}">
                <a16:creationId xmlns:a16="http://schemas.microsoft.com/office/drawing/2014/main" id="{A9FAE9C9-2CC8-D144-2CC7-8A3D077B1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DB9EC7A3-FD7B-DFA2-87C9-0E46EDACF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611947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Despachos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7,074 respondieron la encuesta (86.4% de participación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pic>
        <p:nvPicPr>
          <p:cNvPr id="18" name="Imagen 21">
            <a:extLst>
              <a:ext uri="{FF2B5EF4-FFF2-40B4-BE49-F238E27FC236}">
                <a16:creationId xmlns:a16="http://schemas.microsoft.com/office/drawing/2014/main" id="{9EE99038-73BE-39B1-B991-F0084941C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n 6">
            <a:extLst>
              <a:ext uri="{FF2B5EF4-FFF2-40B4-BE49-F238E27FC236}">
                <a16:creationId xmlns:a16="http://schemas.microsoft.com/office/drawing/2014/main" id="{A9466A0C-967A-68B7-774F-EBD352F3C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Imagen 3">
            <a:extLst>
              <a:ext uri="{FF2B5EF4-FFF2-40B4-BE49-F238E27FC236}">
                <a16:creationId xmlns:a16="http://schemas.microsoft.com/office/drawing/2014/main" id="{FB930E41-1863-A7A2-5EF9-3F559624576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280" y="2966243"/>
            <a:ext cx="4714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325C83DA-D950-E4D3-07B0-76C17351A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191542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23" name="Grupo 22">
            <a:extLst>
              <a:ext uri="{FF2B5EF4-FFF2-40B4-BE49-F238E27FC236}">
                <a16:creationId xmlns:a16="http://schemas.microsoft.com/office/drawing/2014/main" id="{5AE4893F-8128-655F-3160-394FD08EDE9B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24" name="CuadroTexto 20">
              <a:extLst>
                <a:ext uri="{FF2B5EF4-FFF2-40B4-BE49-F238E27FC236}">
                  <a16:creationId xmlns:a16="http://schemas.microsoft.com/office/drawing/2014/main" id="{50A6A3A3-2ADB-13AB-B0AD-6A2B03F44E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25" name="Rectángulo 6">
              <a:extLst>
                <a:ext uri="{FF2B5EF4-FFF2-40B4-BE49-F238E27FC236}">
                  <a16:creationId xmlns:a16="http://schemas.microsoft.com/office/drawing/2014/main" id="{828030A4-6A15-275E-84AC-0AE87EC93783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26" name="Object 16">
              <a:extLst>
                <a:ext uri="{FF2B5EF4-FFF2-40B4-BE49-F238E27FC236}">
                  <a16:creationId xmlns:a16="http://schemas.microsoft.com/office/drawing/2014/main" id="{B8714DDA-952D-5DFA-7018-16C4B66B1FA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06814046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194412" imgH="701101" progId="">
                    <p:embed/>
                  </p:oleObj>
                </mc:Choice>
                <mc:Fallback>
                  <p:oleObj r:id="rId7" imgW="4194412" imgH="701101" progId="">
                    <p:embed/>
                    <p:pic>
                      <p:nvPicPr>
                        <p:cNvPr id="49" name="Object 16">
                          <a:extLst>
                            <a:ext uri="{FF2B5EF4-FFF2-40B4-BE49-F238E27FC236}">
                              <a16:creationId xmlns:a16="http://schemas.microsoft.com/office/drawing/2014/main" id="{E3AA6CBA-8051-960A-024F-BA6A531C71B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CuadroTexto 20">
              <a:extLst>
                <a:ext uri="{FF2B5EF4-FFF2-40B4-BE49-F238E27FC236}">
                  <a16:creationId xmlns:a16="http://schemas.microsoft.com/office/drawing/2014/main" id="{CB2B7091-7A9C-74CD-2D77-C800F2033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28" name="CuadroTexto 20">
              <a:extLst>
                <a:ext uri="{FF2B5EF4-FFF2-40B4-BE49-F238E27FC236}">
                  <a16:creationId xmlns:a16="http://schemas.microsoft.com/office/drawing/2014/main" id="{8631BFE6-20DD-2EC3-7A2B-F860BEC4D8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0FA380D4-D223-3515-89FD-F88AFE480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515060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8">
            <a:extLst>
              <a:ext uri="{FF2B5EF4-FFF2-40B4-BE49-F238E27FC236}">
                <a16:creationId xmlns:a16="http://schemas.microsoft.com/office/drawing/2014/main" id="{E205D456-A67A-811C-4B46-6017093B9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3283139"/>
            <a:ext cx="473535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GENERALES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adroTexto 28">
            <a:extLst>
              <a:ext uri="{FF2B5EF4-FFF2-40B4-BE49-F238E27FC236}">
                <a16:creationId xmlns:a16="http://schemas.microsoft.com/office/drawing/2014/main" id="{304B6925-E9C7-5AEF-5078-D4620A241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52" name="25 CuadroTexto">
            <a:extLst>
              <a:ext uri="{FF2B5EF4-FFF2-40B4-BE49-F238E27FC236}">
                <a16:creationId xmlns:a16="http://schemas.microsoft.com/office/drawing/2014/main" id="{FA0A8499-B45D-90AA-C9D7-A09FE2C706C7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sp>
        <p:nvSpPr>
          <p:cNvPr id="23" name="89 CuadroTexto">
            <a:extLst>
              <a:ext uri="{FF2B5EF4-FFF2-40B4-BE49-F238E27FC236}">
                <a16:creationId xmlns:a16="http://schemas.microsoft.com/office/drawing/2014/main" id="{945D0D16-7873-809C-800D-B9D3D8DEB559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A2143FF-23EF-B593-EF1E-52D03691EA8C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6" name="Imagen 28">
              <a:extLst>
                <a:ext uri="{FF2B5EF4-FFF2-40B4-BE49-F238E27FC236}">
                  <a16:creationId xmlns:a16="http://schemas.microsoft.com/office/drawing/2014/main" id="{410D9708-064E-0F08-C6B9-DD9116650C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ítulo 2">
              <a:extLst>
                <a:ext uri="{FF2B5EF4-FFF2-40B4-BE49-F238E27FC236}">
                  <a16:creationId xmlns:a16="http://schemas.microsoft.com/office/drawing/2014/main" id="{1988B897-92DD-4F1B-6A9F-8FAA5BC67B1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Grupo Salinas 1Q 2026</a:t>
              </a:r>
            </a:p>
          </p:txBody>
        </p:sp>
        <p:pic>
          <p:nvPicPr>
            <p:cNvPr id="13" name="Imagen 3">
              <a:extLst>
                <a:ext uri="{FF2B5EF4-FFF2-40B4-BE49-F238E27FC236}">
                  <a16:creationId xmlns:a16="http://schemas.microsoft.com/office/drawing/2014/main" id="{DDF22577-DDFF-5BA7-0C8C-DF17F91B93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" name="Agrupar 49">
            <a:extLst>
              <a:ext uri="{FF2B5EF4-FFF2-40B4-BE49-F238E27FC236}">
                <a16:creationId xmlns:a16="http://schemas.microsoft.com/office/drawing/2014/main" id="{096EABE4-0D9B-D771-8305-0150530121F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7" name="CuadroTexto 33">
              <a:extLst>
                <a:ext uri="{FF2B5EF4-FFF2-40B4-BE49-F238E27FC236}">
                  <a16:creationId xmlns:a16="http://schemas.microsoft.com/office/drawing/2014/main" id="{E9C7DCDC-4946-532F-3988-D0470EC43E08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8" name="CuadroTexto 34">
              <a:extLst>
                <a:ext uri="{FF2B5EF4-FFF2-40B4-BE49-F238E27FC236}">
                  <a16:creationId xmlns:a16="http://schemas.microsoft.com/office/drawing/2014/main" id="{9FA1DF7E-AF9C-549F-7315-8A1AFD5EDF87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9" name="CuadroTexto 35">
              <a:extLst>
                <a:ext uri="{FF2B5EF4-FFF2-40B4-BE49-F238E27FC236}">
                  <a16:creationId xmlns:a16="http://schemas.microsoft.com/office/drawing/2014/main" id="{9730D76F-37ED-25AA-F6BE-57CADE48DB6D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0" name="83 Rectángulo">
              <a:extLst>
                <a:ext uri="{FF2B5EF4-FFF2-40B4-BE49-F238E27FC236}">
                  <a16:creationId xmlns:a16="http://schemas.microsoft.com/office/drawing/2014/main" id="{6451CD3F-608D-5310-D844-5E01959830D6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2" name="84 Rectángulo">
              <a:extLst>
                <a:ext uri="{FF2B5EF4-FFF2-40B4-BE49-F238E27FC236}">
                  <a16:creationId xmlns:a16="http://schemas.microsoft.com/office/drawing/2014/main" id="{B8C8C5A9-C5C9-001A-DC59-D6632694DC65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3" name="17 Rectángulo">
              <a:extLst>
                <a:ext uri="{FF2B5EF4-FFF2-40B4-BE49-F238E27FC236}">
                  <a16:creationId xmlns:a16="http://schemas.microsoft.com/office/drawing/2014/main" id="{F0141860-27FE-BA2A-1E88-2D0F37B193CA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graphicFrame>
        <p:nvGraphicFramePr>
          <p:cNvPr id="35" name="Tabla_ANTERIO_SL">
            <a:extLst>
              <a:ext uri="{FF2B5EF4-FFF2-40B4-BE49-F238E27FC236}">
                <a16:creationId xmlns:a16="http://schemas.microsoft.com/office/drawing/2014/main" id="{81BF57D6-2957-A659-EC88-4CAB86076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808260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4" name="Conector angular 25">
            <a:extLst>
              <a:ext uri="{FF2B5EF4-FFF2-40B4-BE49-F238E27FC236}">
                <a16:creationId xmlns:a16="http://schemas.microsoft.com/office/drawing/2014/main" id="{7E7F2912-DD9E-BF1B-CF25-B077C0BA3C04}"/>
              </a:ext>
            </a:extLst>
          </p:cNvPr>
          <p:cNvCxnSpPr>
            <a:cxnSpLocks/>
            <a:stCxn id="26" idx="3"/>
            <a:endCxn id="49" idx="2"/>
          </p:cNvCxnSpPr>
          <p:nvPr/>
        </p:nvCxnSpPr>
        <p:spPr bwMode="auto">
          <a:xfrm flipV="1">
            <a:off x="3525047" y="3113897"/>
            <a:ext cx="781977" cy="1093089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5" name="Conector angular 25">
            <a:extLst>
              <a:ext uri="{FF2B5EF4-FFF2-40B4-BE49-F238E27FC236}">
                <a16:creationId xmlns:a16="http://schemas.microsoft.com/office/drawing/2014/main" id="{98684F7C-53F6-87C6-6379-ABE26F7C10CC}"/>
              </a:ext>
            </a:extLst>
          </p:cNvPr>
          <p:cNvCxnSpPr>
            <a:cxnSpLocks/>
            <a:stCxn id="26" idx="1"/>
            <a:endCxn id="48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6" name="Conector angular 25">
            <a:extLst>
              <a:ext uri="{FF2B5EF4-FFF2-40B4-BE49-F238E27FC236}">
                <a16:creationId xmlns:a16="http://schemas.microsoft.com/office/drawing/2014/main" id="{EE36A6BD-19B2-7972-EC8C-438555693671}"/>
              </a:ext>
            </a:extLst>
          </p:cNvPr>
          <p:cNvCxnSpPr>
            <a:cxnSpLocks/>
            <a:stCxn id="47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6" name="Tabla_IPN_GS">
            <a:extLst>
              <a:ext uri="{FF2B5EF4-FFF2-40B4-BE49-F238E27FC236}">
                <a16:creationId xmlns:a16="http://schemas.microsoft.com/office/drawing/2014/main" id="{D4363B19-067A-58AE-27A2-3F4E70700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218227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7" name="Tabla_DET_GS">
            <a:extLst>
              <a:ext uri="{FF2B5EF4-FFF2-40B4-BE49-F238E27FC236}">
                <a16:creationId xmlns:a16="http://schemas.microsoft.com/office/drawing/2014/main" id="{0A064E9A-4CBC-1AAD-1BE9-D6577B173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998345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8" name="Tabla_PAS_GS">
            <a:extLst>
              <a:ext uri="{FF2B5EF4-FFF2-40B4-BE49-F238E27FC236}">
                <a16:creationId xmlns:a16="http://schemas.microsoft.com/office/drawing/2014/main" id="{13BDB8AC-9687-F1D0-C2BD-AD1BE7345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604276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9" name="Tabla_PRO_GS">
            <a:extLst>
              <a:ext uri="{FF2B5EF4-FFF2-40B4-BE49-F238E27FC236}">
                <a16:creationId xmlns:a16="http://schemas.microsoft.com/office/drawing/2014/main" id="{F857E4C6-F153-F3CA-2026-92663645D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223846"/>
              </p:ext>
            </p:extLst>
          </p:nvPr>
        </p:nvGraphicFramePr>
        <p:xfrm>
          <a:off x="3659024" y="2435717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3" name="Grafico_bar_SL">
            <a:extLst>
              <a:ext uri="{FF2B5EF4-FFF2-40B4-BE49-F238E27FC236}">
                <a16:creationId xmlns:a16="http://schemas.microsoft.com/office/drawing/2014/main" id="{8A274DB3-C946-15A6-DF40-3BFF5CCF03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1761076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4" name="Tabla_DIF_SL">
            <a:extLst>
              <a:ext uri="{FF2B5EF4-FFF2-40B4-BE49-F238E27FC236}">
                <a16:creationId xmlns:a16="http://schemas.microsoft.com/office/drawing/2014/main" id="{0ED62854-B41F-318F-1D32-3D696BBF8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430056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76,679</a:t>
                      </a: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70.2%</a:t>
                      </a: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Montserrat" panose="00000500000000000000" pitchFamily="2" charset="0"/>
                        </a:rPr>
                        <a:t>1.7 </a:t>
                      </a:r>
                      <a:r>
                        <a:rPr lang="es-MX" sz="1000" b="1" i="0" u="none" strike="noStrike" dirty="0" err="1">
                          <a:solidFill>
                            <a:srgbClr val="00B050"/>
                          </a:solidFill>
                          <a:effectLst/>
                          <a:latin typeface="Montserrat" panose="00000500000000000000" pitchFamily="2" charset="0"/>
                        </a:rPr>
                        <a:t>pp</a:t>
                      </a: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5" name="Conector recto 29">
            <a:extLst>
              <a:ext uri="{FF2B5EF4-FFF2-40B4-BE49-F238E27FC236}">
                <a16:creationId xmlns:a16="http://schemas.microsoft.com/office/drawing/2014/main" id="{247D19CE-799D-BE65-D213-5C7575DD0939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" descr="eenfoque fiscal – Reforma Fiscal">
            <a:hlinkClick r:id="rId6" action="ppaction://hlinksldjump"/>
            <a:extLst>
              <a:ext uri="{FF2B5EF4-FFF2-40B4-BE49-F238E27FC236}">
                <a16:creationId xmlns:a16="http://schemas.microsoft.com/office/drawing/2014/main" id="{BF111D59-B5CB-8A0E-3CAE-F71655FF2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891" y="5374973"/>
            <a:ext cx="323634" cy="32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" name="Grafico _don_GS">
            <a:extLst>
              <a:ext uri="{FF2B5EF4-FFF2-40B4-BE49-F238E27FC236}">
                <a16:creationId xmlns:a16="http://schemas.microsoft.com/office/drawing/2014/main" id="{6FDDD744-8623-18ED-BEC7-367A0B21F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33538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1074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ángulo 7">
            <a:extLst>
              <a:ext uri="{FF2B5EF4-FFF2-40B4-BE49-F238E27FC236}">
                <a16:creationId xmlns:a16="http://schemas.microsoft.com/office/drawing/2014/main" id="{0AA0CE48-FA43-5242-AC5D-A0DF1117B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8695" y="-5503863"/>
            <a:ext cx="6899275" cy="284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MX" sz="4400">
                <a:solidFill>
                  <a:srgbClr val="2E2E2C"/>
                </a:solidFill>
                <a:latin typeface="AvenirNext LT Pro Bold"/>
                <a:ea typeface="MS PGothic" panose="020B0600070205080204" pitchFamily="34" charset="-128"/>
              </a:rPr>
              <a:t>RESULTADOS</a:t>
            </a:r>
            <a:r>
              <a:rPr lang="es-ES" altLang="es-MX" sz="5900" b="1">
                <a:solidFill>
                  <a:srgbClr val="2E2E2C"/>
                </a:solidFill>
                <a:latin typeface="AvenirNext LT Pro Bold"/>
                <a:ea typeface="MS PGothic" panose="020B0600070205080204" pitchFamily="34" charset="-128"/>
              </a:rPr>
              <a:t> </a:t>
            </a:r>
          </a:p>
          <a:p>
            <a:pPr algn="ctr"/>
            <a:r>
              <a:rPr lang="es-ES" altLang="es-MX" sz="5900" b="1">
                <a:solidFill>
                  <a:srgbClr val="2E2E2C"/>
                </a:solidFill>
                <a:latin typeface="AvenirNext LT Pro Bold"/>
                <a:ea typeface="MS PGothic" panose="020B0600070205080204" pitchFamily="34" charset="-128"/>
              </a:rPr>
              <a:t>DESPACHOS GRUPO SALINAS</a:t>
            </a:r>
            <a:endParaRPr lang="es-ES" altLang="es-MX" sz="5900">
              <a:ea typeface="MS PGothic" panose="020B0600070205080204" pitchFamily="34" charset="-128"/>
            </a:endParaRPr>
          </a:p>
        </p:txBody>
      </p:sp>
      <p:sp>
        <p:nvSpPr>
          <p:cNvPr id="3" name="CuadroTexto 8">
            <a:extLst>
              <a:ext uri="{FF2B5EF4-FFF2-40B4-BE49-F238E27FC236}">
                <a16:creationId xmlns:a16="http://schemas.microsoft.com/office/drawing/2014/main" id="{E605EDCC-F8BE-2CDB-F85E-38B9379C8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3283139"/>
            <a:ext cx="473535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DESPACHOS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31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2E2125B3-4B0F-3479-37BE-AE9F9EADE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6" y="1189514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D79688E0-BC14-2EE3-2CA6-DF33D8E67F57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17" name="Imagen 28">
              <a:extLst>
                <a:ext uri="{FF2B5EF4-FFF2-40B4-BE49-F238E27FC236}">
                  <a16:creationId xmlns:a16="http://schemas.microsoft.com/office/drawing/2014/main" id="{28121D42-72C7-411A-4280-36921408CE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ítulo 2">
              <a:extLst>
                <a:ext uri="{FF2B5EF4-FFF2-40B4-BE49-F238E27FC236}">
                  <a16:creationId xmlns:a16="http://schemas.microsoft.com/office/drawing/2014/main" id="{B3C1144A-DE32-5B97-EDAF-14CA7C6075D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Despachos 1Q 2026</a:t>
              </a:r>
            </a:p>
          </p:txBody>
        </p:sp>
        <p:pic>
          <p:nvPicPr>
            <p:cNvPr id="19" name="Imagen 3">
              <a:extLst>
                <a:ext uri="{FF2B5EF4-FFF2-40B4-BE49-F238E27FC236}">
                  <a16:creationId xmlns:a16="http://schemas.microsoft.com/office/drawing/2014/main" id="{CFF02BE3-AD67-C820-47B8-4AEFE1C1C6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" name="Agrupar 49">
            <a:extLst>
              <a:ext uri="{FF2B5EF4-FFF2-40B4-BE49-F238E27FC236}">
                <a16:creationId xmlns:a16="http://schemas.microsoft.com/office/drawing/2014/main" id="{805BB1C1-86CB-E6C4-EF6C-B30D93D35242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29" name="CuadroTexto 33">
              <a:extLst>
                <a:ext uri="{FF2B5EF4-FFF2-40B4-BE49-F238E27FC236}">
                  <a16:creationId xmlns:a16="http://schemas.microsoft.com/office/drawing/2014/main" id="{D923DA9A-E556-17AB-1C1F-919F7FAB1325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0" name="CuadroTexto 34">
              <a:extLst>
                <a:ext uri="{FF2B5EF4-FFF2-40B4-BE49-F238E27FC236}">
                  <a16:creationId xmlns:a16="http://schemas.microsoft.com/office/drawing/2014/main" id="{A6E912C6-BA8C-DF4E-AE96-5D8F6E36D414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1" name="CuadroTexto 35">
              <a:extLst>
                <a:ext uri="{FF2B5EF4-FFF2-40B4-BE49-F238E27FC236}">
                  <a16:creationId xmlns:a16="http://schemas.microsoft.com/office/drawing/2014/main" id="{2669325A-E95D-3843-8C4E-8D014C30041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2" name="83 Rectángulo">
              <a:extLst>
                <a:ext uri="{FF2B5EF4-FFF2-40B4-BE49-F238E27FC236}">
                  <a16:creationId xmlns:a16="http://schemas.microsoft.com/office/drawing/2014/main" id="{72A5EA2C-EB6F-FB1A-A018-42D3527E0EE1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3" name="84 Rectángulo">
              <a:extLst>
                <a:ext uri="{FF2B5EF4-FFF2-40B4-BE49-F238E27FC236}">
                  <a16:creationId xmlns:a16="http://schemas.microsoft.com/office/drawing/2014/main" id="{C8525F5C-5904-E62E-BB8E-BFD2D731A0BA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4" name="17 Rectángulo">
              <a:extLst>
                <a:ext uri="{FF2B5EF4-FFF2-40B4-BE49-F238E27FC236}">
                  <a16:creationId xmlns:a16="http://schemas.microsoft.com/office/drawing/2014/main" id="{F3758D01-98F2-2D33-1379-B31412AB618E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sp>
        <p:nvSpPr>
          <p:cNvPr id="25" name="89 CuadroTexto">
            <a:extLst>
              <a:ext uri="{FF2B5EF4-FFF2-40B4-BE49-F238E27FC236}">
                <a16:creationId xmlns:a16="http://schemas.microsoft.com/office/drawing/2014/main" id="{FD2314E4-2FB5-F975-869D-ED1FC5CA5006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Despachos</a:t>
            </a:r>
          </a:p>
        </p:txBody>
      </p:sp>
      <p:graphicFrame>
        <p:nvGraphicFramePr>
          <p:cNvPr id="2" name="Grafico_bar_DP">
            <a:extLst>
              <a:ext uri="{FF2B5EF4-FFF2-40B4-BE49-F238E27FC236}">
                <a16:creationId xmlns:a16="http://schemas.microsoft.com/office/drawing/2014/main" id="{DE88418F-C391-789E-A1F3-144A358817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5204378"/>
              </p:ext>
            </p:extLst>
          </p:nvPr>
        </p:nvGraphicFramePr>
        <p:xfrm>
          <a:off x="5036786" y="2433801"/>
          <a:ext cx="6475887" cy="4782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" name="Tabla_DIF_DP">
            <a:extLst>
              <a:ext uri="{FF2B5EF4-FFF2-40B4-BE49-F238E27FC236}">
                <a16:creationId xmlns:a16="http://schemas.microsoft.com/office/drawing/2014/main" id="{FD6FBA12-F800-3333-870A-C512E47FC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342432"/>
              </p:ext>
            </p:extLst>
          </p:nvPr>
        </p:nvGraphicFramePr>
        <p:xfrm>
          <a:off x="11583793" y="1966497"/>
          <a:ext cx="2756532" cy="5249617"/>
        </p:xfrm>
        <a:graphic>
          <a:graphicData uri="http://schemas.openxmlformats.org/drawingml/2006/table">
            <a:tbl>
              <a:tblPr/>
              <a:tblGrid>
                <a:gridCol w="97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143">
                  <a:extLst>
                    <a:ext uri="{9D8B030D-6E8A-4147-A177-3AD203B41FA5}">
                      <a16:colId xmlns:a16="http://schemas.microsoft.com/office/drawing/2014/main" val="2211574058"/>
                    </a:ext>
                  </a:extLst>
                </a:gridCol>
                <a:gridCol w="595143">
                  <a:extLst>
                    <a:ext uri="{9D8B030D-6E8A-4147-A177-3AD203B41FA5}">
                      <a16:colId xmlns:a16="http://schemas.microsoft.com/office/drawing/2014/main" val="3601904090"/>
                    </a:ext>
                  </a:extLst>
                </a:gridCol>
              </a:tblGrid>
              <a:tr h="47359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0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0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0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60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60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0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7" name="Tabla_ANTERIO_DP">
            <a:extLst>
              <a:ext uri="{FF2B5EF4-FFF2-40B4-BE49-F238E27FC236}">
                <a16:creationId xmlns:a16="http://schemas.microsoft.com/office/drawing/2014/main" id="{3CB2443F-A9AE-A455-7C4C-C7B2B2D30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077077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5" name="Conector angular 25">
            <a:extLst>
              <a:ext uri="{FF2B5EF4-FFF2-40B4-BE49-F238E27FC236}">
                <a16:creationId xmlns:a16="http://schemas.microsoft.com/office/drawing/2014/main" id="{17531C76-0FBA-2746-FF93-836A84EDCA5E}"/>
              </a:ext>
            </a:extLst>
          </p:cNvPr>
          <p:cNvCxnSpPr>
            <a:cxnSpLocks/>
            <a:stCxn id="26" idx="3"/>
            <a:endCxn id="40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43BAEBFE-BFD8-C01C-3769-04A5FB8C955F}"/>
              </a:ext>
            </a:extLst>
          </p:cNvPr>
          <p:cNvCxnSpPr>
            <a:cxnSpLocks/>
            <a:stCxn id="26" idx="1"/>
            <a:endCxn id="39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A93DE10A-195E-EC65-6BB4-C77A8600ADFF}"/>
              </a:ext>
            </a:extLst>
          </p:cNvPr>
          <p:cNvCxnSpPr>
            <a:cxnSpLocks/>
            <a:stCxn id="38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6" name="Tabla_IPN_DP">
            <a:extLst>
              <a:ext uri="{FF2B5EF4-FFF2-40B4-BE49-F238E27FC236}">
                <a16:creationId xmlns:a16="http://schemas.microsoft.com/office/drawing/2014/main" id="{5361E5BA-8136-D30B-5152-D57450C2E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714714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DET_DP">
            <a:extLst>
              <a:ext uri="{FF2B5EF4-FFF2-40B4-BE49-F238E27FC236}">
                <a16:creationId xmlns:a16="http://schemas.microsoft.com/office/drawing/2014/main" id="{AF3621C1-800E-9F4A-3E5D-218EA9AB5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446775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Tabla_PAS_DP">
            <a:extLst>
              <a:ext uri="{FF2B5EF4-FFF2-40B4-BE49-F238E27FC236}">
                <a16:creationId xmlns:a16="http://schemas.microsoft.com/office/drawing/2014/main" id="{7C957AC2-011A-F1BE-C7B6-3448A29CA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916682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Tabla_PRO_DP">
            <a:extLst>
              <a:ext uri="{FF2B5EF4-FFF2-40B4-BE49-F238E27FC236}">
                <a16:creationId xmlns:a16="http://schemas.microsoft.com/office/drawing/2014/main" id="{7109761F-FC0E-F47D-DD85-5C5E1C744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731020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sp>
        <p:nvSpPr>
          <p:cNvPr id="41" name="CuadroTexto 28">
            <a:extLst>
              <a:ext uri="{FF2B5EF4-FFF2-40B4-BE49-F238E27FC236}">
                <a16:creationId xmlns:a16="http://schemas.microsoft.com/office/drawing/2014/main" id="{B07E19F2-DCE8-86FE-81FF-49A0AEB59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42" name="Grafico _don_DP">
            <a:extLst>
              <a:ext uri="{FF2B5EF4-FFF2-40B4-BE49-F238E27FC236}">
                <a16:creationId xmlns:a16="http://schemas.microsoft.com/office/drawing/2014/main" id="{943840C0-3E2F-0659-4E43-A71C0A4D1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964824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F8BB0952-C812-A9FF-6738-7836C0BEB9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4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F83F911A-B70E-F428-9CE7-DAC6679FDF3D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9" name="Imagen 29">
              <a:extLst>
                <a:ext uri="{FF2B5EF4-FFF2-40B4-BE49-F238E27FC236}">
                  <a16:creationId xmlns:a16="http://schemas.microsoft.com/office/drawing/2014/main" id="{60B94FEB-888A-EB0E-B8B6-15279C19CC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ítulo 2">
              <a:extLst>
                <a:ext uri="{FF2B5EF4-FFF2-40B4-BE49-F238E27FC236}">
                  <a16:creationId xmlns:a16="http://schemas.microsoft.com/office/drawing/2014/main" id="{B5133FD7-0742-60C3-430E-7226AB2080F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Despachos</a:t>
              </a:r>
            </a:p>
          </p:txBody>
        </p:sp>
        <p:pic>
          <p:nvPicPr>
            <p:cNvPr id="11" name="Imagen 3">
              <a:extLst>
                <a:ext uri="{FF2B5EF4-FFF2-40B4-BE49-F238E27FC236}">
                  <a16:creationId xmlns:a16="http://schemas.microsoft.com/office/drawing/2014/main" id="{D69D55EF-37C8-1A57-4DCE-9ECAA6F0B8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87E0580D-C0F2-4F9C-0DF7-80A9CD694876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4" name="Cinta curvada hacia arriba 3">
              <a:extLst>
                <a:ext uri="{FF2B5EF4-FFF2-40B4-BE49-F238E27FC236}">
                  <a16:creationId xmlns:a16="http://schemas.microsoft.com/office/drawing/2014/main" id="{8B779F25-EF87-3112-2783-E5E84958BD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5" name="CuadroTexto 5">
              <a:extLst>
                <a:ext uri="{FF2B5EF4-FFF2-40B4-BE49-F238E27FC236}">
                  <a16:creationId xmlns:a16="http://schemas.microsoft.com/office/drawing/2014/main" id="{14BBA71D-A490-3B07-C699-C144797A1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16" name="Imagen 46">
            <a:extLst>
              <a:ext uri="{FF2B5EF4-FFF2-40B4-BE49-F238E27FC236}">
                <a16:creationId xmlns:a16="http://schemas.microsoft.com/office/drawing/2014/main" id="{0C6C4894-F970-49E5-873F-D31867E9A80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22B79F54-D080-5DD9-5C61-773DB31C748F}"/>
              </a:ext>
            </a:extLst>
          </p:cNvPr>
          <p:cNvGrpSpPr/>
          <p:nvPr/>
        </p:nvGrpSpPr>
        <p:grpSpPr>
          <a:xfrm>
            <a:off x="1084297" y="3063166"/>
            <a:ext cx="468000" cy="4226060"/>
            <a:chOff x="1084297" y="3063166"/>
            <a:chExt cx="468000" cy="4226060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4E99DF91-AC77-AD76-6BB3-5ACE1FE52B89}"/>
                </a:ext>
              </a:extLst>
            </p:cNvPr>
            <p:cNvSpPr/>
            <p:nvPr/>
          </p:nvSpPr>
          <p:spPr bwMode="auto">
            <a:xfrm>
              <a:off x="1156372" y="3063166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latin typeface="Montserrat" panose="00000500000000000000" pitchFamily="2" charset="0"/>
                </a:rPr>
                <a:t>1</a:t>
              </a:r>
              <a:endParaRPr lang="es-MX" sz="1600" b="1" dirty="0">
                <a:latin typeface="Montserrat" panose="00000500000000000000" pitchFamily="2" charset="0"/>
              </a:endParaRP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46CE3FB0-1E88-98C8-C8B6-42FBFEFFEA9A}"/>
                </a:ext>
              </a:extLst>
            </p:cNvPr>
            <p:cNvSpPr/>
            <p:nvPr/>
          </p:nvSpPr>
          <p:spPr bwMode="auto">
            <a:xfrm>
              <a:off x="1156372" y="3505211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latin typeface="Montserrat" panose="00000500000000000000" pitchFamily="2" charset="0"/>
                </a:rPr>
                <a:t>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559C0EE8-EF06-76DE-90BE-71C8DE526BC9}"/>
                </a:ext>
              </a:extLst>
            </p:cNvPr>
            <p:cNvSpPr/>
            <p:nvPr/>
          </p:nvSpPr>
          <p:spPr bwMode="auto">
            <a:xfrm>
              <a:off x="1156372" y="3939330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latin typeface="Montserrat" panose="00000500000000000000" pitchFamily="2" charset="0"/>
                </a:rPr>
                <a:t>3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CA09A831-521C-5C21-9E4A-FDBF8166C209}"/>
                </a:ext>
              </a:extLst>
            </p:cNvPr>
            <p:cNvSpPr/>
            <p:nvPr/>
          </p:nvSpPr>
          <p:spPr bwMode="auto">
            <a:xfrm>
              <a:off x="1156372" y="4361939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latin typeface="Montserrat" panose="00000500000000000000" pitchFamily="2" charset="0"/>
                </a:rPr>
                <a:t>4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C2C172AA-AAC7-0F7E-67DB-A5DF74CCE40D}"/>
                </a:ext>
              </a:extLst>
            </p:cNvPr>
            <p:cNvSpPr/>
            <p:nvPr/>
          </p:nvSpPr>
          <p:spPr bwMode="auto">
            <a:xfrm>
              <a:off x="1156372" y="4796197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latin typeface="Montserrat" panose="00000500000000000000" pitchFamily="2" charset="0"/>
                </a:rPr>
                <a:t>5</a:t>
              </a: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623AAA94-83F5-3B8E-2821-0B26631097F6}"/>
                </a:ext>
              </a:extLst>
            </p:cNvPr>
            <p:cNvSpPr/>
            <p:nvPr/>
          </p:nvSpPr>
          <p:spPr bwMode="auto">
            <a:xfrm>
              <a:off x="1156372" y="5231072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latin typeface="Montserrat" panose="00000500000000000000" pitchFamily="2" charset="0"/>
                </a:rPr>
                <a:t>6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95EF77C9-0182-9E9C-2231-6DCDCE603B84}"/>
                </a:ext>
              </a:extLst>
            </p:cNvPr>
            <p:cNvSpPr/>
            <p:nvPr/>
          </p:nvSpPr>
          <p:spPr bwMode="auto">
            <a:xfrm>
              <a:off x="1156372" y="5661388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latin typeface="Montserrat" panose="00000500000000000000" pitchFamily="2" charset="0"/>
                </a:rPr>
                <a:t>7</a:t>
              </a:r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65E95006-8FDF-8046-6429-274390D07C36}"/>
                </a:ext>
              </a:extLst>
            </p:cNvPr>
            <p:cNvSpPr/>
            <p:nvPr/>
          </p:nvSpPr>
          <p:spPr bwMode="auto">
            <a:xfrm>
              <a:off x="1156372" y="6092711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latin typeface="Montserrat" panose="00000500000000000000" pitchFamily="2" charset="0"/>
                </a:rPr>
                <a:t>8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265F5271-CC9F-3DAF-0C1A-7457AA7B8AF8}"/>
                </a:ext>
              </a:extLst>
            </p:cNvPr>
            <p:cNvSpPr/>
            <p:nvPr/>
          </p:nvSpPr>
          <p:spPr bwMode="auto">
            <a:xfrm>
              <a:off x="1156372" y="6518876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latin typeface="Montserrat" panose="00000500000000000000" pitchFamily="2" charset="0"/>
                </a:rPr>
                <a:t>9</a:t>
              </a:r>
            </a:p>
          </p:txBody>
        </p: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2A5BC131-DB50-7F6E-E796-509E8859A99C}"/>
                </a:ext>
              </a:extLst>
            </p:cNvPr>
            <p:cNvGrpSpPr/>
            <p:nvPr/>
          </p:nvGrpSpPr>
          <p:grpSpPr>
            <a:xfrm>
              <a:off x="1084297" y="6963788"/>
              <a:ext cx="468000" cy="325438"/>
              <a:chOff x="1278735" y="7006654"/>
              <a:chExt cx="468000" cy="325438"/>
            </a:xfrm>
          </p:grpSpPr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A1F2342F-FB4A-35E1-2846-EAE22719CD50}"/>
                  </a:ext>
                </a:extLst>
              </p:cNvPr>
              <p:cNvSpPr/>
              <p:nvPr/>
            </p:nvSpPr>
            <p:spPr bwMode="auto">
              <a:xfrm>
                <a:off x="1350810" y="7006654"/>
                <a:ext cx="323850" cy="325438"/>
              </a:xfrm>
              <a:prstGeom prst="ellipse">
                <a:avLst/>
              </a:prstGeom>
              <a:solidFill>
                <a:srgbClr val="2ED03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MX" sz="1400" b="1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509B0CA9-ECEB-8F96-9380-C47213D46229}"/>
                  </a:ext>
                </a:extLst>
              </p:cNvPr>
              <p:cNvSpPr txBox="1"/>
              <p:nvPr/>
            </p:nvSpPr>
            <p:spPr>
              <a:xfrm>
                <a:off x="1278735" y="7015485"/>
                <a:ext cx="468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400" b="1" dirty="0">
                    <a:solidFill>
                      <a:schemeClr val="lt1"/>
                    </a:solidFill>
                    <a:latin typeface="Montserrat" panose="00000500000000000000" pitchFamily="2" charset="0"/>
                  </a:rPr>
                  <a:t>10</a:t>
                </a:r>
              </a:p>
            </p:txBody>
          </p:sp>
        </p:grpSp>
      </p:grp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69C8E52-0531-BE0A-4E77-2A096071D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30" name="Tabla_PRO_MENS_DP">
            <a:extLst>
              <a:ext uri="{FF2B5EF4-FFF2-40B4-BE49-F238E27FC236}">
                <a16:creationId xmlns:a16="http://schemas.microsoft.com/office/drawing/2014/main" id="{6D274199-EB9D-4532-30C2-EDDF9BD86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363887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008037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37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369000CC-E105-FBA4-2DB0-9A26AB820F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4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D4B7E73D-77DA-6391-78FC-6E0F4668E52D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8" name="Imagen 29">
              <a:extLst>
                <a:ext uri="{FF2B5EF4-FFF2-40B4-BE49-F238E27FC236}">
                  <a16:creationId xmlns:a16="http://schemas.microsoft.com/office/drawing/2014/main" id="{46655FD6-379B-C4D0-59FB-15A792AC86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ítulo 2">
              <a:extLst>
                <a:ext uri="{FF2B5EF4-FFF2-40B4-BE49-F238E27FC236}">
                  <a16:creationId xmlns:a16="http://schemas.microsoft.com/office/drawing/2014/main" id="{C5E8A41A-ABC2-2119-9512-A53BC156A91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Despachos</a:t>
              </a:r>
            </a:p>
          </p:txBody>
        </p:sp>
        <p:pic>
          <p:nvPicPr>
            <p:cNvPr id="10" name="Imagen 3">
              <a:extLst>
                <a:ext uri="{FF2B5EF4-FFF2-40B4-BE49-F238E27FC236}">
                  <a16:creationId xmlns:a16="http://schemas.microsoft.com/office/drawing/2014/main" id="{5DCBB867-7E7B-1BDD-6DE9-9278795E51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2" name="Imagen 45">
            <a:extLst>
              <a:ext uri="{FF2B5EF4-FFF2-40B4-BE49-F238E27FC236}">
                <a16:creationId xmlns:a16="http://schemas.microsoft.com/office/drawing/2014/main" id="{1DA5A14B-7C3A-D837-A31F-4D3821D2272A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AE7AAFD8-9C7A-DB7E-4AF0-A34632CE7D27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4" name="Cinta curvada hacia arriba 3">
              <a:extLst>
                <a:ext uri="{FF2B5EF4-FFF2-40B4-BE49-F238E27FC236}">
                  <a16:creationId xmlns:a16="http://schemas.microsoft.com/office/drawing/2014/main" id="{297C6A13-2647-8C85-17BB-75AEFC8738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5" name="CuadroTexto 5">
              <a:extLst>
                <a:ext uri="{FF2B5EF4-FFF2-40B4-BE49-F238E27FC236}">
                  <a16:creationId xmlns:a16="http://schemas.microsoft.com/office/drawing/2014/main" id="{90BCD329-E110-27D0-23C5-090255488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  <p:sp>
        <p:nvSpPr>
          <p:cNvPr id="16" name="CuadroTexto 28">
            <a:extLst>
              <a:ext uri="{FF2B5EF4-FFF2-40B4-BE49-F238E27FC236}">
                <a16:creationId xmlns:a16="http://schemas.microsoft.com/office/drawing/2014/main" id="{33A9851C-A185-AD52-145B-C026733DD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98E0674-BE35-D351-21F8-264BA40AB94C}"/>
              </a:ext>
            </a:extLst>
          </p:cNvPr>
          <p:cNvGrpSpPr/>
          <p:nvPr/>
        </p:nvGrpSpPr>
        <p:grpSpPr>
          <a:xfrm>
            <a:off x="1084297" y="3063166"/>
            <a:ext cx="468000" cy="4226060"/>
            <a:chOff x="1084297" y="3063166"/>
            <a:chExt cx="468000" cy="4226060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D39ED042-EA9A-E668-AB2C-2B3D4815BADE}"/>
                </a:ext>
              </a:extLst>
            </p:cNvPr>
            <p:cNvSpPr/>
            <p:nvPr/>
          </p:nvSpPr>
          <p:spPr bwMode="auto">
            <a:xfrm>
              <a:off x="1156372" y="3063166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1</a:t>
              </a:r>
              <a:endParaRPr lang="es-MX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7A70B69F-7C0B-C004-5783-CC0446EA3201}"/>
                </a:ext>
              </a:extLst>
            </p:cNvPr>
            <p:cNvSpPr/>
            <p:nvPr/>
          </p:nvSpPr>
          <p:spPr bwMode="auto">
            <a:xfrm>
              <a:off x="1156372" y="3505211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51D19E9C-B64E-0367-5B15-A39254F8EF2A}"/>
                </a:ext>
              </a:extLst>
            </p:cNvPr>
            <p:cNvSpPr/>
            <p:nvPr/>
          </p:nvSpPr>
          <p:spPr bwMode="auto">
            <a:xfrm>
              <a:off x="1156372" y="3939330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3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D7EC054-714D-108E-FD88-709B82694A69}"/>
                </a:ext>
              </a:extLst>
            </p:cNvPr>
            <p:cNvSpPr/>
            <p:nvPr/>
          </p:nvSpPr>
          <p:spPr bwMode="auto">
            <a:xfrm>
              <a:off x="1156372" y="4361939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4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69F72295-D0CC-3EE2-13F6-DF0827E503DE}"/>
                </a:ext>
              </a:extLst>
            </p:cNvPr>
            <p:cNvSpPr/>
            <p:nvPr/>
          </p:nvSpPr>
          <p:spPr bwMode="auto">
            <a:xfrm>
              <a:off x="1156372" y="4796197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5</a:t>
              </a: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167EAAC3-10B5-FA9D-203C-76EDC1E61432}"/>
                </a:ext>
              </a:extLst>
            </p:cNvPr>
            <p:cNvSpPr/>
            <p:nvPr/>
          </p:nvSpPr>
          <p:spPr bwMode="auto">
            <a:xfrm>
              <a:off x="1156372" y="5231072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6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8B1E8B10-E014-C795-1412-CEE7897F80CB}"/>
                </a:ext>
              </a:extLst>
            </p:cNvPr>
            <p:cNvSpPr/>
            <p:nvPr/>
          </p:nvSpPr>
          <p:spPr bwMode="auto">
            <a:xfrm>
              <a:off x="1156372" y="5661388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7</a:t>
              </a:r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BB91BEF-EFBE-7B2B-2C8A-BEAA50F07FE7}"/>
                </a:ext>
              </a:extLst>
            </p:cNvPr>
            <p:cNvSpPr/>
            <p:nvPr/>
          </p:nvSpPr>
          <p:spPr bwMode="auto">
            <a:xfrm>
              <a:off x="1156372" y="6092711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8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F92F39F2-C874-0D69-DEF9-E79CDA3A67F6}"/>
                </a:ext>
              </a:extLst>
            </p:cNvPr>
            <p:cNvSpPr/>
            <p:nvPr/>
          </p:nvSpPr>
          <p:spPr bwMode="auto">
            <a:xfrm>
              <a:off x="1156372" y="6518876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9</a:t>
              </a:r>
            </a:p>
          </p:txBody>
        </p: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AAB7F216-86DA-BBAC-528E-08F3E58D12A7}"/>
                </a:ext>
              </a:extLst>
            </p:cNvPr>
            <p:cNvGrpSpPr/>
            <p:nvPr/>
          </p:nvGrpSpPr>
          <p:grpSpPr>
            <a:xfrm>
              <a:off x="1084297" y="6963788"/>
              <a:ext cx="468000" cy="325438"/>
              <a:chOff x="1084297" y="6963788"/>
              <a:chExt cx="468000" cy="325438"/>
            </a:xfrm>
          </p:grpSpPr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80FD5206-47A3-EF68-12E9-24E665DBCFBF}"/>
                  </a:ext>
                </a:extLst>
              </p:cNvPr>
              <p:cNvSpPr/>
              <p:nvPr/>
            </p:nvSpPr>
            <p:spPr bwMode="auto">
              <a:xfrm>
                <a:off x="1156372" y="6963788"/>
                <a:ext cx="323850" cy="325438"/>
              </a:xfrm>
              <a:prstGeom prst="ellipse">
                <a:avLst/>
              </a:prstGeom>
              <a:solidFill>
                <a:srgbClr val="FEE91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MX" sz="1400" b="1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2D684879-A515-BC03-C3E4-BD87A8356EA8}"/>
                  </a:ext>
                </a:extLst>
              </p:cNvPr>
              <p:cNvSpPr txBox="1"/>
              <p:nvPr/>
            </p:nvSpPr>
            <p:spPr>
              <a:xfrm>
                <a:off x="1084297" y="6972619"/>
                <a:ext cx="468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2" charset="0"/>
                  </a:rPr>
                  <a:t>10</a:t>
                </a:r>
              </a:p>
            </p:txBody>
          </p:sp>
        </p:grpSp>
      </p:grpSp>
      <p:graphicFrame>
        <p:nvGraphicFramePr>
          <p:cNvPr id="61" name="Tabla_PAS_MENS_DP">
            <a:extLst>
              <a:ext uri="{FF2B5EF4-FFF2-40B4-BE49-F238E27FC236}">
                <a16:creationId xmlns:a16="http://schemas.microsoft.com/office/drawing/2014/main" id="{CA25ECED-6C35-B447-21DF-888E45E25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521584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EE912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85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5E5242B7-DF1E-07D9-7E20-F2EB6F1F1A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4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99278CDF-7E91-92DF-37D1-23B686D47799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9" name="Imagen 29">
              <a:extLst>
                <a:ext uri="{FF2B5EF4-FFF2-40B4-BE49-F238E27FC236}">
                  <a16:creationId xmlns:a16="http://schemas.microsoft.com/office/drawing/2014/main" id="{B71E1740-DF77-6134-10DC-AFEAD20B9D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ítulo 2">
              <a:extLst>
                <a:ext uri="{FF2B5EF4-FFF2-40B4-BE49-F238E27FC236}">
                  <a16:creationId xmlns:a16="http://schemas.microsoft.com/office/drawing/2014/main" id="{21C04F56-2267-4CCE-BD2D-6A4F4C530AE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Despachos</a:t>
              </a:r>
            </a:p>
          </p:txBody>
        </p:sp>
        <p:pic>
          <p:nvPicPr>
            <p:cNvPr id="11" name="Imagen 3">
              <a:extLst>
                <a:ext uri="{FF2B5EF4-FFF2-40B4-BE49-F238E27FC236}">
                  <a16:creationId xmlns:a16="http://schemas.microsoft.com/office/drawing/2014/main" id="{C5025501-8F96-130F-396E-59D62C2AAF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09F05855-00F1-6546-748A-925E14BF46EF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C9FAA217-176A-4734-0DC7-DB5E841AFDD0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4" name="Cinta curvada hacia arriba 3">
              <a:extLst>
                <a:ext uri="{FF2B5EF4-FFF2-40B4-BE49-F238E27FC236}">
                  <a16:creationId xmlns:a16="http://schemas.microsoft.com/office/drawing/2014/main" id="{E078F1F5-D3DF-E6C5-D263-21F99F8426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5" name="CuadroTexto 5">
              <a:extLst>
                <a:ext uri="{FF2B5EF4-FFF2-40B4-BE49-F238E27FC236}">
                  <a16:creationId xmlns:a16="http://schemas.microsoft.com/office/drawing/2014/main" id="{147F1581-4E0A-AEE0-AEFD-4CE353037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  <p:sp>
        <p:nvSpPr>
          <p:cNvPr id="16" name="CuadroTexto 28">
            <a:extLst>
              <a:ext uri="{FF2B5EF4-FFF2-40B4-BE49-F238E27FC236}">
                <a16:creationId xmlns:a16="http://schemas.microsoft.com/office/drawing/2014/main" id="{CBCDC2D9-D8C8-BFDD-8E2B-3D699EBAF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3A88EA7B-1A4F-3B1F-2D51-1ED7142BFEE7}"/>
              </a:ext>
            </a:extLst>
          </p:cNvPr>
          <p:cNvGrpSpPr/>
          <p:nvPr/>
        </p:nvGrpSpPr>
        <p:grpSpPr>
          <a:xfrm>
            <a:off x="1084297" y="3063166"/>
            <a:ext cx="468000" cy="4226060"/>
            <a:chOff x="1084297" y="3063166"/>
            <a:chExt cx="468000" cy="4226060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522091BF-8ADC-42E9-4364-6CADCBF64D93}"/>
                </a:ext>
              </a:extLst>
            </p:cNvPr>
            <p:cNvSpPr/>
            <p:nvPr/>
          </p:nvSpPr>
          <p:spPr bwMode="auto">
            <a:xfrm>
              <a:off x="1156372" y="3063166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1</a:t>
              </a:r>
              <a:endParaRPr lang="es-MX" sz="1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08BE2C57-8C58-1971-6405-ECDFCADE3286}"/>
                </a:ext>
              </a:extLst>
            </p:cNvPr>
            <p:cNvSpPr/>
            <p:nvPr/>
          </p:nvSpPr>
          <p:spPr bwMode="auto">
            <a:xfrm>
              <a:off x="1156372" y="3505211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2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5DCE92D6-0F30-DB87-E460-A2C768F67460}"/>
                </a:ext>
              </a:extLst>
            </p:cNvPr>
            <p:cNvSpPr/>
            <p:nvPr/>
          </p:nvSpPr>
          <p:spPr bwMode="auto">
            <a:xfrm>
              <a:off x="1156372" y="3939330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3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6A9F23C4-EAC7-04C8-6C4A-BC992962727F}"/>
                </a:ext>
              </a:extLst>
            </p:cNvPr>
            <p:cNvSpPr/>
            <p:nvPr/>
          </p:nvSpPr>
          <p:spPr bwMode="auto">
            <a:xfrm>
              <a:off x="1156372" y="4361939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4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A1FA1782-525D-8181-F978-E02BCF4DF151}"/>
                </a:ext>
              </a:extLst>
            </p:cNvPr>
            <p:cNvSpPr/>
            <p:nvPr/>
          </p:nvSpPr>
          <p:spPr bwMode="auto">
            <a:xfrm>
              <a:off x="1156372" y="4796197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5</a:t>
              </a: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7A310CF-7C81-F638-0480-6A2C6BB8E8E8}"/>
                </a:ext>
              </a:extLst>
            </p:cNvPr>
            <p:cNvSpPr/>
            <p:nvPr/>
          </p:nvSpPr>
          <p:spPr bwMode="auto">
            <a:xfrm>
              <a:off x="1156372" y="5231072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6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E9FC3175-F9F9-E3BB-3B69-F29A003979F6}"/>
                </a:ext>
              </a:extLst>
            </p:cNvPr>
            <p:cNvSpPr/>
            <p:nvPr/>
          </p:nvSpPr>
          <p:spPr bwMode="auto">
            <a:xfrm>
              <a:off x="1156372" y="5661388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7</a:t>
              </a:r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6908212C-F9DE-1B2D-77B8-95B14477CF3D}"/>
                </a:ext>
              </a:extLst>
            </p:cNvPr>
            <p:cNvSpPr/>
            <p:nvPr/>
          </p:nvSpPr>
          <p:spPr bwMode="auto">
            <a:xfrm>
              <a:off x="1156372" y="6092711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8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A94B1188-DD94-E6F3-4764-3BFE03C6F6F8}"/>
                </a:ext>
              </a:extLst>
            </p:cNvPr>
            <p:cNvSpPr/>
            <p:nvPr/>
          </p:nvSpPr>
          <p:spPr bwMode="auto">
            <a:xfrm>
              <a:off x="1156372" y="6518876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9</a:t>
              </a:r>
            </a:p>
          </p:txBody>
        </p: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140CBD20-CAAA-03E2-662F-DD8F10E28085}"/>
                </a:ext>
              </a:extLst>
            </p:cNvPr>
            <p:cNvGrpSpPr/>
            <p:nvPr/>
          </p:nvGrpSpPr>
          <p:grpSpPr>
            <a:xfrm>
              <a:off x="1084297" y="6963788"/>
              <a:ext cx="468000" cy="325438"/>
              <a:chOff x="1084297" y="6963788"/>
              <a:chExt cx="468000" cy="325438"/>
            </a:xfrm>
          </p:grpSpPr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0E16539F-50BC-F618-D2CF-1018AC50F00E}"/>
                  </a:ext>
                </a:extLst>
              </p:cNvPr>
              <p:cNvSpPr/>
              <p:nvPr/>
            </p:nvSpPr>
            <p:spPr bwMode="auto">
              <a:xfrm>
                <a:off x="1156372" y="6963788"/>
                <a:ext cx="323850" cy="325438"/>
              </a:xfrm>
              <a:prstGeom prst="ellipse">
                <a:avLst/>
              </a:prstGeom>
              <a:solidFill>
                <a:srgbClr val="FD4F5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MX" sz="1400" b="1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493014C-440E-66B9-ED7E-D249D2CA09E1}"/>
                  </a:ext>
                </a:extLst>
              </p:cNvPr>
              <p:cNvSpPr txBox="1"/>
              <p:nvPr/>
            </p:nvSpPr>
            <p:spPr>
              <a:xfrm>
                <a:off x="1084297" y="6972619"/>
                <a:ext cx="468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400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10</a:t>
                </a:r>
              </a:p>
            </p:txBody>
          </p:sp>
        </p:grpSp>
      </p:grpSp>
      <p:graphicFrame>
        <p:nvGraphicFramePr>
          <p:cNvPr id="29" name="Tabla_DET_MENS_DP">
            <a:extLst>
              <a:ext uri="{FF2B5EF4-FFF2-40B4-BE49-F238E27FC236}">
                <a16:creationId xmlns:a16="http://schemas.microsoft.com/office/drawing/2014/main" id="{7C59E219-BC80-8105-DF7A-87E97CF9A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114818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D4F58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031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9_plantilla banco ">
  <a:themeElements>
    <a:clrScheme name="Banco Azteca 2">
      <a:dk1>
        <a:srgbClr val="015131"/>
      </a:dk1>
      <a:lt1>
        <a:srgbClr val="F8F7FF"/>
      </a:lt1>
      <a:dk2>
        <a:srgbClr val="646467"/>
      </a:dk2>
      <a:lt2>
        <a:srgbClr val="F5F5FD"/>
      </a:lt2>
      <a:accent1>
        <a:srgbClr val="015131"/>
      </a:accent1>
      <a:accent2>
        <a:srgbClr val="A21623"/>
      </a:accent2>
      <a:accent3>
        <a:srgbClr val="6C191F"/>
      </a:accent3>
      <a:accent4>
        <a:srgbClr val="36A320"/>
      </a:accent4>
      <a:accent5>
        <a:srgbClr val="E9442D"/>
      </a:accent5>
      <a:accent6>
        <a:srgbClr val="FF8C15"/>
      </a:accent6>
      <a:hlink>
        <a:srgbClr val="36A320"/>
      </a:hlink>
      <a:folHlink>
        <a:srgbClr val="BFC1C7"/>
      </a:folHlink>
    </a:clrScheme>
    <a:fontScheme name="Instalación integrada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17555</TotalTime>
  <Words>383</Words>
  <Application>Microsoft Office PowerPoint</Application>
  <PresentationFormat>Personalizado</PresentationFormat>
  <Paragraphs>163</Paragraphs>
  <Slides>9</Slides>
  <Notes>7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5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9</vt:i4>
      </vt:variant>
    </vt:vector>
  </HeadingPairs>
  <TitlesOfParts>
    <vt:vector size="23" baseType="lpstr">
      <vt:lpstr>MS PGothic</vt:lpstr>
      <vt:lpstr>Arial</vt:lpstr>
      <vt:lpstr>Avenir Next lt pro bold</vt:lpstr>
      <vt:lpstr>Avenir Next lt pro medium</vt:lpstr>
      <vt:lpstr>AvenirNext LT Pro Bold</vt:lpstr>
      <vt:lpstr>Calibri</vt:lpstr>
      <vt:lpstr>Kanit</vt:lpstr>
      <vt:lpstr>Montserrat</vt:lpstr>
      <vt:lpstr>Muller thin</vt:lpstr>
      <vt:lpstr>1_Diseño personalizado</vt:lpstr>
      <vt:lpstr>9_plantilla banco </vt:lpstr>
      <vt:lpstr>Diseño personalizado</vt:lpstr>
      <vt:lpstr>2_Diseño personalizado</vt:lpstr>
      <vt:lpstr>3_Diseño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Yaira Sánchez</dc:creator>
  <cp:lastModifiedBy>Jesus Noel De Jesus Guerrero</cp:lastModifiedBy>
  <cp:revision>337</cp:revision>
  <dcterms:created xsi:type="dcterms:W3CDTF">2020-12-21T23:47:59Z</dcterms:created>
  <dcterms:modified xsi:type="dcterms:W3CDTF">2026-10-05T21:59:04Z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2023-05-02T18:17:29Z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7f9a10a3-581b-4cd3-a6cb-7ab43cc7bc97</vt:lpwstr>
  </property>
  <property fmtid="{D5CDD505-2E9C-101B-9397-08002B2CF9AE}" pid="8" name="MSIP_Label_8ae3a633-3d5f-462b-ba19-31157bb9a57b_ContentBits">
    <vt:lpwstr>0</vt:lpwstr>
  </property>
</Properties>
</file>