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87" r:id="rId3"/>
    <p:sldMasterId id="2147483701" r:id="rId4"/>
    <p:sldMasterId id="2147483717" r:id="rId5"/>
  </p:sldMasterIdLst>
  <p:notesMasterIdLst>
    <p:notesMasterId r:id="rId15"/>
  </p:notesMasterIdLst>
  <p:sldIdLst>
    <p:sldId id="684" r:id="rId6"/>
    <p:sldId id="850" r:id="rId7"/>
    <p:sldId id="745" r:id="rId8"/>
    <p:sldId id="865" r:id="rId9"/>
    <p:sldId id="398" r:id="rId10"/>
    <p:sldId id="864" r:id="rId11"/>
    <p:sldId id="816" r:id="rId12"/>
    <p:sldId id="817" r:id="rId13"/>
    <p:sldId id="818" r:id="rId14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75" autoAdjust="0"/>
    <p:restoredTop sz="95141" autoAdjust="0"/>
  </p:normalViewPr>
  <p:slideViewPr>
    <p:cSldViewPr snapToGrid="0" snapToObjects="1">
      <p:cViewPr varScale="1">
        <p:scale>
          <a:sx n="91" d="100"/>
          <a:sy n="91" d="100"/>
        </p:scale>
        <p:origin x="936" y="78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11-4944-8563-AEA36ECA9AD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11-4944-8563-AEA36ECA9AD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911-4944-8563-AEA36ECA9ADB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11-4944-8563-AEA36ECA9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DE34-41F9-9CEB-FEB585BF9606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E34-41F9-9CEB-FEB585BF9606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E34-41F9-9CEB-FEB585BF9606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E34-41F9-9CEB-FEB585BF9606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E34-41F9-9CEB-FEB585BF9606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E34-41F9-9CEB-FEB585BF9606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E34-41F9-9CEB-FEB585BF9606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E34-41F9-9CEB-FEB585BF9606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E34-41F9-9CEB-FEB585BF9606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E34-41F9-9CEB-FEB585BF9606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E34-41F9-9CEB-FEB585BF9606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E34-41F9-9CEB-FEB585BF960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E34-41F9-9CEB-FEB585BF960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E34-41F9-9CEB-FEB585BF960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E34-41F9-9CEB-FEB585BF9606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E34-41F9-9CEB-FEB585BF9606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E34-41F9-9CEB-FEB585BF9606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E34-41F9-9CEB-FEB585BF9606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E34-41F9-9CEB-FEB585BF9606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E34-41F9-9CEB-FEB585BF9606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E34-41F9-9CEB-FEB585BF9606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E34-41F9-9CEB-FEB585BF9606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E34-41F9-9CEB-FEB585BF9606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DE34-41F9-9CEB-FEB585BF9606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DE34-41F9-9CEB-FEB585BF9606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DE34-41F9-9CEB-FEB585BF9606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DE34-41F9-9CEB-FEB585BF960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DE34-41F9-9CEB-FEB585BF9606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DE34-41F9-9CEB-FEB585BF9606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DE34-41F9-9CEB-FEB585BF9606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DE34-41F9-9CEB-FEB585BF9606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DE34-41F9-9CEB-FEB585BF9606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DE34-41F9-9CEB-FEB585BF9606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DE34-41F9-9CEB-FEB585BF9606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DE34-41F9-9CEB-FEB585BF9606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DE34-41F9-9CEB-FEB585BF9606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DE34-41F9-9CEB-FEB585BF9606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DE34-41F9-9CEB-FEB585BF960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E34-41F9-9CEB-FEB585BF960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E34-41F9-9CEB-FEB585BF960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DE34-41F9-9CEB-FEB585BF960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DE34-41F9-9CEB-FEB585BF960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DE34-41F9-9CEB-FEB585BF9606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DE34-41F9-9CEB-FEB585BF96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E22-49CE-9456-3A9DF8D3748E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E22-49CE-9456-3A9DF8D3748E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E22-49CE-9456-3A9DF8D3748E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22-49CE-9456-3A9DF8D37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14D3-410E-8790-F7760BD05044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D3-410E-8790-F7760BD0504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4D3-410E-8790-F7760BD0504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4D3-410E-8790-F7760BD05044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Hoja1!$A$2:$A$12</c:f>
              <c:strCache>
                <c:ptCount val="11"/>
                <c:pt idx="0">
                  <c:v>Negocios Familia
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Patrón</c:v>
                </c:pt>
                <c:pt idx="4">
                  <c:v>Unidad De Género
Martina Jaqueline L Hoist Tapia</c:v>
                </c:pt>
                <c:pt idx="5">
                  <c:v>Administración Dirección Nss
Aldo Ricardo Zuñiga Olivares</c:v>
                </c:pt>
                <c:pt idx="6">
                  <c:v>Consejos Consultivos
Gloria Escobar Garibay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Hoja1!$B$2:$B$12</c:f>
              <c:numCache>
                <c:formatCode>0.0%</c:formatCode>
                <c:ptCount val="11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4D3-410E-8790-F7760BD0504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14D3-410E-8790-F7760BD05044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Hoja1!$A$2:$A$12</c:f>
              <c:strCache>
                <c:ptCount val="11"/>
                <c:pt idx="0">
                  <c:v>Negocios Familia
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Patrón</c:v>
                </c:pt>
                <c:pt idx="4">
                  <c:v>Unidad De Género
Martina Jaqueline L Hoist Tapia</c:v>
                </c:pt>
                <c:pt idx="5">
                  <c:v>Administración Dirección Nss
Aldo Ricardo Zuñiga Olivares</c:v>
                </c:pt>
                <c:pt idx="6">
                  <c:v>Consejos Consultivos
Gloria Escobar Garibay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Hoja1!$C$2:$C$12</c:f>
              <c:numCache>
                <c:formatCode>0.0%</c:formatCode>
                <c:ptCount val="11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14D3-410E-8790-F7760BD05044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14D3-410E-8790-F7760BD05044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14D3-410E-8790-F7760BD05044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14D3-410E-8790-F7760BD05044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14D3-410E-8790-F7760BD05044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14D3-410E-8790-F7760BD05044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14D3-410E-8790-F7760BD05044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14D3-410E-8790-F7760BD0504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14D3-410E-8790-F7760BD0504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14D3-410E-8790-F7760BD0504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14D3-410E-8790-F7760BD0504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14D3-410E-8790-F7760BD0504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14D3-410E-8790-F7760BD05044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Hoja1!$A$2:$A$12</c:f>
              <c:strCache>
                <c:ptCount val="11"/>
                <c:pt idx="0">
                  <c:v>Negocios Familia
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Patrón</c:v>
                </c:pt>
                <c:pt idx="4">
                  <c:v>Unidad De Género
Martina Jaqueline L Hoist Tapia</c:v>
                </c:pt>
                <c:pt idx="5">
                  <c:v>Administración Dirección Nss
Aldo Ricardo Zuñiga Olivares</c:v>
                </c:pt>
                <c:pt idx="6">
                  <c:v>Consejos Consultivos
Gloria Escobar Garibay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Hoja1!$D$2:$D$12</c:f>
              <c:numCache>
                <c:formatCode>0.0%</c:formatCode>
                <c:ptCount val="11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14D3-410E-8790-F7760BD05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D92639-57F6-73D9-C248-0030C7936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65621-4175-36A6-A030-2621E336B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4A67937-8ABE-4F56-A1B9-5EA24101ADEF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6245DC-168D-E1E4-AA3F-107FBD9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324F848-89FF-A24C-9D5F-75288034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A02FE-F746-9B43-6C6E-6CF0DCA553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186163-C9F9-9CF5-1257-10EC05CB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011296-2D5F-4DDA-BDC4-271B5B9CAFC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14E9AAE1-E813-B2E9-43B7-C16B549D1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A5A98115-1742-3EF2-06CD-5759ADF48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9DFFB4E0-ADB0-FE7C-9663-3B4E72B7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C4A6D-3BC8-430D-B46D-070CEDEECFF6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>
            <a:extLst>
              <a:ext uri="{FF2B5EF4-FFF2-40B4-BE49-F238E27FC236}">
                <a16:creationId xmlns:a16="http://schemas.microsoft.com/office/drawing/2014/main" id="{DABB91D3-17B4-1D63-C455-2F9EA0868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>
            <a:extLst>
              <a:ext uri="{FF2B5EF4-FFF2-40B4-BE49-F238E27FC236}">
                <a16:creationId xmlns:a16="http://schemas.microsoft.com/office/drawing/2014/main" id="{6552FDDE-3047-C2DB-97A7-51B55F81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64516" name="Marcador de número de diapositiva 3">
            <a:extLst>
              <a:ext uri="{FF2B5EF4-FFF2-40B4-BE49-F238E27FC236}">
                <a16:creationId xmlns:a16="http://schemas.microsoft.com/office/drawing/2014/main" id="{62D3AE92-560F-144E-4629-3471E0221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1D09B7-D066-4F86-9F40-2F8F73D373EE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47FE-2689-C7CC-0547-65A8A2D7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ADE1978E-4833-E847-1218-4439C670D0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11F63C61-0085-4C40-9F97-06D3FC0436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DF63A6FA-A466-251B-E113-1A7DC6705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60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Marcador de imagen de diapositiva 1">
            <a:extLst>
              <a:ext uri="{FF2B5EF4-FFF2-40B4-BE49-F238E27FC236}">
                <a16:creationId xmlns:a16="http://schemas.microsoft.com/office/drawing/2014/main" id="{40BCFA81-4FC8-D514-04D0-C43E398D80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Marcador de notas 2">
            <a:extLst>
              <a:ext uri="{FF2B5EF4-FFF2-40B4-BE49-F238E27FC236}">
                <a16:creationId xmlns:a16="http://schemas.microsoft.com/office/drawing/2014/main" id="{A6471C25-E068-F715-EC22-0A945C76CF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7044" name="Marcador de número de diapositiva 3">
            <a:extLst>
              <a:ext uri="{FF2B5EF4-FFF2-40B4-BE49-F238E27FC236}">
                <a16:creationId xmlns:a16="http://schemas.microsoft.com/office/drawing/2014/main" id="{9ABFB6B7-60F1-401A-3519-2DE39D124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62FAC0-EE03-4006-924D-27F208BA9CC8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Marcador de imagen de diapositiva 1">
            <a:extLst>
              <a:ext uri="{FF2B5EF4-FFF2-40B4-BE49-F238E27FC236}">
                <a16:creationId xmlns:a16="http://schemas.microsoft.com/office/drawing/2014/main" id="{F5356F99-C58A-FE6C-43EA-85D1293C09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Marcador de notas 2">
            <a:extLst>
              <a:ext uri="{FF2B5EF4-FFF2-40B4-BE49-F238E27FC236}">
                <a16:creationId xmlns:a16="http://schemas.microsoft.com/office/drawing/2014/main" id="{548D57FC-CBC0-526D-E614-B37E2670A8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9092" name="Marcador de número de diapositiva 3">
            <a:extLst>
              <a:ext uri="{FF2B5EF4-FFF2-40B4-BE49-F238E27FC236}">
                <a16:creationId xmlns:a16="http://schemas.microsoft.com/office/drawing/2014/main" id="{25B2419F-B4DB-E3D6-DBC7-074EC02EE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525AF-1775-427B-BD8F-4D8ECB9979B4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Marcador de imagen de diapositiva 1">
            <a:extLst>
              <a:ext uri="{FF2B5EF4-FFF2-40B4-BE49-F238E27FC236}">
                <a16:creationId xmlns:a16="http://schemas.microsoft.com/office/drawing/2014/main" id="{A72A6E15-FCBC-6C7A-6DDD-2F15BA04ED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Marcador de notas 2">
            <a:extLst>
              <a:ext uri="{FF2B5EF4-FFF2-40B4-BE49-F238E27FC236}">
                <a16:creationId xmlns:a16="http://schemas.microsoft.com/office/drawing/2014/main" id="{80DC7BE4-A6B0-8535-D88F-1554035A69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91140" name="Marcador de número de diapositiva 3">
            <a:extLst>
              <a:ext uri="{FF2B5EF4-FFF2-40B4-BE49-F238E27FC236}">
                <a16:creationId xmlns:a16="http://schemas.microsoft.com/office/drawing/2014/main" id="{46697705-A9BE-617C-8BE5-1BF76A922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A533C8-B6F3-474A-9F30-4B62BE9F8F07}" type="slidenum">
              <a:rPr lang="es-ES_tradnl" altLang="es-MX" smtClean="0"/>
              <a:pPr>
                <a:spcBef>
                  <a:spcPct val="0"/>
                </a:spcBef>
              </a:pPr>
              <a:t>9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6EBD-3E49-5A33-2D23-4426FCA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C727588-25A1-412C-BECC-78565DE51C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12D7-9180-FEDD-0A13-CD4323C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0BFC-4683-5ECB-07A7-645D91A0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464B-A312-41BF-BDD9-8AE9074DBB3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64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890F3-EAA1-FF55-DC97-AC35988F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83066C7-BD15-45D5-A850-666416FE40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E489-BFFD-5258-D67D-278AA1DC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3E9F8-707B-0DC6-E264-A378870F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D69B5-1ADF-492A-90B3-AEC08305396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097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631C2-2944-6749-F5E6-7B40FDD1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B8D11E-1C34-4D73-9C62-D8EC61578E2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BB4EF-0146-49CF-D19A-F4675FE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F0E8F-81FA-72DB-967B-6678AF6D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119A3-23F7-4596-8481-AD20BE6021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26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D2A35D-6014-D059-C815-07DB8909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E3B6CE0-A2FE-45E4-BDCE-5196E174017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E3AFEE-DC66-DF48-D5FC-18345C21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108DD-5341-EFCC-13D0-FACC97D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B07C-5242-45A3-9A22-1483D1EC418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054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B7595F-A32B-0583-8846-AC24331B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75C196-413F-45F4-8B27-2E0AE3AD8EA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50966-F7AB-F522-094C-EEE53F95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13B05-6FC9-8A4D-FB92-DB57797A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70E02-6668-4211-AA9E-4F74EC7A40B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75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5A7F-20E5-5426-3F26-0D487AA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1E9A-829B-48FC-B3E1-071EA85229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EF8476-07D9-31CB-52BC-6E725D99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C61DF-5FB9-A77E-B6E5-77BAD995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A42F-E033-45BF-AAEB-1DF7B068F5F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5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FF6A86-E508-9124-5796-4C7B456CD3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08FDAD1-67D1-7EA1-42AA-D9EB3ACB07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9" name="Imagen 4">
            <a:extLst>
              <a:ext uri="{FF2B5EF4-FFF2-40B4-BE49-F238E27FC236}">
                <a16:creationId xmlns:a16="http://schemas.microsoft.com/office/drawing/2014/main" id="{2430FFCC-FCF2-139F-1B87-31B2865382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89F214C0-6D22-CEBF-CDCA-2DE7EFE194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461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D8EBF68E-B69F-3A57-8231-0601349FDF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40A0A5-D432-E012-40BF-0C76F4B4D9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60782B6-A5CA-23CB-05CA-F5820B4DE2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5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CFC8A7-BB41-9311-258C-43B9ABE4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51DCE78-4A39-4EA4-A2B9-BF9551EBDD7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15A2E-EE06-EEF1-9D83-A10C9E24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08754-323F-D7F9-432F-EA6BB4C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47E57-E745-43ED-942B-6368D4E4BF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8336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02FF1-A470-1C35-ABD1-9994C85F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4C0E57-A3A5-4F90-8514-1B92B089733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95C3BA-DCC9-E81A-84CC-61E84FC6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FCFFA6-09FF-443C-F776-91B504B9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0F69-71AD-48AC-AA94-AA458FB175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103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4D6A7-8958-4A0D-F874-2261A6A0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553001-E6B0-4E4E-A757-DFABC99A9B3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BB7D9-AD8D-44AC-EE55-D59B936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34593-6AB1-D60B-92DD-2058AD43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8C01-2583-4B62-98A6-E14E0AC854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693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D9445-CA48-FAA6-9D60-8A6442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235B4E2-E398-4E00-AAC6-02A707654A3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C771C-ED7B-D0C4-6B7C-B796BB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5127D-53AB-1440-F024-92FECC60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F96-B2CB-44F6-808A-3D7965DA30A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562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7E90FDD9-8A28-4F7A-E6D9-7676800191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3E4727-8E2B-BF61-3B30-AD252DDC74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02" y="1457969"/>
            <a:ext cx="5758015" cy="5220000"/>
          </a:xfrm>
          <a:prstGeom prst="rect">
            <a:avLst/>
          </a:prstGeom>
          <a:scene3d>
            <a:camera prst="perspectiveRight"/>
            <a:lightRig rig="threePt" dir="t"/>
          </a:scene3d>
        </p:spPr>
      </p:pic>
      <p:pic>
        <p:nvPicPr>
          <p:cNvPr id="4" name="Imagen 3" descr="Forma, Flecha&#10;&#10;Descripción generada automáticamente">
            <a:extLst>
              <a:ext uri="{FF2B5EF4-FFF2-40B4-BE49-F238E27FC236}">
                <a16:creationId xmlns:a16="http://schemas.microsoft.com/office/drawing/2014/main" id="{C17B3391-D71A-F425-C86C-BE3045C75E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72478" y="4790868"/>
            <a:ext cx="4255256" cy="252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E15106F-EDC4-4C9C-102B-09581934DE7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362A8632-9D5E-0F31-2D12-337ECDC4BC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52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E5BE6-53F5-0629-F913-F65C5EFA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8E719-52AF-5E80-4183-2BA7D61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2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A4BAC-31A2-476D-5181-5B140F2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092FB-26F1-CA67-F1C0-A0E1C44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37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534B-BBC3-FC63-4828-4B2F7CB5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4FCDC-E7DC-5229-485F-093F9745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901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D70DD-57E3-C19B-42D6-742255D8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6D3F-67EF-1A38-1DEA-435B67E1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7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BAC2D6-838F-6656-9886-5E14A230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E0B04-694E-CFBD-EDEB-66E58F20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197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9507-E7B3-91D1-4A3A-88C5B27B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5B562-1491-BB43-E2AE-10A6F048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35C43EB4-7F16-108E-43F7-F0D889DAEA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0BF1CD-01E5-BB53-CCED-6FE79E0B7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524" y="481229"/>
            <a:ext cx="1620000" cy="1149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A7E3143-F7D0-F721-24A4-7E1D76C607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937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5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3" userDrawn="1">
          <p15:clr>
            <a:srgbClr val="FBAE40"/>
          </p15:clr>
        </p15:guide>
        <p15:guide id="2" pos="453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0A713-B585-F378-E6DB-2D90E0C2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06B3C-BAFE-EDD2-D4CC-DAFCDB09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687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163E3-1E9E-C7E5-B39B-2FCA5535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97EFB-35F5-DB03-05E6-09D20B65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106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04539-30A7-72D1-E2F3-ABA509AE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56D72-BD35-C5B0-2F2B-F31AD06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195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0472A-986A-0F11-62F9-993C883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6CD8-136D-777E-1938-E93CC887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958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2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99958-3519-9999-CD54-6561D872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D1FFC10-B0CD-4C28-A8C6-174856D5B90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05DA0D-0870-C95E-AD47-37821FB8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9D0CE-B453-0FE4-31E7-E51D6558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6390D-0C75-4C70-865C-C08A3D470D7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7748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36A6E-EECA-18DC-C046-60C9A10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9C4EA83-247C-4D63-8FC9-0936413C13A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8785A-F9FE-54F2-6FE0-EC33D073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A7DD9-C502-3F09-5449-DF605FE4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FBBB0-A835-412E-907C-33D472F1E08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3696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057F4-9C51-42D8-B64E-D7712C77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088FA6F-5E4D-4B35-8612-35194339904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9E36-5A4B-0020-6F84-E274335F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6C9F9-F6ED-4563-D8EA-1ACBFB25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519BE-1D49-4939-BD39-A2611F7E400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72797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29A22-1F75-458E-58EE-F31F96E8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73BDDBB-C47E-46DF-912E-C64B6E497D8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2E14-FF2C-F3B1-51A0-CBEBC18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AEAA-F8C5-0ABF-B9D2-570251D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17B8-FB41-46D4-A1B5-CEB275B5E5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5003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859C2-3C46-2F91-EB62-07100F55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A7D1DCA-DA21-457D-B85E-B7FEF463140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35287B-8447-8E55-5714-9DCCE4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DCEF7F-2432-3F5B-C26A-7749C440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5F13-1A59-414E-A603-8FDCAE62B80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2411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D53C6E-4788-D0BF-1287-98A4D2C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4336BA-23FB-4205-AA93-A6FD0DBC1B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C9B93E-BC61-E524-CE42-FC36796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3F9246-885B-59C4-B412-23E894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C0EF-EFE7-43A2-AF83-EF09381410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17442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514192-9D90-DB6F-92BC-8F6B54D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1BC10C1-C3AC-44AC-8BB0-ECB4C86F5C4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A5F90A-46E9-AA8B-75BE-AAC298F5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55656E-E357-C040-8732-EF36E6BC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280C-946A-4698-B6C8-9039CA3E28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051675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B3E7035-DDC1-B7B9-1127-B1A769C945D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90F068D3-97FF-6BF1-0361-FFB9A0692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BF59C88-0BF3-55DF-38BE-4EF46385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46B9E6-3DF7-4B71-959A-0F8E4EEA4B0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85D26AB-F3D6-F6B0-6CFA-08A5C24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28B17A-C002-CCC8-AA83-278FFE46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F4D10-6ACA-4A4F-BA83-67EAC3B4B7C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95114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975F7D-7818-7EF7-1D91-FE3F5B79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6AF17E4-F2FC-43E4-9BD3-846122AC4C3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AB0CE-DF26-5980-19F4-3C6DE546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ED9573-2255-6509-2EE3-13E66AF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A7AB-76F8-48CA-B90F-D5B4BBC81C7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8891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53404-6703-8BF8-004C-BD562E0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20654DC-2A96-4BDB-8A17-A1E2C042823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748B6-4597-F69B-F1A9-555286E9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9B0376-3B92-E5E6-98A1-325A77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EF5C5-6F16-40E0-91F3-F13BE6BC56F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01871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FBCF0-3D34-F3C2-C4D9-08CF3619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B16916-BB83-459C-974D-2FC84FB31DB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5B2A6-5C59-0FDC-6F17-FDB2F34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85B1-37E4-ED5D-9E1C-C036608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D394A-6EEF-4608-BC76-9ECE30AE617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586051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075EA-BCBA-448E-8727-090737D5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7BD9B4-4204-4EC7-BEB1-39D0311782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B08DF-D0BF-3F85-27C4-61E2F94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C7931-88EB-B299-6641-C2E2D13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1929-5B10-4608-85D9-A73E199B55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9412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0A89CF4-9D13-B7FF-5478-3B8B7D8F0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1747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2EBDE-8553-F9FD-B193-921E3191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949CEA3-58E7-4CAB-AEB2-131FAC8BDDB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87BE5-2061-E7B5-8F40-1C0C1B48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D0C7B-A329-5F92-F961-6E051AE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D9154-6334-4F65-82A8-8478F32D268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9949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2EA61-E526-36C8-A1DA-FF931B8E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A719848-366F-40F1-B5A5-59F57A616F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440E5-03C7-3E66-064F-F96C83B1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9AF3-45DA-0820-B8CF-9654D25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4DD5-22AB-4786-848E-74373348739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501736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200B6-0123-38F5-AEFC-093644DD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5A7D9A4-8561-4A6C-B58D-513DC56CEC6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231F09-D285-557F-D6A8-272ACB9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D5E0-FFAB-9761-F2BC-80D72A5A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FE61C-8024-42E3-A5E1-413A96CB12F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8416570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FAB2C-84C1-BBE6-81DD-BC98DA9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512DF7-D815-42AE-BE86-DDFA419856E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11B-5BAC-AACF-05C9-A0E55C9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92555-B269-1DB2-6312-8CA0C3F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E5CA-4AA7-4EAD-857D-A82BB354B51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82996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F7934-4FCF-9576-6149-BC4F2A5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D22C19-0F37-450C-BF64-7C0A1F89085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E416B-232A-0082-6912-76EDD58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C9D48-D846-5F75-F412-8A46099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F362-41A3-46DA-A4B4-3CE932AB501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46914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892C1-C713-6AC4-63AD-EBC5FE90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370CAE-E20E-4CD4-994B-3229E8B5CCD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1D036-792A-A4CC-1FA6-3D267834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ED5CD-7167-2524-DA60-E6D71EF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6F0A6-BC9F-44EF-9EE3-53F2A2FE3F8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506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1568FD-B6C3-575D-2993-998BEBA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2F1CDC-8259-4284-8CEC-DFFB818B70E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1A9BD-03C3-15C3-4FB3-34F7215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7F492C-B7D6-F542-E7D4-A895D41E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8C16-12F1-4B54-BB9D-76C901F2EE4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029442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1CFF3331-2EC8-6572-A169-1230D3E5036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E5CD2F1-222B-1AA6-41D7-59ADC06B6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2AFB3F6-C91B-6183-8EFF-3D671505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52FBE94-5F03-4999-8227-A63AC8E9D49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A3C809B-8F5F-F686-72C3-14250504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B5CD086-3099-2768-6D3A-304D91D2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AAB20-58F5-4E23-AA20-359C503250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01100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B627C-34EE-017E-5EF1-EF4171F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E8D5E3E-5ADC-40CD-B56D-B3D4EECF93E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C0A2-2ADD-803C-4B29-E534215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91CE9-0862-C7A4-071F-E5D1EF7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FB9D-0E5B-42B3-9332-3F1037752A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88222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59635-277F-04A4-F95D-12707631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9406E0-8FF3-4BF7-B6E7-88F90E9DDE5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5B216-5534-513C-9F9A-971B00F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20244-F23D-1B3C-2094-C7575C14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93C3-9303-4653-A7EB-D75648AF952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2261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5609E-16F8-18D2-8396-41D7480F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8331E4E-4420-4386-84DE-10258B33301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C011C-5BEB-32A7-DBF7-EADF22D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5B5D-BDFA-D1F5-5963-9092F39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DF2E-81B1-4832-8467-BB343F9E2D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2099629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E74C1-3378-504C-D9C4-E28305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7B73F83-486F-4850-B5F2-37D5998B500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6CD3-E742-1BF4-4BE0-25ACE5C1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A28D-5C8D-7417-32A1-FFC6C257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E516-5944-4507-83EE-32229639C8B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6702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FCA0E2F-5F1B-2338-8B81-21A52CC7B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23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98FC0-1DC4-6C14-2355-4A3B23C0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A6E741B-19BE-4E12-8E19-6B3DE23FA9A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A402D-D69A-DBF7-5BA7-18E75899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9E57E-77C8-FD86-F788-80E4DF6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E5EAA-A7AC-41E6-8EC4-5D71B19A05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6410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E659A-F1B0-EA0A-B4E4-A196898B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E7DABE-86AF-477B-9AF2-FF451B01791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225A7-6B89-024E-9CED-AB4D8B0C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F99DF-5AA7-49CA-1890-FF914C8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1F091-2089-4C8D-B58F-E08C4C68395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96871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DB89-67B7-3610-965C-8534FFD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30DC6F-E708-48A7-9AC8-474A9378B98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1B00C-45D9-4AF4-1195-8432E42A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388D-D93A-13F0-F895-B6A5BECA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30376-C7B5-4E35-973C-05D49D18B17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521989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B552-6CE0-ACB5-1CF0-BB0F093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1792FA-4BB7-404D-9B8C-E0C38904374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534C2B-C179-58FF-07F0-B494B697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67FE9-8D93-AA99-2D11-12FBE54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55A4-6BC6-4436-A087-DDE19A5AD17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196012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C6FD7-B466-5400-99C2-D6C13C19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0FC2BC-4500-4001-B99F-C914122933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6CC60B-C7CB-5AFF-CAF6-3739571B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145FE-DCB3-20BD-2702-D4E0856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6471D-8F9D-464B-906A-5063215A4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08564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AB050-7EA4-5764-7FD6-4E60E930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12CC54D-B1AC-4D0F-BB58-96A2A86C26D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881F04-E8B1-4CDA-7837-98DA8B3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F207D-C42C-7DED-E724-61F7DE1A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7411F-BEBC-4BF4-8CAE-052605414F8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43217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494CD4-3E5A-B9B9-B3EC-386872A1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CE5AD6F-CDEA-44FA-8203-61F8999C637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74173B-C217-BB4D-E2F3-D5535B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28B7D-EBFF-8F36-FF18-55E23000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35B2-D918-4CEC-B04E-EBDD7474843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04080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88A6E65-AB1E-263D-CE55-97B0081FC1C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D3494E5D-0A20-B0CF-C504-07393000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AA11556-D91E-1B5B-6193-9E91357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30D998-F5AF-426B-9C66-491C5D9D3FA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C7063DA-7714-2B8C-5BA9-BF1724CF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2794080-1EC2-DEE2-40D9-52F21E3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0CA47-4315-4FD0-B30C-9DAB70F661B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21388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98CC-CC9C-B693-76FA-B4FE53E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6372D7-148E-44B6-82F6-B8E4B578F64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2B6AA-A1A0-C15E-599E-E5410E49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6309-1BCA-B603-DB2C-4B2088D1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4E596-17CB-4C8A-B2F0-859D5EE36C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2134700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CCDE-5E21-DE71-2B9F-9820431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309C39-CAD0-40EB-8E7D-D5A9262F62C2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7685C-E9CD-47A1-E6AB-FA32F5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ED74B-331F-76A8-5F6C-C28FBB89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5166-DC9F-4C98-86E1-1A04D3C12AA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918621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5D4-31D8-C675-AAB6-55CAAB6F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9AA56FE-90E8-47C3-89C8-5F7D8DFD9CD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5E739-570F-F2B8-FBF2-EE31070F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CFE34-2C9E-D419-1333-2368C12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3422-A862-4CD2-A75F-4B2758F88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15982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4A7A8-D5FD-70C1-442F-064AD9FE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6F12F0E-669D-4BE1-A9BF-0E11F275B4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6DA92-9870-4B86-F0C3-51CFD94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D39F7-E919-DC9D-6373-BF2C060C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13D46-E7FB-4A95-A690-2245DF14B6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09021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4052728-8499-C6FF-FF7B-20ECE0E5D8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7191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6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D50B893-063B-02EE-FDD1-3FE5AE7678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4C227B35-5924-2901-229D-6F2D21D7A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37C74-6949-8EEA-C167-708BB23C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21FFFBF-D5A6-4D1C-87AD-3447D52A078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2C3D3-DF41-9088-F941-097E7DE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F90E63-2D1F-BB8C-2C69-19A533CEB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FB85B6-3B94-4BD5-A986-26F6EC71CB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17" r:id="rId1"/>
    <p:sldLayoutId id="2147493418" r:id="rId2"/>
    <p:sldLayoutId id="2147493419" r:id="rId3"/>
    <p:sldLayoutId id="2147493420" r:id="rId4"/>
    <p:sldLayoutId id="2147493421" r:id="rId5"/>
    <p:sldLayoutId id="2147493422" r:id="rId6"/>
    <p:sldLayoutId id="2147493423" r:id="rId7"/>
    <p:sldLayoutId id="2147493424" r:id="rId8"/>
    <p:sldLayoutId id="2147493425" r:id="rId9"/>
    <p:sldLayoutId id="2147493426" r:id="rId10"/>
    <p:sldLayoutId id="2147493427" r:id="rId11"/>
    <p:sldLayoutId id="2147493428" r:id="rId12"/>
    <p:sldLayoutId id="2147493429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993E0006-044F-98C4-3C89-0D203755AB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C7048B2B-A834-CEB9-FF95-1B11E6C48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C07B7-3870-4F25-C5B4-99956B3A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BABCE0-7A55-871E-B9C6-9DC2FCABD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3430" r:id="rId1"/>
    <p:sldLayoutId id="2147493431" r:id="rId2"/>
    <p:sldLayoutId id="2147493432" r:id="rId3"/>
    <p:sldLayoutId id="2147493433" r:id="rId4"/>
    <p:sldLayoutId id="2147493434" r:id="rId5"/>
    <p:sldLayoutId id="2147493435" r:id="rId6"/>
    <p:sldLayoutId id="2147493436" r:id="rId7"/>
    <p:sldLayoutId id="2147493437" r:id="rId8"/>
    <p:sldLayoutId id="2147493438" r:id="rId9"/>
    <p:sldLayoutId id="2147493439" r:id="rId10"/>
    <p:sldLayoutId id="2147493440" r:id="rId11"/>
    <p:sldLayoutId id="21474934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23F67CC4-5117-BB32-7E0B-CDC6DBB283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EA305510-5E28-B755-3676-BEE42E0B9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7996-0FA4-7D42-0385-A045ADE48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7B90BB1-49A9-489E-8560-E987CF71BB3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76E37-127F-14D4-9A83-F416B5347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3CAC-2CD3-1278-E08A-4CDE99E0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127126C-84D4-4E1B-BBC3-875546CBBA6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55972C32-8024-B2D7-5ADA-D1EED9554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42" r:id="rId1"/>
    <p:sldLayoutId id="2147493443" r:id="rId2"/>
    <p:sldLayoutId id="2147493444" r:id="rId3"/>
    <p:sldLayoutId id="2147493445" r:id="rId4"/>
    <p:sldLayoutId id="2147493446" r:id="rId5"/>
    <p:sldLayoutId id="2147493447" r:id="rId6"/>
    <p:sldLayoutId id="2147493448" r:id="rId7"/>
    <p:sldLayoutId id="2147493449" r:id="rId8"/>
    <p:sldLayoutId id="2147493450" r:id="rId9"/>
    <p:sldLayoutId id="2147493451" r:id="rId10"/>
    <p:sldLayoutId id="2147493452" r:id="rId11"/>
    <p:sldLayoutId id="2147493453" r:id="rId12"/>
    <p:sldLayoutId id="21474934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A040FC7B-F099-E337-D7B0-68FA0674CD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1F0BC2A4-421D-F74F-6BED-82F791C6D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E9EDC-E960-95C6-EC7C-EF139564F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AC37CED1-DD78-49D5-9BE5-E26F4B12741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A085B-BF7A-4CBA-365E-6D2AF5BB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AED7D-FC2F-74F1-E131-B9425FE20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72EBBDD-01A0-4848-91C6-2A0595F87FB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897EEEC2-31EE-7E89-D5BE-2DC7A79F8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55" r:id="rId1"/>
    <p:sldLayoutId id="2147493456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4" r:id="rId10"/>
    <p:sldLayoutId id="2147493465" r:id="rId11"/>
    <p:sldLayoutId id="2147493466" r:id="rId12"/>
    <p:sldLayoutId id="21474934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6616B0CF-80DA-9725-BD33-9348DEF160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5A13E742-8361-4548-306B-6E4E71E895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E53F7-2A98-9AB5-8B48-FE910747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A993614-2A11-462D-900A-2D49DC031A1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BE3D0-5687-59B7-443F-3ED61646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E13D1-71D2-8DA8-D1C6-8C9554B9E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B5B0C6A-DA63-47CA-8B1A-1D978E5A623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D67D6504-9003-8CC6-67DB-876E8E975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  <p:sldLayoutId id="2147493479" r:id="rId12"/>
    <p:sldLayoutId id="2147493480" r:id="rId13"/>
    <p:sldLayoutId id="21474934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2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slide" Target="slide4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4">
            <a:extLst>
              <a:ext uri="{FF2B5EF4-FFF2-40B4-BE49-F238E27FC236}">
                <a16:creationId xmlns:a16="http://schemas.microsoft.com/office/drawing/2014/main" id="{7DE137C8-FB25-3A37-DD46-6CA473CCB32B}"/>
              </a:ext>
            </a:extLst>
          </p:cNvPr>
          <p:cNvGrpSpPr>
            <a:grpSpLocks/>
          </p:cNvGrpSpPr>
          <p:nvPr/>
        </p:nvGrpSpPr>
        <p:grpSpPr bwMode="auto">
          <a:xfrm>
            <a:off x="811969" y="2474861"/>
            <a:ext cx="6462593" cy="2691060"/>
            <a:chOff x="365717" y="1997919"/>
            <a:chExt cx="6461742" cy="2692644"/>
          </a:xfrm>
        </p:grpSpPr>
        <p:sp>
          <p:nvSpPr>
            <p:cNvPr id="4" name="CuadroTexto 8">
              <a:extLst>
                <a:ext uri="{FF2B5EF4-FFF2-40B4-BE49-F238E27FC236}">
                  <a16:creationId xmlns:a16="http://schemas.microsoft.com/office/drawing/2014/main" id="{2CEF4CC9-689B-0F72-52D1-E36C49A6F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17" y="1997919"/>
              <a:ext cx="5831527" cy="113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IPN COLABORADORES </a:t>
              </a:r>
              <a:r>
                <a:rPr lang="es-MX" altLang="es-MX" sz="32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RESULTADOS</a:t>
              </a:r>
            </a:p>
          </p:txBody>
        </p:sp>
        <p:sp>
          <p:nvSpPr>
            <p:cNvPr id="5" name="CuadroTexto 9">
              <a:extLst>
                <a:ext uri="{FF2B5EF4-FFF2-40B4-BE49-F238E27FC236}">
                  <a16:creationId xmlns:a16="http://schemas.microsoft.com/office/drawing/2014/main" id="{22D821E5-D3D6-5678-D833-F908ED507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62" y="3506713"/>
              <a:ext cx="4778105" cy="6467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sp>
          <p:nvSpPr>
            <p:cNvPr id="6" name="CuadroTexto 12">
              <a:extLst>
                <a:ext uri="{FF2B5EF4-FFF2-40B4-BE49-F238E27FC236}">
                  <a16:creationId xmlns:a16="http://schemas.microsoft.com/office/drawing/2014/main" id="{FFF357F6-35F2-C331-34DB-C4A3997DC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025" y="4167035"/>
              <a:ext cx="3917434" cy="5235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14273110-9478-25AE-5688-88498632995A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9" name="Imagen 28">
              <a:extLst>
                <a:ext uri="{FF2B5EF4-FFF2-40B4-BE49-F238E27FC236}">
                  <a16:creationId xmlns:a16="http://schemas.microsoft.com/office/drawing/2014/main" id="{5D306FE5-F4A5-4906-0C50-044AB8408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1AF24211-AE50-DA18-1399-2DA4A530210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4" name="Imagen 4">
              <a:extLst>
                <a:ext uri="{FF2B5EF4-FFF2-40B4-BE49-F238E27FC236}">
                  <a16:creationId xmlns:a16="http://schemas.microsoft.com/office/drawing/2014/main" id="{4E7D2A1F-FDFF-AF34-921F-A4E350E30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CuadroTexto 28">
            <a:extLst>
              <a:ext uri="{FF2B5EF4-FFF2-40B4-BE49-F238E27FC236}">
                <a16:creationId xmlns:a16="http://schemas.microsoft.com/office/drawing/2014/main" id="{87CE2BC7-68F1-5076-0A0E-3135D9A68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71C95559-1B7B-8ED6-9071-2A9F19DDE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88339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Negocios Familia.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256 respondieron la encuesta (51.6%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17" name="Imagen 21">
            <a:extLst>
              <a:ext uri="{FF2B5EF4-FFF2-40B4-BE49-F238E27FC236}">
                <a16:creationId xmlns:a16="http://schemas.microsoft.com/office/drawing/2014/main" id="{ED4ADA1B-72A7-30EF-1A23-789D7622A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n 6">
            <a:extLst>
              <a:ext uri="{FF2B5EF4-FFF2-40B4-BE49-F238E27FC236}">
                <a16:creationId xmlns:a16="http://schemas.microsoft.com/office/drawing/2014/main" id="{C219E84E-DF5D-9186-FFDE-4A2229852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3">
            <a:extLst>
              <a:ext uri="{FF2B5EF4-FFF2-40B4-BE49-F238E27FC236}">
                <a16:creationId xmlns:a16="http://schemas.microsoft.com/office/drawing/2014/main" id="{68C51C5B-14E4-008C-4D5C-2FCE1DE66E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DF4CFCC-2B33-4E9D-AD6A-39CCFA3CC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543309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2" name="Grupo 21">
            <a:extLst>
              <a:ext uri="{FF2B5EF4-FFF2-40B4-BE49-F238E27FC236}">
                <a16:creationId xmlns:a16="http://schemas.microsoft.com/office/drawing/2014/main" id="{EDA2FA21-B3D1-4323-F62F-984E7BE3EEEA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3" name="CuadroTexto 20">
              <a:extLst>
                <a:ext uri="{FF2B5EF4-FFF2-40B4-BE49-F238E27FC236}">
                  <a16:creationId xmlns:a16="http://schemas.microsoft.com/office/drawing/2014/main" id="{449A42EA-220B-2F7C-5DD9-9C21DFBB9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4" name="Rectángulo 6">
              <a:extLst>
                <a:ext uri="{FF2B5EF4-FFF2-40B4-BE49-F238E27FC236}">
                  <a16:creationId xmlns:a16="http://schemas.microsoft.com/office/drawing/2014/main" id="{787BBCA1-28D5-533A-5C1E-1F79F4137DBA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5" name="Object 16">
              <a:extLst>
                <a:ext uri="{FF2B5EF4-FFF2-40B4-BE49-F238E27FC236}">
                  <a16:creationId xmlns:a16="http://schemas.microsoft.com/office/drawing/2014/main" id="{1E8F9964-FD1E-B59A-8670-248D8F883A2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37660394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6" name="Object 16">
                          <a:extLst>
                            <a:ext uri="{FF2B5EF4-FFF2-40B4-BE49-F238E27FC236}">
                              <a16:creationId xmlns:a16="http://schemas.microsoft.com/office/drawing/2014/main" id="{B8714DDA-952D-5DFA-7018-16C4B66B1FA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12536D96-63C7-9E38-248D-C7FE3AB45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7" name="CuadroTexto 20">
              <a:extLst>
                <a:ext uri="{FF2B5EF4-FFF2-40B4-BE49-F238E27FC236}">
                  <a16:creationId xmlns:a16="http://schemas.microsoft.com/office/drawing/2014/main" id="{328ADF85-4B59-952E-447F-CC4B9FAD5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06600A3B-9F66-18C2-677E-60B212447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45135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8">
            <a:extLst>
              <a:ext uri="{FF2B5EF4-FFF2-40B4-BE49-F238E27FC236}">
                <a16:creationId xmlns:a16="http://schemas.microsoft.com/office/drawing/2014/main" id="{DA76C506-803F-FC27-0357-41794D7F2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adroTexto 28">
            <a:extLst>
              <a:ext uri="{FF2B5EF4-FFF2-40B4-BE49-F238E27FC236}">
                <a16:creationId xmlns:a16="http://schemas.microsoft.com/office/drawing/2014/main" id="{608BD4DA-A03A-E2C3-A6A6-2623D25D7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2" name="89 CuadroTexto">
            <a:extLst>
              <a:ext uri="{FF2B5EF4-FFF2-40B4-BE49-F238E27FC236}">
                <a16:creationId xmlns:a16="http://schemas.microsoft.com/office/drawing/2014/main" id="{0625B33B-4B9C-C91D-D205-DD8F3BB16F30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8478FC9-BE63-BCC3-27F9-A110C1DF6D28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2B784F4C-CCD3-0ACC-A7AE-F0C4525CA5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798767F5-3BF8-7567-1133-D56121602E4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BA5A6505-311C-85C3-33A0-0C873CD68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6" name="Tabla_IPN_SL">
            <a:extLst>
              <a:ext uri="{FF2B5EF4-FFF2-40B4-BE49-F238E27FC236}">
                <a16:creationId xmlns:a16="http://schemas.microsoft.com/office/drawing/2014/main" id="{3E0021AE-2749-EB80-842F-20F218B31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15243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ANTERIO_SL">
            <a:extLst>
              <a:ext uri="{FF2B5EF4-FFF2-40B4-BE49-F238E27FC236}">
                <a16:creationId xmlns:a16="http://schemas.microsoft.com/office/drawing/2014/main" id="{603B02D3-E9CD-3A12-DF3F-2A0798EDA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9791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Agrupar 49">
            <a:extLst>
              <a:ext uri="{FF2B5EF4-FFF2-40B4-BE49-F238E27FC236}">
                <a16:creationId xmlns:a16="http://schemas.microsoft.com/office/drawing/2014/main" id="{BA609566-74ED-52C6-A0F4-525DD189680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7" name="CuadroTexto 33">
              <a:extLst>
                <a:ext uri="{FF2B5EF4-FFF2-40B4-BE49-F238E27FC236}">
                  <a16:creationId xmlns:a16="http://schemas.microsoft.com/office/drawing/2014/main" id="{93CC37E7-0CC9-7E5B-85AE-B50F1CD457FB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8" name="CuadroTexto 34">
              <a:extLst>
                <a:ext uri="{FF2B5EF4-FFF2-40B4-BE49-F238E27FC236}">
                  <a16:creationId xmlns:a16="http://schemas.microsoft.com/office/drawing/2014/main" id="{8DCC0E57-9FEB-E020-D04B-4FBF6DF7BDA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9" name="CuadroTexto 35">
              <a:extLst>
                <a:ext uri="{FF2B5EF4-FFF2-40B4-BE49-F238E27FC236}">
                  <a16:creationId xmlns:a16="http://schemas.microsoft.com/office/drawing/2014/main" id="{EA171127-6E3D-D1EA-B901-60CA4FD7798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0" name="83 Rectángulo">
              <a:extLst>
                <a:ext uri="{FF2B5EF4-FFF2-40B4-BE49-F238E27FC236}">
                  <a16:creationId xmlns:a16="http://schemas.microsoft.com/office/drawing/2014/main" id="{F43123AA-8A04-3BCB-1FAC-FBFBFF0B3A3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2" name="84 Rectángulo">
              <a:extLst>
                <a:ext uri="{FF2B5EF4-FFF2-40B4-BE49-F238E27FC236}">
                  <a16:creationId xmlns:a16="http://schemas.microsoft.com/office/drawing/2014/main" id="{B2E40301-9CDA-E0CE-3436-47A4D8D1C2A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17 Rectángulo">
              <a:extLst>
                <a:ext uri="{FF2B5EF4-FFF2-40B4-BE49-F238E27FC236}">
                  <a16:creationId xmlns:a16="http://schemas.microsoft.com/office/drawing/2014/main" id="{B3211D7B-8F70-6A49-9AB7-B239803EC86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4" name="Conector angular 25">
            <a:extLst>
              <a:ext uri="{FF2B5EF4-FFF2-40B4-BE49-F238E27FC236}">
                <a16:creationId xmlns:a16="http://schemas.microsoft.com/office/drawing/2014/main" id="{D20D3F56-2730-FDBD-FD12-9B2BF6C797F8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058C6389-FDF4-7259-FF28-617595C16436}"/>
              </a:ext>
            </a:extLst>
          </p:cNvPr>
          <p:cNvCxnSpPr>
            <a:cxnSpLocks/>
            <a:stCxn id="26" idx="1"/>
            <a:endCxn id="4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50AFF1D3-42F2-96F2-7C42-90D235819BC5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7" name="Tabla_DET_SL">
            <a:extLst>
              <a:ext uri="{FF2B5EF4-FFF2-40B4-BE49-F238E27FC236}">
                <a16:creationId xmlns:a16="http://schemas.microsoft.com/office/drawing/2014/main" id="{C5E59BA5-59DC-5128-AE8A-64D30B40A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25876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8" name="Tabla_PAS_SL">
            <a:extLst>
              <a:ext uri="{FF2B5EF4-FFF2-40B4-BE49-F238E27FC236}">
                <a16:creationId xmlns:a16="http://schemas.microsoft.com/office/drawing/2014/main" id="{1FABE52E-2C40-AE19-1DFF-AAF2A4EEA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495736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RO_SL">
            <a:extLst>
              <a:ext uri="{FF2B5EF4-FFF2-40B4-BE49-F238E27FC236}">
                <a16:creationId xmlns:a16="http://schemas.microsoft.com/office/drawing/2014/main" id="{D70B4201-53B2-AD0F-D7C2-2BA13B002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20938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Grafico _don_SL">
            <a:extLst>
              <a:ext uri="{FF2B5EF4-FFF2-40B4-BE49-F238E27FC236}">
                <a16:creationId xmlns:a16="http://schemas.microsoft.com/office/drawing/2014/main" id="{FE948F7E-9600-49C0-DC6D-20F457557E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968453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25 CuadroTexto">
            <a:extLst>
              <a:ext uri="{FF2B5EF4-FFF2-40B4-BE49-F238E27FC236}">
                <a16:creationId xmlns:a16="http://schemas.microsoft.com/office/drawing/2014/main" id="{AE572F96-2E72-CBBE-7D97-0A036587740C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aphicFrame>
        <p:nvGraphicFramePr>
          <p:cNvPr id="53" name="Grafico_bar_SL">
            <a:extLst>
              <a:ext uri="{FF2B5EF4-FFF2-40B4-BE49-F238E27FC236}">
                <a16:creationId xmlns:a16="http://schemas.microsoft.com/office/drawing/2014/main" id="{ED865AB5-6EF7-405E-6F06-28AC8F44B5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3085162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Tabla_DIF_SL">
            <a:extLst>
              <a:ext uri="{FF2B5EF4-FFF2-40B4-BE49-F238E27FC236}">
                <a16:creationId xmlns:a16="http://schemas.microsoft.com/office/drawing/2014/main" id="{FAD15B4A-9276-7597-510B-19A694C5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686844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" name="Conector recto 29">
            <a:extLst>
              <a:ext uri="{FF2B5EF4-FFF2-40B4-BE49-F238E27FC236}">
                <a16:creationId xmlns:a16="http://schemas.microsoft.com/office/drawing/2014/main" id="{F5361847-CD05-165D-2A02-9CD2CFF097EC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51DFA794-017C-2D0D-B506-4570B240E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91" y="5374973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9">
            <a:extLst>
              <a:ext uri="{FF2B5EF4-FFF2-40B4-BE49-F238E27FC236}">
                <a16:creationId xmlns:a16="http://schemas.microsoft.com/office/drawing/2014/main" id="{E931CA35-342E-C6D9-157C-D34DAA0F9516}"/>
              </a:ext>
            </a:extLst>
          </p:cNvPr>
          <p:cNvSpPr txBox="1"/>
          <p:nvPr/>
        </p:nvSpPr>
        <p:spPr>
          <a:xfrm>
            <a:off x="9366256" y="3006140"/>
            <a:ext cx="43513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dirty="0">
                <a:solidFill>
                  <a:srgbClr val="5B5A5A"/>
                </a:solidFill>
                <a:latin typeface="Montserrat Light" pitchFamily="2" charset="77"/>
              </a:rPr>
              <a:t>RESULTADOS</a:t>
            </a:r>
          </a:p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NEGOCIOS</a:t>
            </a:r>
          </a:p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FAMILIA</a:t>
            </a:r>
          </a:p>
        </p:txBody>
      </p:sp>
    </p:spTree>
    <p:extLst>
      <p:ext uri="{BB962C8B-B14F-4D97-AF65-F5344CB8AC3E}">
        <p14:creationId xmlns:p14="http://schemas.microsoft.com/office/powerpoint/2010/main" val="48917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9631-E6C1-CF70-1DF7-DFF10216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31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0A30D55-3C8B-3209-34DB-783347C47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5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a_DIF_NF">
            <a:extLst>
              <a:ext uri="{FF2B5EF4-FFF2-40B4-BE49-F238E27FC236}">
                <a16:creationId xmlns:a16="http://schemas.microsoft.com/office/drawing/2014/main" id="{A6EF9E42-2DA7-FE05-EDBE-7CF6D86CB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434672"/>
              </p:ext>
            </p:extLst>
          </p:nvPr>
        </p:nvGraphicFramePr>
        <p:xfrm>
          <a:off x="11525762" y="1552642"/>
          <a:ext cx="2823204" cy="5937217"/>
        </p:xfrm>
        <a:graphic>
          <a:graphicData uri="http://schemas.openxmlformats.org/drawingml/2006/table">
            <a:tbl>
              <a:tblPr/>
              <a:tblGrid>
                <a:gridCol w="97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67">
                  <a:extLst>
                    <a:ext uri="{9D8B030D-6E8A-4147-A177-3AD203B41FA5}">
                      <a16:colId xmlns:a16="http://schemas.microsoft.com/office/drawing/2014/main" val="4044399031"/>
                    </a:ext>
                  </a:extLst>
                </a:gridCol>
                <a:gridCol w="617367">
                  <a:extLst>
                    <a:ext uri="{9D8B030D-6E8A-4147-A177-3AD203B41FA5}">
                      <a16:colId xmlns:a16="http://schemas.microsoft.com/office/drawing/2014/main" val="2512963150"/>
                    </a:ext>
                  </a:extLst>
                </a:gridCol>
              </a:tblGrid>
              <a:tr h="373153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10228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449335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619346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02089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569516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651196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374654"/>
                  </a:ext>
                </a:extLst>
              </a:tr>
            </a:tbl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2D42A3E7-90F5-2342-461D-0AD33A27CD1A}"/>
              </a:ext>
            </a:extLst>
          </p:cNvPr>
          <p:cNvSpPr txBox="1"/>
          <p:nvPr/>
        </p:nvSpPr>
        <p:spPr>
          <a:xfrm>
            <a:off x="10488771" y="7613313"/>
            <a:ext cx="29835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778C858-5B9A-833F-9EE7-765E309434CD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19" name="Imagen 28">
              <a:extLst>
                <a:ext uri="{FF2B5EF4-FFF2-40B4-BE49-F238E27FC236}">
                  <a16:creationId xmlns:a16="http://schemas.microsoft.com/office/drawing/2014/main" id="{73E390F1-E290-AE85-5F57-52A02306CA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ítulo 2">
              <a:extLst>
                <a:ext uri="{FF2B5EF4-FFF2-40B4-BE49-F238E27FC236}">
                  <a16:creationId xmlns:a16="http://schemas.microsoft.com/office/drawing/2014/main" id="{81F18F99-B96C-EF36-1E96-028868AA904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Negocios Familia 1Q 2026</a:t>
              </a:r>
            </a:p>
          </p:txBody>
        </p:sp>
        <p:pic>
          <p:nvPicPr>
            <p:cNvPr id="25" name="Imagen 3">
              <a:extLst>
                <a:ext uri="{FF2B5EF4-FFF2-40B4-BE49-F238E27FC236}">
                  <a16:creationId xmlns:a16="http://schemas.microsoft.com/office/drawing/2014/main" id="{D5E1CC12-304F-A233-1F67-9219622DA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89 CuadroTexto">
            <a:extLst>
              <a:ext uri="{FF2B5EF4-FFF2-40B4-BE49-F238E27FC236}">
                <a16:creationId xmlns:a16="http://schemas.microsoft.com/office/drawing/2014/main" id="{9BC23B99-B6E5-119B-6A14-CD686DD04139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Negocios Familia</a:t>
            </a:r>
          </a:p>
        </p:txBody>
      </p:sp>
      <p:graphicFrame>
        <p:nvGraphicFramePr>
          <p:cNvPr id="28" name="Tabla_IPN_NF">
            <a:extLst>
              <a:ext uri="{FF2B5EF4-FFF2-40B4-BE49-F238E27FC236}">
                <a16:creationId xmlns:a16="http://schemas.microsoft.com/office/drawing/2014/main" id="{B02C52E5-EE96-FEF6-7B9E-ADC12EDD4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946384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Tabla_ANTERIO_NF">
            <a:extLst>
              <a:ext uri="{FF2B5EF4-FFF2-40B4-BE49-F238E27FC236}">
                <a16:creationId xmlns:a16="http://schemas.microsoft.com/office/drawing/2014/main" id="{34FA8381-ADBB-6B0B-E53A-3149CA2A7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02431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0" name="Agrupar 49">
            <a:extLst>
              <a:ext uri="{FF2B5EF4-FFF2-40B4-BE49-F238E27FC236}">
                <a16:creationId xmlns:a16="http://schemas.microsoft.com/office/drawing/2014/main" id="{1FE4D96B-71FB-3044-2BB8-BEF47756D01A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1" name="CuadroTexto 33">
              <a:extLst>
                <a:ext uri="{FF2B5EF4-FFF2-40B4-BE49-F238E27FC236}">
                  <a16:creationId xmlns:a16="http://schemas.microsoft.com/office/drawing/2014/main" id="{21F7E094-A38C-C6D2-8122-D44AA0E338A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4616295D-DD88-3F1D-23DF-8593B7FCB605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3" name="CuadroTexto 35">
              <a:extLst>
                <a:ext uri="{FF2B5EF4-FFF2-40B4-BE49-F238E27FC236}">
                  <a16:creationId xmlns:a16="http://schemas.microsoft.com/office/drawing/2014/main" id="{D8E22F7A-120B-DB2C-6B11-A84316CB4899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4" name="83 Rectángulo">
              <a:extLst>
                <a:ext uri="{FF2B5EF4-FFF2-40B4-BE49-F238E27FC236}">
                  <a16:creationId xmlns:a16="http://schemas.microsoft.com/office/drawing/2014/main" id="{C04E245E-9908-7969-3345-8B09B244A3E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84 Rectángulo">
              <a:extLst>
                <a:ext uri="{FF2B5EF4-FFF2-40B4-BE49-F238E27FC236}">
                  <a16:creationId xmlns:a16="http://schemas.microsoft.com/office/drawing/2014/main" id="{02A4D7D9-59FE-A3AA-DE99-D09242A71F5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17 Rectángulo">
              <a:extLst>
                <a:ext uri="{FF2B5EF4-FFF2-40B4-BE49-F238E27FC236}">
                  <a16:creationId xmlns:a16="http://schemas.microsoft.com/office/drawing/2014/main" id="{433FD7B7-4CF9-206D-5CB2-D81724FEE47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E8C4EFB5-251D-1459-C820-B0A421084C36}"/>
              </a:ext>
            </a:extLst>
          </p:cNvPr>
          <p:cNvCxnSpPr>
            <a:cxnSpLocks/>
            <a:stCxn id="28" idx="3"/>
            <a:endCxn id="4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B903D6F-D922-B565-745D-81CDE7B9ED55}"/>
              </a:ext>
            </a:extLst>
          </p:cNvPr>
          <p:cNvCxnSpPr>
            <a:cxnSpLocks/>
            <a:stCxn id="28" idx="1"/>
            <a:endCxn id="4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1292197B-20A5-3C80-783E-E2453F8C1410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0" name="Tabla_DET_NF">
            <a:extLst>
              <a:ext uri="{FF2B5EF4-FFF2-40B4-BE49-F238E27FC236}">
                <a16:creationId xmlns:a16="http://schemas.microsoft.com/office/drawing/2014/main" id="{8FC4AF8B-1288-B076-A5A4-F3110500C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0867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NF">
            <a:extLst>
              <a:ext uri="{FF2B5EF4-FFF2-40B4-BE49-F238E27FC236}">
                <a16:creationId xmlns:a16="http://schemas.microsoft.com/office/drawing/2014/main" id="{739A3774-F1EE-2CF4-0C58-4DD69D415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465123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NF">
            <a:extLst>
              <a:ext uri="{FF2B5EF4-FFF2-40B4-BE49-F238E27FC236}">
                <a16:creationId xmlns:a16="http://schemas.microsoft.com/office/drawing/2014/main" id="{11D31B59-8EB2-7D28-4D9B-DF1716566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803396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43" name="CuadroTexto 28">
            <a:extLst>
              <a:ext uri="{FF2B5EF4-FFF2-40B4-BE49-F238E27FC236}">
                <a16:creationId xmlns:a16="http://schemas.microsoft.com/office/drawing/2014/main" id="{A62FCE28-90C6-CCD6-5C90-9B8F5A010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44" name="Grafico _don_NF">
            <a:extLst>
              <a:ext uri="{FF2B5EF4-FFF2-40B4-BE49-F238E27FC236}">
                <a16:creationId xmlns:a16="http://schemas.microsoft.com/office/drawing/2014/main" id="{0BE05F3D-4FD6-DA3C-BACF-AF0797F9D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091120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Grafico_bar_NF">
            <a:extLst>
              <a:ext uri="{FF2B5EF4-FFF2-40B4-BE49-F238E27FC236}">
                <a16:creationId xmlns:a16="http://schemas.microsoft.com/office/drawing/2014/main" id="{40882C5E-4BDE-8770-BF48-3037D38296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655558"/>
              </p:ext>
            </p:extLst>
          </p:nvPr>
        </p:nvGraphicFramePr>
        <p:xfrm>
          <a:off x="5034929" y="1910993"/>
          <a:ext cx="6480673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90594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F8BB0952-C812-A9FF-6738-7836C0BEB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C84CD821-5B5E-58A4-69EB-23E790FB9930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10" name="Imagen 29">
              <a:extLst>
                <a:ext uri="{FF2B5EF4-FFF2-40B4-BE49-F238E27FC236}">
                  <a16:creationId xmlns:a16="http://schemas.microsoft.com/office/drawing/2014/main" id="{0102B9DE-7833-FBD5-6862-B3FE0CDBF1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1B64316E-0D16-B465-38C2-1656655F23B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A0256132-F411-EF73-1DD6-953DE1F50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B3B0369-8851-5FBE-A852-4EDC7462D74A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CBBDA6D3-C79A-07EE-B25A-F31B6EB96C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A8FB9B53-EBAA-0A83-C2AF-13A65134C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6" name="Imagen 46">
            <a:extLst>
              <a:ext uri="{FF2B5EF4-FFF2-40B4-BE49-F238E27FC236}">
                <a16:creationId xmlns:a16="http://schemas.microsoft.com/office/drawing/2014/main" id="{944E2008-D511-879C-A6D2-271F9297CA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97C693A-7FC0-F8D0-8DE3-AA69A936A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4B3AFBB-A093-8D1C-71B7-C57E712B423C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1D86AF0-7969-81DE-E373-BD6916C1DBDC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48AA424-B203-91C9-D52D-8FB8316644E5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F8C45CE-A34B-DE0D-C4DC-E1B638E1DCFC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27FC826-C3C2-9D3D-BFFE-77605E4E0B3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753D69E-A867-3E59-91E4-72F072847B72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A1B62EB-2CEA-6F82-3477-08CB261C3E27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B77FAD7-D368-2D4A-A0E3-98DC23D245CF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0CAA2DF-ADD1-7E19-725C-0A86886D9A7E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6AD7C73-4220-A63A-791D-C19A66EB54A3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14BA2068-8006-5A3B-77F2-AE3F6D6C5171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A3FCC36D-7544-6462-1BFF-CCB5C4ADDE23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30" name="Tabla_PRO_MENS_NF">
            <a:extLst>
              <a:ext uri="{FF2B5EF4-FFF2-40B4-BE49-F238E27FC236}">
                <a16:creationId xmlns:a16="http://schemas.microsoft.com/office/drawing/2014/main" id="{7856B528-151D-4D49-FCFF-3F9222DEB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92609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8A3958F7-5254-98B7-34D8-161F18E50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83F13B53-102D-484E-CAC6-83988A22E2B3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D700706C-2818-1D4B-BCFF-CC32FD58EB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5FEEFB0D-046C-0367-4F14-1E5FBFE0F76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28F41FF5-652F-A1D7-AB4C-037A99FF2C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5CE2D98-0D59-08DA-C98A-1EE887364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13" name="Imagen 45">
            <a:extLst>
              <a:ext uri="{FF2B5EF4-FFF2-40B4-BE49-F238E27FC236}">
                <a16:creationId xmlns:a16="http://schemas.microsoft.com/office/drawing/2014/main" id="{096FD20E-5607-2DF9-C838-1E41A952871F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8EAE5C55-786A-B38B-F598-F7BCFE0F9C2B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0BA5A135-691B-5C99-3272-57D83C6976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0D1EF8D0-C88A-39CA-59A1-7B260DC33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17" name="Elipse 16">
            <a:extLst>
              <a:ext uri="{FF2B5EF4-FFF2-40B4-BE49-F238E27FC236}">
                <a16:creationId xmlns:a16="http://schemas.microsoft.com/office/drawing/2014/main" id="{F508F76E-1852-83C1-D462-B7EE02028150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4A2F50F-0BE0-4676-3A11-6B43DE04043B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7CBACAD-AEEB-3945-59BB-EDA865104FCF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EF39CAF-C592-6400-0CB1-6BC4723C7E44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5A34C79-2C85-FDA7-9FA1-E85FD8CDB044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A47D466-20DE-0133-4C04-B39125D30AE2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A59FE57-05DB-7060-409C-5982F9472AC7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460AE62-5715-D28D-DA17-FB5D2EA32399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9473E83-F6A5-0718-0E33-A21B23FCA84F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57D847F-D5B0-0BA5-718D-A085405C66E7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215369EF-8506-8823-E0BF-65010B55443B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F4E655C3-0E28-8B81-B488-F8EB0E67BECC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1" name="Tabla_PAS_MENS_NF">
            <a:extLst>
              <a:ext uri="{FF2B5EF4-FFF2-40B4-BE49-F238E27FC236}">
                <a16:creationId xmlns:a16="http://schemas.microsoft.com/office/drawing/2014/main" id="{EF662DF7-0CA5-E229-3544-A5955EE82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393832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931AD737-0D59-E01E-524B-08958B6F8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8A6A2CFF-B68B-2911-E741-6798318CE9C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66D338B3-04C3-A967-D17C-8CE09D866B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28727FAA-642D-67D5-8BDD-98F08A9A24D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84CE6EDC-C5B7-7B5B-377B-2930B98CB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F5BF9F80-0081-BBAE-35A9-B2FA43A3E7FE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1EE25455-36B4-1A73-978A-9E09A36A9233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AF8D0D86-2009-D539-FA6D-A3623A1ACD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AC2EAA24-FD29-D4E3-00C8-A6649494C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16" name="CuadroTexto 28">
            <a:extLst>
              <a:ext uri="{FF2B5EF4-FFF2-40B4-BE49-F238E27FC236}">
                <a16:creationId xmlns:a16="http://schemas.microsoft.com/office/drawing/2014/main" id="{855C4C77-0232-DE5E-6818-90441A8AA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B2E55A5E-2783-1B8A-C30F-06F60D116558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E36A0D46-A64A-FE2E-C867-5DB1713D5DC7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52FA0F3E-8C4A-61DF-0C02-9578AA1E9242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51A704E7-D5F2-44B0-5A26-B8D2535F9C57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6F0E080D-943D-8DAC-335B-943070293B31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D5588E47-EB44-DAAC-D410-12ECC13EEB9F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1A8B96AB-70B9-DD71-2300-DABABC532E2A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EBC6969-3424-8F0D-32E3-086918FD8848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FA5FEFC-82C5-5B23-636A-10BC6E888669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DDFA23A0-8444-77C9-33E1-F8256F47F525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31524CF9-119E-DB70-26A5-AA5EC25DBE45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D3EBC3A1-30B5-0A6A-C611-BAF1F6A71C09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53" name="Tabla_DET_MENS_NF">
            <a:extLst>
              <a:ext uri="{FF2B5EF4-FFF2-40B4-BE49-F238E27FC236}">
                <a16:creationId xmlns:a16="http://schemas.microsoft.com/office/drawing/2014/main" id="{9E5F5430-FFA9-68FD-287E-D9C3C821D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85312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18890</TotalTime>
  <Words>398</Words>
  <Application>Microsoft Office PowerPoint</Application>
  <PresentationFormat>Personalizado</PresentationFormat>
  <Paragraphs>171</Paragraphs>
  <Slides>9</Slides>
  <Notes>7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23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Montserrat ExtraBold</vt:lpstr>
      <vt:lpstr>Montserrat Light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345</cp:revision>
  <dcterms:created xsi:type="dcterms:W3CDTF">2020-12-21T23:47:59Z</dcterms:created>
  <dcterms:modified xsi:type="dcterms:W3CDTF">2026-10-05T22:07:31Z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2023-05-02T18:17:29Z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7f9a10a3-581b-4cd3-a6cb-7ab43cc7bc97</vt:lpwstr>
  </property>
  <property fmtid="{D5CDD505-2E9C-101B-9397-08002B2CF9AE}" pid="8" name="MSIP_Label_8ae3a633-3d5f-462b-ba19-31157bb9a57b_ContentBits">
    <vt:lpwstr>0</vt:lpwstr>
  </property>
</Properties>
</file>