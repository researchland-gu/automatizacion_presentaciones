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5" r:id="rId2"/>
    <p:sldMasterId id="2147483687" r:id="rId3"/>
    <p:sldMasterId id="2147483701" r:id="rId4"/>
    <p:sldMasterId id="2147483717" r:id="rId5"/>
  </p:sldMasterIdLst>
  <p:notesMasterIdLst>
    <p:notesMasterId r:id="rId15"/>
  </p:notesMasterIdLst>
  <p:sldIdLst>
    <p:sldId id="684" r:id="rId6"/>
    <p:sldId id="848" r:id="rId7"/>
    <p:sldId id="745" r:id="rId8"/>
    <p:sldId id="865" r:id="rId9"/>
    <p:sldId id="399" r:id="rId10"/>
    <p:sldId id="764" r:id="rId11"/>
    <p:sldId id="816" r:id="rId12"/>
    <p:sldId id="817" r:id="rId13"/>
    <p:sldId id="818" r:id="rId14"/>
  </p:sldIdLst>
  <p:sldSz cx="14400213" cy="8135938"/>
  <p:notesSz cx="6858000" cy="914400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54086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08173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62260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21634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704338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3245206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786073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4326941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563" userDrawn="1">
          <p15:clr>
            <a:srgbClr val="A4A3A4"/>
          </p15:clr>
        </p15:guide>
        <p15:guide id="2" pos="4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26" autoAdjust="0"/>
    <p:restoredTop sz="95141" autoAdjust="0"/>
  </p:normalViewPr>
  <p:slideViewPr>
    <p:cSldViewPr snapToGrid="0" snapToObjects="1">
      <p:cViewPr varScale="1">
        <p:scale>
          <a:sx n="91" d="100"/>
          <a:sy n="91" d="100"/>
        </p:scale>
        <p:origin x="798" y="78"/>
      </p:cViewPr>
      <p:guideLst>
        <p:guide orient="horz" pos="2563"/>
        <p:guide pos="4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E8D-4DF9-B1F1-ABD915282A13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E8D-4DF9-B1F1-ABD915282A13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E8D-4DF9-B1F1-ABD915282A13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E8D-4DF9-B1F1-ABD915282A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24D7-422B-84A6-1C812FD22569}"/>
              </c:ext>
            </c:extLst>
          </c:dPt>
          <c:dLbls>
            <c:dLbl>
              <c:idx val="0"/>
              <c:layout>
                <c:manualLayout>
                  <c:x val="1.0276172125883108E-2"/>
                  <c:y val="-2.747036428138790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4D7-422B-84A6-1C812FD22569}"/>
                </c:ext>
              </c:extLst>
            </c:dLbl>
            <c:dLbl>
              <c:idx val="1"/>
              <c:layout>
                <c:manualLayout>
                  <c:x val="1.2845215157353885E-2"/>
                  <c:y val="1.099030890369475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4D7-422B-84A6-1C812FD22569}"/>
                </c:ext>
              </c:extLst>
            </c:dLbl>
            <c:dLbl>
              <c:idx val="2"/>
              <c:layout>
                <c:manualLayout>
                  <c:x val="1.5414258188824569E-2"/>
                  <c:y val="2.748118023708600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4D7-422B-84A6-1C812FD22569}"/>
                </c:ext>
              </c:extLst>
            </c:dLbl>
            <c:dLbl>
              <c:idx val="3"/>
              <c:layout>
                <c:manualLayout>
                  <c:x val="1.0276172125883014E-2"/>
                  <c:y val="2.74811802370857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4D7-422B-84A6-1C812FD22569}"/>
                </c:ext>
              </c:extLst>
            </c:dLbl>
            <c:dLbl>
              <c:idx val="4"/>
              <c:layout>
                <c:manualLayout>
                  <c:x val="1.203762492276245E-2"/>
                  <c:y val="-3.28897331173325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4D7-422B-84A6-1C812FD22569}"/>
                </c:ext>
              </c:extLst>
            </c:dLbl>
            <c:dLbl>
              <c:idx val="5"/>
              <c:layout>
                <c:manualLayout>
                  <c:x val="1.9598396649512219E-2"/>
                  <c:y val="1.09894680600239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4D7-422B-84A6-1C812FD22569}"/>
                </c:ext>
              </c:extLst>
            </c:dLbl>
            <c:dLbl>
              <c:idx val="6"/>
              <c:layout>
                <c:manualLayout>
                  <c:x val="-2.393433452340311E-3"/>
                  <c:y val="3.187960617883952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4D7-422B-84A6-1C812FD22569}"/>
                </c:ext>
              </c:extLst>
            </c:dLbl>
            <c:dLbl>
              <c:idx val="7"/>
              <c:layout>
                <c:manualLayout>
                  <c:x val="2.3053746699125049E-2"/>
                  <c:y val="1.1883846335211931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4D7-422B-84A6-1C812FD22569}"/>
                </c:ext>
              </c:extLst>
            </c:dLbl>
            <c:dLbl>
              <c:idx val="8"/>
              <c:layout>
                <c:manualLayout>
                  <c:x val="2.3636551201183468E-2"/>
                  <c:y val="1.81112194917895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4D7-422B-84A6-1C812FD22569}"/>
                </c:ext>
              </c:extLst>
            </c:dLbl>
            <c:dLbl>
              <c:idx val="9"/>
              <c:layout>
                <c:manualLayout>
                  <c:x val="1.3506600686390558E-2"/>
                  <c:y val="3.018496969143941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4D7-422B-84A6-1C812FD22569}"/>
                </c:ext>
              </c:extLst>
            </c:dLbl>
            <c:dLbl>
              <c:idx val="10"/>
              <c:layout>
                <c:manualLayout>
                  <c:x val="8.7569191296794566E-3"/>
                  <c:y val="9.9826032151872366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4D7-422B-84A6-1C812FD2256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4D7-422B-84A6-1C812FD2256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4D7-422B-84A6-1C812FD22569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4D7-422B-84A6-1C812FD22569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Hoja1!$B$2:$B$11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24D7-422B-84A6-1C812FD22569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0"/>
              <c:layout>
                <c:manualLayout>
                  <c:x val="1.5414258188824663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4D7-422B-84A6-1C812FD22569}"/>
                </c:ext>
              </c:extLst>
            </c:dLbl>
            <c:dLbl>
              <c:idx val="1"/>
              <c:layout>
                <c:manualLayout>
                  <c:x val="1.5414258188824663E-2"/>
                  <c:y val="-5.49428917539151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24D7-422B-84A6-1C812FD22569}"/>
                </c:ext>
              </c:extLst>
            </c:dLbl>
            <c:dLbl>
              <c:idx val="2"/>
              <c:layout>
                <c:manualLayout>
                  <c:x val="1.5414258188824663E-2"/>
                  <c:y val="-2.746387470796919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24D7-422B-84A6-1C812FD22569}"/>
                </c:ext>
              </c:extLst>
            </c:dLbl>
            <c:dLbl>
              <c:idx val="3"/>
              <c:layout>
                <c:manualLayout>
                  <c:x val="2.3121387283236899E-2"/>
                  <c:y val="5.495822741974151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24D7-422B-84A6-1C812FD22569}"/>
                </c:ext>
              </c:extLst>
            </c:dLbl>
            <c:dLbl>
              <c:idx val="4"/>
              <c:layout>
                <c:manualLayout>
                  <c:x val="2.569043031470777E-2"/>
                  <c:y val="5.0377793166197492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24D7-422B-84A6-1C812FD22569}"/>
                </c:ext>
              </c:extLst>
            </c:dLbl>
            <c:dLbl>
              <c:idx val="5"/>
              <c:layout>
                <c:manualLayout>
                  <c:x val="1.7983301220295438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24D7-422B-84A6-1C812FD22569}"/>
                </c:ext>
              </c:extLst>
            </c:dLbl>
            <c:dLbl>
              <c:idx val="6"/>
              <c:layout>
                <c:manualLayout>
                  <c:x val="5.1896188479826778E-2"/>
                  <c:y val="-5.295441926970325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24D7-422B-84A6-1C812FD22569}"/>
                </c:ext>
              </c:extLst>
            </c:dLbl>
            <c:dLbl>
              <c:idx val="7"/>
              <c:layout>
                <c:manualLayout>
                  <c:x val="3.8155861783408636E-2"/>
                  <c:y val="-7.2029923288131697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24D7-422B-84A6-1C812FD22569}"/>
                </c:ext>
              </c:extLst>
            </c:dLbl>
            <c:dLbl>
              <c:idx val="8"/>
              <c:layout>
                <c:manualLayout>
                  <c:x val="2.6351696992707483E-2"/>
                  <c:y val="-1.28851792274167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24D7-422B-84A6-1C812FD22569}"/>
                </c:ext>
              </c:extLst>
            </c:dLbl>
            <c:dLbl>
              <c:idx val="9"/>
              <c:layout>
                <c:manualLayout>
                  <c:x val="1.6834359831279563E-2"/>
                  <c:y val="-5.133989379587418E-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24D7-422B-84A6-1C812FD22569}"/>
                </c:ext>
              </c:extLst>
            </c:dLbl>
            <c:dLbl>
              <c:idx val="10"/>
              <c:layout>
                <c:manualLayout>
                  <c:x val="2.5600715171379629E-2"/>
                  <c:y val="2.4438723972858794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24D7-422B-84A6-1C812FD2256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24D7-422B-84A6-1C812FD22569}"/>
                </c:ext>
              </c:extLst>
            </c:dLbl>
            <c:dLbl>
              <c:idx val="12"/>
              <c:layout>
                <c:manualLayout>
                  <c:x val="1.7983301220295438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24D7-422B-84A6-1C812FD22569}"/>
                </c:ext>
              </c:extLst>
            </c:dLbl>
            <c:dLbl>
              <c:idx val="13"/>
              <c:layout>
                <c:manualLayout>
                  <c:x val="1.2845215157353885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24D7-422B-84A6-1C812FD22569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Hoja1!$C$2:$C$11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24D7-422B-84A6-1C812FD22569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24D7-422B-84A6-1C812FD22569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24D7-422B-84A6-1C812FD22569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24D7-422B-84A6-1C812FD22569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24D7-422B-84A6-1C812FD22569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24D7-422B-84A6-1C812FD22569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24D7-422B-84A6-1C812FD22569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24D7-422B-84A6-1C812FD2256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24D7-422B-84A6-1C812FD2256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24D7-422B-84A6-1C812FD22569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24D7-422B-84A6-1C812FD22569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24D7-422B-84A6-1C812FD22569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24D7-422B-84A6-1C812FD22569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Hoja1!$D$2:$D$11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24D7-422B-84A6-1C812FD225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1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B1D-474D-A876-E23AE0A4D8A8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B1D-474D-A876-E23AE0A4D8A8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B1D-474D-A876-E23AE0A4D8A8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B1D-474D-A876-E23AE0A4D8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6533813694966555"/>
          <c:y val="0"/>
          <c:w val="0.63466186305033445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60EE-46E1-B16B-C3440EA1E4C9}"/>
              </c:ext>
            </c:extLst>
          </c:dPt>
          <c:dLbls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0EE-46E1-B16B-C3440EA1E4C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0EE-46E1-B16B-C3440EA1E4C9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0EE-46E1-B16B-C3440EA1E4C9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Otros Negocios
RBS</c:v>
                </c:pt>
                <c:pt idx="1">
                  <c:v>Upax
Cecilia Laura Fallabrino</c:v>
                </c:pt>
                <c:pt idx="2">
                  <c:v>Total Protect
Moshe Arel</c:v>
                </c:pt>
                <c:pt idx="3">
                  <c:v>Inversiones
Adrián Georges Steckel Pflaum</c:v>
                </c:pt>
              </c:strCache>
            </c:strRef>
          </c:cat>
          <c:val>
            <c:numRef>
              <c:f>Hoja1!$B$2:$B$5</c:f>
              <c:numCache>
                <c:formatCode>0.0%</c:formatCode>
                <c:ptCount val="4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0EE-46E1-B16B-C3440EA1E4C9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0EE-46E1-B16B-C3440EA1E4C9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Otros Negocios
RBS</c:v>
                </c:pt>
                <c:pt idx="1">
                  <c:v>Upax
Cecilia Laura Fallabrino</c:v>
                </c:pt>
                <c:pt idx="2">
                  <c:v>Total Protect
Moshe Arel</c:v>
                </c:pt>
                <c:pt idx="3">
                  <c:v>Inversiones
Adrián Georges Steckel Pflaum</c:v>
                </c:pt>
              </c:strCache>
            </c:strRef>
          </c:cat>
          <c:val>
            <c:numRef>
              <c:f>Hoja1!$C$2:$C$5</c:f>
              <c:numCache>
                <c:formatCode>0.0%</c:formatCode>
                <c:ptCount val="4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0EE-46E1-B16B-C3440EA1E4C9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0EE-46E1-B16B-C3440EA1E4C9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9-60EE-46E1-B16B-C3440EA1E4C9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B-60EE-46E1-B16B-C3440EA1E4C9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D-60EE-46E1-B16B-C3440EA1E4C9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F-60EE-46E1-B16B-C3440EA1E4C9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11-60EE-46E1-B16B-C3440EA1E4C9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0EE-46E1-B16B-C3440EA1E4C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0EE-46E1-B16B-C3440EA1E4C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0EE-46E1-B16B-C3440EA1E4C9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0EE-46E1-B16B-C3440EA1E4C9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0EE-46E1-B16B-C3440EA1E4C9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60EE-46E1-B16B-C3440EA1E4C9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Otros Negocios
RBS</c:v>
                </c:pt>
                <c:pt idx="1">
                  <c:v>Upax
Cecilia Laura Fallabrino</c:v>
                </c:pt>
                <c:pt idx="2">
                  <c:v>Total Protect
Moshe Arel</c:v>
                </c:pt>
                <c:pt idx="3">
                  <c:v>Inversiones
Adrián Georges Steckel Pflaum</c:v>
                </c:pt>
              </c:strCache>
            </c:strRef>
          </c:cat>
          <c:val>
            <c:numRef>
              <c:f>Hoja1!$D$2:$D$5</c:f>
              <c:numCache>
                <c:formatCode>0.0%</c:formatCode>
                <c:ptCount val="4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60EE-46E1-B16B-C3440EA1E4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0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ED92639-57F6-73D9-C248-0030C79366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8565621-4175-36A6-A030-2621E336B44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4A67937-8ABE-4F56-A1B9-5EA24101ADEF}" type="datetimeFigureOut">
              <a:rPr lang="es-ES_tradnl"/>
              <a:pPr>
                <a:defRPr/>
              </a:pPr>
              <a:t>05/10/2026</a:t>
            </a:fld>
            <a:endParaRPr lang="es-ES_tradnl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FF6245DC-168D-E1E4-AA3F-107FBD9742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98500" y="1143000"/>
            <a:ext cx="5461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B324F848-89FF-A24C-9D5F-752880348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4A02FE-F746-9B43-6C6E-6CF0DCA553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186163-C9F9-9CF5-1257-10EC05CBC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4011296-2D5F-4DDA-BDC4-271B5B9CAFCE}" type="slidenum">
              <a:rPr lang="es-ES_tradnl" altLang="es-MX"/>
              <a:pPr>
                <a:defRPr/>
              </a:pPr>
              <a:t>‹Nº›</a:t>
            </a:fld>
            <a:endParaRPr lang="es-ES_tradnl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1pPr>
    <a:lvl2pPr marL="540868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2pPr>
    <a:lvl3pPr marL="1081735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3pPr>
    <a:lvl4pPr marL="1622603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4pPr>
    <a:lvl5pPr marL="2163470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5pPr>
    <a:lvl6pPr marL="2704338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6pPr>
    <a:lvl7pPr marL="3245206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7pPr>
    <a:lvl8pPr marL="3786073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8pPr>
    <a:lvl9pPr marL="4326941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1 Marcador de imagen de diapositiva">
            <a:extLst>
              <a:ext uri="{FF2B5EF4-FFF2-40B4-BE49-F238E27FC236}">
                <a16:creationId xmlns:a16="http://schemas.microsoft.com/office/drawing/2014/main" id="{14E9AAE1-E813-B2E9-43B7-C16B549D14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2 Marcador de notas">
            <a:extLst>
              <a:ext uri="{FF2B5EF4-FFF2-40B4-BE49-F238E27FC236}">
                <a16:creationId xmlns:a16="http://schemas.microsoft.com/office/drawing/2014/main" id="{A5A98115-1742-3EF2-06CD-5759ADF481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74756" name="3 Marcador de número de diapositiva">
            <a:extLst>
              <a:ext uri="{FF2B5EF4-FFF2-40B4-BE49-F238E27FC236}">
                <a16:creationId xmlns:a16="http://schemas.microsoft.com/office/drawing/2014/main" id="{9DFFB4E0-ADB0-FE7C-9663-3B4E72B7C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AFC4A6D-3BC8-430D-B46D-070CEDEECFF6}" type="slidenum">
              <a:rPr lang="es-MX" altLang="es-MX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</a:t>
            </a:fld>
            <a:endParaRPr lang="es-MX" altLang="es-MX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Marcador de imagen de diapositiva 1">
            <a:extLst>
              <a:ext uri="{FF2B5EF4-FFF2-40B4-BE49-F238E27FC236}">
                <a16:creationId xmlns:a16="http://schemas.microsoft.com/office/drawing/2014/main" id="{DABB91D3-17B4-1D63-C455-2F9EA08681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Marcador de notas 2">
            <a:extLst>
              <a:ext uri="{FF2B5EF4-FFF2-40B4-BE49-F238E27FC236}">
                <a16:creationId xmlns:a16="http://schemas.microsoft.com/office/drawing/2014/main" id="{6552FDDE-3047-C2DB-97A7-51B55F81F1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64516" name="Marcador de número de diapositiva 3">
            <a:extLst>
              <a:ext uri="{FF2B5EF4-FFF2-40B4-BE49-F238E27FC236}">
                <a16:creationId xmlns:a16="http://schemas.microsoft.com/office/drawing/2014/main" id="{62D3AE92-560F-144E-4629-3471E0221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E1D09B7-D066-4F86-9F40-2F8F73D373EE}" type="slidenum">
              <a:rPr lang="es-ES_tradnl" altLang="es-MX" smtClean="0">
                <a:latin typeface="Calibri" panose="020F0502020204030204" pitchFamily="34" charset="0"/>
              </a:rPr>
              <a:pPr/>
              <a:t>2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8050A-A434-1570-E777-662852D3D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59731E-34BF-4431-38BE-4873A7CC2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8500" y="1143000"/>
            <a:ext cx="54610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66E7355-320E-103D-030D-796F778E7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7389AC-417A-B6E0-4984-D8C35C0C5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011296-2D5F-4DDA-BDC4-271B5B9CAFCE}" type="slidenum">
              <a:rPr lang="es-ES_tradnl" altLang="es-MX" smtClean="0"/>
              <a:pPr>
                <a:defRPr/>
              </a:pPr>
              <a:t>4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632176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75735382-31C2-9DD2-F9A8-8E4B5BEFB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FCF49B21-3CAA-532F-8119-2B44EFBBD4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03EE8848-1FB9-1E72-60AD-27F7D4E5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6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Marcador de imagen de diapositiva 1">
            <a:extLst>
              <a:ext uri="{FF2B5EF4-FFF2-40B4-BE49-F238E27FC236}">
                <a16:creationId xmlns:a16="http://schemas.microsoft.com/office/drawing/2014/main" id="{40BCFA81-4FC8-D514-04D0-C43E398D80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Marcador de notas 2">
            <a:extLst>
              <a:ext uri="{FF2B5EF4-FFF2-40B4-BE49-F238E27FC236}">
                <a16:creationId xmlns:a16="http://schemas.microsoft.com/office/drawing/2014/main" id="{A6471C25-E068-F715-EC22-0A945C76CF5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87044" name="Marcador de número de diapositiva 3">
            <a:extLst>
              <a:ext uri="{FF2B5EF4-FFF2-40B4-BE49-F238E27FC236}">
                <a16:creationId xmlns:a16="http://schemas.microsoft.com/office/drawing/2014/main" id="{9ABFB6B7-60F1-401A-3519-2DE39D124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F62FAC0-EE03-4006-924D-27F208BA9CC8}" type="slidenum">
              <a:rPr lang="es-ES_tradnl" altLang="es-MX" smtClean="0"/>
              <a:pPr>
                <a:spcBef>
                  <a:spcPct val="0"/>
                </a:spcBef>
              </a:pPr>
              <a:t>7</a:t>
            </a:fld>
            <a:endParaRPr lang="es-ES_tradnl" altLang="es-MX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Marcador de imagen de diapositiva 1">
            <a:extLst>
              <a:ext uri="{FF2B5EF4-FFF2-40B4-BE49-F238E27FC236}">
                <a16:creationId xmlns:a16="http://schemas.microsoft.com/office/drawing/2014/main" id="{F5356F99-C58A-FE6C-43EA-85D1293C09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Marcador de notas 2">
            <a:extLst>
              <a:ext uri="{FF2B5EF4-FFF2-40B4-BE49-F238E27FC236}">
                <a16:creationId xmlns:a16="http://schemas.microsoft.com/office/drawing/2014/main" id="{548D57FC-CBC0-526D-E614-B37E2670A8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89092" name="Marcador de número de diapositiva 3">
            <a:extLst>
              <a:ext uri="{FF2B5EF4-FFF2-40B4-BE49-F238E27FC236}">
                <a16:creationId xmlns:a16="http://schemas.microsoft.com/office/drawing/2014/main" id="{25B2419F-B4DB-E3D6-DBC7-074EC02EE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58525AF-1775-427B-BD8F-4D8ECB9979B4}" type="slidenum">
              <a:rPr lang="es-ES_tradnl" altLang="es-MX" smtClean="0"/>
              <a:pPr>
                <a:spcBef>
                  <a:spcPct val="0"/>
                </a:spcBef>
              </a:pPr>
              <a:t>8</a:t>
            </a:fld>
            <a:endParaRPr lang="es-ES_tradnl" altLang="es-MX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Marcador de imagen de diapositiva 1">
            <a:extLst>
              <a:ext uri="{FF2B5EF4-FFF2-40B4-BE49-F238E27FC236}">
                <a16:creationId xmlns:a16="http://schemas.microsoft.com/office/drawing/2014/main" id="{A72A6E15-FCBC-6C7A-6DDD-2F15BA04ED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Marcador de notas 2">
            <a:extLst>
              <a:ext uri="{FF2B5EF4-FFF2-40B4-BE49-F238E27FC236}">
                <a16:creationId xmlns:a16="http://schemas.microsoft.com/office/drawing/2014/main" id="{80DC7BE4-A6B0-8535-D88F-1554035A695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91140" name="Marcador de número de diapositiva 3">
            <a:extLst>
              <a:ext uri="{FF2B5EF4-FFF2-40B4-BE49-F238E27FC236}">
                <a16:creationId xmlns:a16="http://schemas.microsoft.com/office/drawing/2014/main" id="{46697705-A9BE-617C-8BE5-1BF76A922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BA533C8-B6F3-474A-9F30-4B62BE9F8F07}" type="slidenum">
              <a:rPr lang="es-ES_tradnl" altLang="es-MX" smtClean="0"/>
              <a:pPr>
                <a:spcBef>
                  <a:spcPct val="0"/>
                </a:spcBef>
              </a:pPr>
              <a:t>9</a:t>
            </a:fld>
            <a:endParaRPr lang="es-ES_tradnl" altLang="es-MX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76EBD-3E49-5A33-2D23-4426FCABD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C727588-25A1-412C-BECC-78565DE51C7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6412D7-9180-FEDD-0A13-CD4323CF5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AF0BFC-4683-5ECB-07A7-645D91A07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464B-A312-41BF-BDD9-8AE9074DBB33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53648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5890F3-EAA1-FF55-DC97-AC35988F7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83066C7-BD15-45D5-A850-666416FE406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A3E489-BFFD-5258-D67D-278AA1DCE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D3E9F8-707B-0DC6-E264-A378870FC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D69B5-1ADF-492A-90B3-AEC083053968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909729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0631C2-2944-6749-F5E6-7B40FDD16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CB8D11E-1C34-4D73-9C62-D8EC61578E2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CBB4EF-0146-49CF-D19A-F4675FE51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8F0E8F-81FA-72DB-967B-6678AF6DC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E119A3-23F7-4596-8481-AD20BE60212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526043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D2A35D-6014-D059-C815-07DB89091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E3B6CE0-A2FE-45E4-BDCE-5196E174017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E3AFEE-DC66-DF48-D5FC-18345C21D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A108DD-5341-EFCC-13D0-FACC97D2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6B07C-5242-45A3-9A22-1483D1EC418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50544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EB7595F-A32B-0583-8846-AC24331B6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475C196-413F-45F4-8B27-2E0AE3AD8EA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E750966-F7AB-F522-094C-EEE53F955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5013B05-6FC9-8A4D-FB92-DB57797A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570E02-6668-4211-AA9E-4F74EC7A40B3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3758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E65A7F-20E5-5426-3F26-0D487AA76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C651E9A-829B-48FC-B3E1-071EA852294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EF8476-07D9-31CB-52BC-6E725D99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BC61DF-5FB9-A77E-B6E5-77BAD995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6A42F-E033-45BF-AAEB-1DF7B068F5F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66552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F17A93A2-F904-EAE9-2C2B-1816E83650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">
            <a:extLst>
              <a:ext uri="{FF2B5EF4-FFF2-40B4-BE49-F238E27FC236}">
                <a16:creationId xmlns:a16="http://schemas.microsoft.com/office/drawing/2014/main" id="{1D55415A-E17C-5DB7-4720-AAB17D01F5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D7E16A1-3549-B401-EC25-93AB89244D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714920" y="7712553"/>
            <a:ext cx="2488416" cy="360000"/>
          </a:xfrm>
          <a:prstGeom prst="rect">
            <a:avLst/>
          </a:prstGeom>
        </p:spPr>
      </p:pic>
      <p:pic>
        <p:nvPicPr>
          <p:cNvPr id="13" name="Imagen 4">
            <a:extLst>
              <a:ext uri="{FF2B5EF4-FFF2-40B4-BE49-F238E27FC236}">
                <a16:creationId xmlns:a16="http://schemas.microsoft.com/office/drawing/2014/main" id="{F3A53332-5176-8436-4546-2E64EC8A4EC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081" y="4799489"/>
            <a:ext cx="2880562" cy="50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4617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>
            <a:extLst>
              <a:ext uri="{FF2B5EF4-FFF2-40B4-BE49-F238E27FC236}">
                <a16:creationId xmlns:a16="http://schemas.microsoft.com/office/drawing/2014/main" id="{D8EBF68E-B69F-3A57-8231-0601349FDF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482A9A5-8CC6-44A2-B3F7-980715C9D3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751713" y="138652"/>
            <a:ext cx="1440000" cy="102150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11E87FA-9D8F-7AF2-E12E-A21F1534558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02" y="7802325"/>
            <a:ext cx="2160000" cy="31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385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CFC8A7-BB41-9311-258C-43B9ABE44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51DCE78-4A39-4EA4-A2B9-BF9551EBDD7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315A2E-EE06-EEF1-9D83-A10C9E24D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208754-323F-D7F9-432F-EA6BB4CE5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47E57-E745-43ED-942B-6368D4E4BFE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83368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E02FF1-A470-1C35-ABD1-9994C85F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B4C0E57-A3A5-4F90-8514-1B92B089733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95C3BA-DCC9-E81A-84CC-61E84FC65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FCFFA6-09FF-443C-F776-91B504B9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D0F69-71AD-48AC-AA94-AA458FB17545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5103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E4D6A7-8958-4A0D-F874-2261A6A0F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8553001-E6B0-4E4E-A757-DFABC99A9B3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EBB7D9-AD8D-44AC-EE55-D59B936CA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E34593-6AB1-D60B-92DD-2058AD43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2F8C01-2583-4B62-98A6-E14E0AC854E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076934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ED9445-CA48-FAA6-9D60-8A6442958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235B4E2-E398-4E00-AAC6-02A707654A30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FC771C-ED7B-D0C4-6B7C-B796BBA51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A5127D-53AB-1440-F024-92FECC60E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61F96-B2CB-44F6-808A-3D7965DA30A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335620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 descr="shutterstock_33008366.png">
            <a:extLst>
              <a:ext uri="{FF2B5EF4-FFF2-40B4-BE49-F238E27FC236}">
                <a16:creationId xmlns:a16="http://schemas.microsoft.com/office/drawing/2014/main" id="{7E90FDD9-8A28-4F7A-E6D9-7676800191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8ED1442-ED86-C95C-A1E6-1A7A7A01889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39199" y="7600142"/>
            <a:ext cx="3310214" cy="478890"/>
          </a:xfrm>
          <a:prstGeom prst="rect">
            <a:avLst/>
          </a:prstGeom>
        </p:spPr>
      </p:pic>
      <p:pic>
        <p:nvPicPr>
          <p:cNvPr id="4" name="Imagen 3" descr="Forma, Flecha&#10;&#10;Descripción generada automáticamente">
            <a:extLst>
              <a:ext uri="{FF2B5EF4-FFF2-40B4-BE49-F238E27FC236}">
                <a16:creationId xmlns:a16="http://schemas.microsoft.com/office/drawing/2014/main" id="{3AD4031C-A0F4-ED84-CDA6-8DABD0F081D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03520" y="3606800"/>
            <a:ext cx="4257040" cy="206114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4894E6B-AC31-7AF1-EF8C-17950AD6BFF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8338"/>
            <a:ext cx="8390856" cy="75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22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7421"/>
            <a:ext cx="12240181" cy="1743953"/>
          </a:xfrm>
        </p:spPr>
        <p:txBody>
          <a:bodyPr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Haga clic para modificar el estilo de subtítulo del patrón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4E5BE6-53F5-0629-F913-F65C5EFA7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E7D078B9-0469-0E42-83F4-C5B068902C3D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28E719-52AF-5E80-4183-2BA7D61C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0822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9A4BAC-31A2-476D-5181-5B140F25E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4573B093-F339-1C44-B7C4-DE2B31CB715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A092FB-26F1-CA67-F1C0-A0E1C446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2373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7"/>
            <a:ext cx="12240181" cy="1615889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8358"/>
            <a:ext cx="12240181" cy="1779736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76534B-BBC3-FC63-4828-4B2F7CB5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215A2303-DDBE-3741-AD2F-3C1F4939E1CC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D4FCDC-E7DC-5229-485F-093F9745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90160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91221"/>
            <a:ext cx="12960192" cy="1355990"/>
          </a:xfrm>
        </p:spPr>
        <p:txBody>
          <a:bodyPr/>
          <a:lstStyle>
            <a:lvl1pPr>
              <a:defRPr sz="5333"/>
            </a:lvl1pPr>
          </a:lstStyle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3047213"/>
            <a:ext cx="6360094" cy="42205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3047213"/>
            <a:ext cx="6360094" cy="42205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1D70DD-57E3-C19B-42D6-742255D8A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1F5E3FE3-5FA2-2944-94CA-14CFFEAF675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F26D3F-67EF-1A38-1DEA-435B67E1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8878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18526"/>
            <a:ext cx="9110134" cy="1355990"/>
          </a:xfrm>
        </p:spPr>
        <p:txBody>
          <a:bodyPr/>
          <a:lstStyle>
            <a:lvl1pPr>
              <a:defRPr sz="5333"/>
            </a:lvl1pPr>
          </a:lstStyle>
          <a:p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título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2970561"/>
            <a:ext cx="6362595" cy="758978"/>
          </a:xfrm>
        </p:spPr>
        <p:txBody>
          <a:bodyPr anchor="b">
            <a:noAutofit/>
          </a:bodyPr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3729538"/>
            <a:ext cx="6362595" cy="3330837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7" y="2970561"/>
            <a:ext cx="6365094" cy="758978"/>
          </a:xfrm>
        </p:spPr>
        <p:txBody>
          <a:bodyPr anchor="b">
            <a:noAutofit/>
          </a:bodyPr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7" y="3729538"/>
            <a:ext cx="6365094" cy="3330837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BAC2D6-838F-6656-9886-5E14A2300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F369A261-6B02-4542-8806-485DDEC19174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17E0B04-694E-CFBD-EDEB-66E58F207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01978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1529507-E7B3-91D1-4A3A-88C5B27B7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72D53C0E-826D-4746-9547-EE425C4E1065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75B562-1491-BB43-E2AE-10A6F048C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73548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D4F59B29-14CB-6A3A-B149-6A56043190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A2075F2-1D1C-345A-351D-22C79654FC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5524" y="481229"/>
            <a:ext cx="1620000" cy="114918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3174806-008B-BE59-60A1-A5C13DF2B12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5937" y="7600142"/>
            <a:ext cx="3310214" cy="47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495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9" y="2071655"/>
            <a:ext cx="4737571" cy="82112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2071654"/>
            <a:ext cx="8050119" cy="5196078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9" y="3064538"/>
            <a:ext cx="4737571" cy="4203193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30A713-B585-F378-E6DB-2D90E0C2A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37F0E217-731C-0C41-8A0B-0B9413642C9C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D06B3C-BAFE-EDD2-D4CC-DAFCDB09A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76874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5695158"/>
            <a:ext cx="8640128" cy="67234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720011" y="1826069"/>
            <a:ext cx="8640128" cy="3782458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r>
              <a:rPr lang="en-US" noProof="0"/>
              <a:t>Arrastre la imagen al marcador de posición o haga clic en el icono para agregar</a:t>
            </a:r>
            <a:endParaRPr lang="es-MX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1" y="6367505"/>
            <a:ext cx="8640128" cy="954841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1163E3-1E9E-C7E5-B39B-2FCA5535F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4529676F-C210-FC43-8541-F3BC7CC6118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097EFB-35F5-DB03-05E6-09D20B653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51064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81805"/>
            <a:ext cx="12960192" cy="1355990"/>
          </a:xfrm>
        </p:spPr>
        <p:txBody>
          <a:bodyPr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04539-30A7-72D1-E2F3-ABA509AEA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3B98CC18-F67D-064E-9A24-E8BB0B57A8D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156D72-BD35-C5B0-2F2B-F31AD0636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11950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1838125"/>
            <a:ext cx="3240048" cy="5429609"/>
          </a:xfrm>
        </p:spPr>
        <p:txBody>
          <a:bodyPr vert="eaVert"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5818"/>
            <a:ext cx="9480140" cy="6941914"/>
          </a:xfrm>
        </p:spPr>
        <p:txBody>
          <a:bodyPr vert="eaVert"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60472A-986A-0F11-62F9-993C8831E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CD260C81-6DBA-4D4B-A46A-D57B654F7CEE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036CD8-136D-777E-1938-E93CC8873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49585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829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3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799958-3519-9999-CD54-6561D872F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D1FFC10-B0CD-4C28-A8C6-174856D5B906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05DA0D-0870-C95E-AD47-37821FB88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89D0CE-B453-0FE4-31E7-E51D6558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B6390D-0C75-4C70-865C-C08A3D470D7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977487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C36A6E-EECA-18DC-C046-60C9A10A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9C4EA83-247C-4D63-8FC9-0936413C13A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28785A-F9FE-54F2-6FE0-EC33D073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8A7DD9-C502-3F09-5449-DF605FE4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5FBBB0-A835-412E-907C-33D472F1E08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1136962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3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C057F4-9C51-42D8-B64E-D7712C776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088FA6F-5E4D-4B35-8612-351943399040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809E36-5A4B-0020-6F84-E274335F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C6C9F9-F6ED-4563-D8EA-1ACBFB25B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7519BE-1D49-4939-BD39-A2611F7E400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0727975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89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89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E29A22-1F75-458E-58EE-F31F96E87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773BDDBB-C47E-46DF-912E-C64B6E497D8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342E14-FF2C-F3B1-51A0-CBEBC189B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8EAEAA-F8C5-0ABF-B9D2-570251DF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AB17B8-FB41-46D4-A1B5-CEB275B5E51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550036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3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1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1" y="2581403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70859C2-3C46-2F91-EB62-07100F552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A7D1DCA-DA21-457D-B85E-B7FEF463140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35287B-8447-8E55-5714-9DCCE41F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9DCEF7F-2432-3F5B-C26A-7749C4400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D5F13-1A59-414E-A603-8FDCAE62B80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3241154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2D53C6E-4788-D0BF-1287-98A4D2C08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D4336BA-23FB-4205-AA93-A6FD0DBC1B7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BC9B93E-BC61-E524-CE42-FC36796E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3F9246-885B-59C4-B412-23E8949BB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0DC0EF-EFE7-43A2-AF83-EF09381410E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7174420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2514192-9D90-DB6F-92BC-8F6B54D96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1BC10C1-C3AC-44AC-8BB0-ECB4C86F5C4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3A5F90A-46E9-AA8B-75BE-AAC298F53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55656E-E357-C040-8732-EF36E6BCA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8280C-946A-4698-B6C8-9039CA3E281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4051675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5B3E7035-DDC1-B7B9-1127-B1A769C945D8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4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90F068D3-97FF-6BF1-0361-FFB9A06927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EBF59C88-0BF3-55DF-38BE-4EF463856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446B9E6-3DF7-4B71-959A-0F8E4EEA4B0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785D26AB-F3D6-F6B0-6CFA-08A5C24D3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3B28B17A-C002-CCC8-AA83-278FFE46F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BF4D10-6ACA-4A4F-BA83-67EAC3B4B7C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3951149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3" y="323934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5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3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975F7D-7818-7EF7-1D91-FE3F5B79A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6AF17E4-F2FC-43E4-9BD3-846122AC4C3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EAB0CE-DF26-5980-19F4-3C6DE5468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ED9573-2255-6509-2EE3-13E66AFD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70A7AB-76F8-48CA-B90F-D5B4BBC81C7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888919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953404-6703-8BF8-004C-BD562E0C4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20654DC-2A96-4BDB-8A17-A1E2C042823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7748B6-4597-F69B-F1A9-555286E99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9B0376-3B92-E5E6-98A1-325A77E1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EF5C5-6F16-40E0-91F3-F13BE6BC56F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3801871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FFBCF0-3D34-F3C2-C4D9-08CF3619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5B16916-BB83-459C-974D-2FC84FB31DB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25B2A6-5C59-0FDC-6F17-FDB2F3458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4685B1-37E4-ED5D-9E1C-C03660894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D394A-6EEF-4608-BC76-9ECE30AE617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7586051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4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4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075EA-BCBA-448E-8727-090737D55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17BD9B4-4204-4EC7-BEB1-39D0311782AC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8B08DF-D0BF-3F85-27C4-61E2F94FA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3C7931-88EB-B299-6641-C2E2D13D8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F1929-5B10-4608-85D9-A73E199B556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9394121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F0A89CF4-9D13-B7FF-5478-3B8B7D8F00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61747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82EBDE-8553-F9FD-B193-921E3191C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949CEA3-58E7-4CAB-AEB2-131FAC8BDDB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387BE5-2061-E7B5-8F40-1C0C1B483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8D0C7B-A329-5F92-F961-6E051AEC6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D9154-6334-4F65-82A8-8478F32D268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8799497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42EA61-E526-36C8-A1DA-FF931B8E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A719848-366F-40F1-B5A5-59F57A616FAC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1440E5-03C7-3E66-064F-F96C83B17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379AF3-45DA-0820-B8CF-9654D2575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B74DD5-22AB-4786-848E-74373348739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55017363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0200B6-0123-38F5-AEFC-093644DDE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55A7D9A4-8561-4A6C-B58D-513DC56CEC6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231F09-D285-557F-D6A8-272ACB98A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7D5E0-FFAB-9761-F2BC-80D72A5A1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3FE61C-8024-42E3-A5E1-413A96CB12F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8416570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DFAB2C-84C1-BBE6-81DD-BC98DA91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0512DF7-D815-42AE-BE86-DDFA419856E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C2C11B-5BAC-AACF-05C9-A0E55C924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A92555-B269-1DB2-6312-8CA0C3FE1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9FE5CA-4AA7-4EAD-857D-A82BB354B51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2829968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62F7934-4FCF-9576-6149-BC4F2A53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1D22C19-0F37-450C-BF64-7C0A1F89085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13E416B-232A-0082-6912-76EDD58EE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F9C9D48-D846-5F75-F412-8A46099AC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E3F362-41A3-46DA-A4B4-3CE932AB5011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7469142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F4892C1-C713-6AC4-63AD-EBC5FE90F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6370CAE-E20E-4CD4-994B-3229E8B5CCD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21D036-792A-A4CC-1FA6-3D2678347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2ED5CD-7167-2524-DA60-E6D71EF2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06F0A6-BC9F-44EF-9EE3-53F2A2FE3F81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35064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51568FD-B6C3-575D-2993-998BEBA0E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E2F1CDC-8259-4284-8CEC-DFFB818B70E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CD1A9BD-03C3-15C3-4FB3-34F7215D6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7F492C-B7D6-F542-E7D4-A895D41ED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3F8C16-12F1-4B54-BB9D-76C901F2EE4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0294425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1CFF3331-2EC8-6572-A169-1230D3E50368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1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5E5CD2F1-222B-1AA6-41D7-59ADC06B63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F2AFB3F6-C91B-6183-8EFF-3D671505B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52FBE94-5F03-4999-8227-A63AC8E9D496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1A3C809B-8F5F-F686-72C3-14250504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9B5CD086-3099-2768-6D3A-304D91D2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AAB20-58F5-4E23-AA20-359C503250AD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7011002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CB627C-34EE-017E-5EF1-EF4171FB6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E8D5E3E-5ADC-40CD-B56D-B3D4EECF93E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84C0A2-2ADD-803C-4B29-E534215E2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591CE9-0862-C7A4-071F-E5D1EF7F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FB9D-0E5B-42B3-9332-3F1037752AD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78822257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959635-277F-04A4-F95D-127076318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89406E0-8FF3-4BF7-B6E7-88F90E9DDE5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B5B216-5534-513C-9F9A-971B00F5D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A20244-F23D-1B3C-2094-C7575C143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0E93C3-9303-4653-A7EB-D75648AF9527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2226171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F5609E-16F8-18D2-8396-41D7480F1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8331E4E-4420-4386-84DE-10258B33301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8C011C-5BEB-32A7-DBF7-EADF22D01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DC5B5D-BDFA-D1F5-5963-9092F395E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1ADF2E-81B1-4832-8467-BB343F9E2D7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2099629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3E74C1-3378-504C-D9C4-E283056C6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7B73F83-486F-4850-B5F2-37D5998B500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056CD3-E742-1BF4-4BE0-25ACE5C10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7FA28D-5C8D-7417-32A1-FFC6C2578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3E516-5944-4507-83EE-32229639C8B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467021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2FCA0E2F-5F1B-2338-8B81-21A52CC7B8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90236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C98FC0-1DC4-6C14-2355-4A3B23C04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A6E741B-19BE-4E12-8E19-6B3DE23FA9A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6A402D-D69A-DBF7-5BA7-18E758998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79E57E-77C8-FD86-F788-80E4DF644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E5EAA-A7AC-41E6-8EC4-5D71B19A05D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3864104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6E659A-F1B0-EA0A-B4E4-A196898B0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9E7DABE-86AF-477B-9AF2-FF451B01791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7225A7-6B89-024E-9CED-AB4D8B0C9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AF99DF-5AA7-49CA-1890-FF914C83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41F091-2089-4C8D-B58F-E08C4C68395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1968715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F0DB89-67B7-3610-965C-8534FFD2C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530DC6F-E708-48A7-9AC8-474A9378B98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51B00C-45D9-4AF4-1195-8432E42A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CB388D-D93A-13F0-F895-B6A5BECA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30376-C7B5-4E35-973C-05D49D18B17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4521989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A3B552-6CE0-ACB5-1CF0-BB0F0935B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41792FA-4BB7-404D-9B8C-E0C389043747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534C2B-C179-58FF-07F0-B494B697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667FE9-8D93-AA99-2D11-12FBE542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BF55A4-6BC6-4436-A087-DDE19A5AD17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91960121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B2C6FD7-B466-5400-99C2-D6C13C19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E0FC2BC-4500-4001-B99F-C9141229337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86CC60B-C7CB-5AFF-CAF6-3739571B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FB145FE-DCB3-20BD-2702-D4E0856C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A6471D-8F9D-464B-906A-5063215A41CD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508564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8AB050-7EA4-5764-7FD6-4E60E930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12CC54D-B1AC-4D0F-BB58-96A2A86C26D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881F04-E8B1-4CDA-7837-98DA8B3C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7F207D-C42C-7DED-E724-61F7DE1A9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47411F-BEBC-4BF4-8CAE-052605414F8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64321783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E494CD4-3E5A-B9B9-B3EC-386872A1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CE5AD6F-CDEA-44FA-8203-61F8999C637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74173B-C217-BB4D-E2F3-D5535B657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C28B7D-EBFF-8F36-FF18-55E23000B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035B2-D918-4CEC-B04E-EBDD7474843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20408095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888A6E65-AB1E-263D-CE55-97B0081FC1CB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1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D3494E5D-0A20-B0CF-C504-0739300087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9AA11556-D91E-1B5B-6193-9E91357C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330D998-F5AF-426B-9C66-491C5D9D3FA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EC7063DA-7714-2B8C-5BA9-BF1724CF5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12794080-1EC2-DEE2-40D9-52F21E330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0CA47-4315-4FD0-B30C-9DAB70F661B8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62138824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D598CC-CC9C-B693-76FA-B4FE53E96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C6372D7-148E-44B6-82F6-B8E4B578F64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A2B6AA-A1A0-C15E-599E-E5410E490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576309-1BCA-B603-DB2C-4B2088D1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E4E596-17CB-4C8A-B2F0-859D5EE36C6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21347006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40CCDE-5E21-DE71-2B9F-98204318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E309C39-CAD0-40EB-8E7D-D5A9262F62C2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07685C-E9CD-47A1-E6AB-FA32F51A6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9ED74B-331F-76A8-5F6C-C28FBB895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C5166-DC9F-4C98-86E1-1A04D3C12AA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49186210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8415D4-31D8-C675-AAB6-55CAAB6F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9AA56FE-90E8-47C3-89C8-5F7D8DFD9CD7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95E739-570F-F2B8-FBF2-EE31070F6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FCFE34-2C9E-D419-1333-2368C12F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93422-A862-4CD2-A75F-4B2758F8848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8159823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94A7A8-D5FD-70C1-442F-064AD9FE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6F12F0E-669D-4BE1-A9BF-0E11F275B46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D6DA92-9870-4B86-F0C3-51CFD944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DD39F7-E919-DC9D-6373-BF2C060CE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13D46-E7FB-4A95-A690-2245DF14B6F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60902176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24052728-8499-C6FF-FF7B-20ECE0E5D8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471917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564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>
            <a:extLst>
              <a:ext uri="{FF2B5EF4-FFF2-40B4-BE49-F238E27FC236}">
                <a16:creationId xmlns:a16="http://schemas.microsoft.com/office/drawing/2014/main" id="{8D50B893-063B-02EE-FDD1-3FE5AE76788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1027" name="Marcador de texto 2">
            <a:extLst>
              <a:ext uri="{FF2B5EF4-FFF2-40B4-BE49-F238E27FC236}">
                <a16:creationId xmlns:a16="http://schemas.microsoft.com/office/drawing/2014/main" id="{4C227B35-5924-2901-229D-6F2D21D7A3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337C74-6949-8EEA-C167-708BB23C1D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821FFFBF-D5A6-4D1C-87AD-3447D52A078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02C3D3-DF41-9088-F941-097E7DE2A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F90E63-2D1F-BB8C-2C69-19A533CEB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50FB85B6-3B94-4BD5-A986-26F6EC71CB7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3417" r:id="rId1"/>
    <p:sldLayoutId id="2147493418" r:id="rId2"/>
    <p:sldLayoutId id="2147493419" r:id="rId3"/>
    <p:sldLayoutId id="2147493420" r:id="rId4"/>
    <p:sldLayoutId id="2147493421" r:id="rId5"/>
    <p:sldLayoutId id="2147493422" r:id="rId6"/>
    <p:sldLayoutId id="2147493423" r:id="rId7"/>
    <p:sldLayoutId id="2147493424" r:id="rId8"/>
    <p:sldLayoutId id="2147493425" r:id="rId9"/>
    <p:sldLayoutId id="2147493426" r:id="rId10"/>
    <p:sldLayoutId id="2147493427" r:id="rId11"/>
    <p:sldLayoutId id="2147493428" r:id="rId12"/>
    <p:sldLayoutId id="2147493429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Marcador de título 1">
            <a:extLst>
              <a:ext uri="{FF2B5EF4-FFF2-40B4-BE49-F238E27FC236}">
                <a16:creationId xmlns:a16="http://schemas.microsoft.com/office/drawing/2014/main" id="{993E0006-044F-98C4-3C89-0D203755AB7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1681804"/>
            <a:ext cx="13239571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MX"/>
              <a:t>Clic para editar título</a:t>
            </a:r>
            <a:endParaRPr lang="es-MX" altLang="es-MX"/>
          </a:p>
        </p:txBody>
      </p:sp>
      <p:sp>
        <p:nvSpPr>
          <p:cNvPr id="2051" name="Marcador de texto 2">
            <a:extLst>
              <a:ext uri="{FF2B5EF4-FFF2-40B4-BE49-F238E27FC236}">
                <a16:creationId xmlns:a16="http://schemas.microsoft.com/office/drawing/2014/main" id="{C7048B2B-A834-CEB9-FF95-1B11E6C484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3084877"/>
            <a:ext cx="12960192" cy="4182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MX"/>
              <a:t>Haga clic para modificar el estilo de texto del patrón</a:t>
            </a:r>
          </a:p>
          <a:p>
            <a:pPr lvl="1"/>
            <a:r>
              <a:rPr lang="en-US" altLang="es-MX"/>
              <a:t>Segundo nivel</a:t>
            </a:r>
          </a:p>
          <a:p>
            <a:pPr lvl="2"/>
            <a:r>
              <a:rPr lang="en-US" altLang="es-MX"/>
              <a:t>Tercer nivel</a:t>
            </a:r>
          </a:p>
          <a:p>
            <a:pPr lvl="3"/>
            <a:r>
              <a:rPr lang="en-US" altLang="es-MX"/>
              <a:t>Cuarto nivel</a:t>
            </a:r>
          </a:p>
          <a:p>
            <a:pPr lvl="4"/>
            <a:r>
              <a:rPr lang="en-US" altLang="es-MX"/>
              <a:t>Quinto nivel</a:t>
            </a:r>
            <a:endParaRPr lang="es-MX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AC07B7-3870-4F25-C5B4-99956B3A59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3163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FAF9FF"/>
                </a:solidFill>
                <a:latin typeface="Avenir Next lt pro medium"/>
                <a:ea typeface="Avenir Next lt pro medium"/>
                <a:cs typeface="Avenir Next lt pro medium"/>
              </a:defRPr>
            </a:lvl1pPr>
          </a:lstStyle>
          <a:p>
            <a:pPr>
              <a:defRPr/>
            </a:pPr>
            <a:fld id="{FE014A23-4D4C-444E-BD6F-C0C98CD6CBC4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BABCE0-7A55-871E-B9C6-9DC2FCABD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3163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FAF9FF"/>
                </a:solidFill>
                <a:latin typeface="Avenir Next lt pro medium"/>
                <a:ea typeface="Avenir Next lt pro medium"/>
                <a:cs typeface="Avenir Next lt pro medium"/>
              </a:defRPr>
            </a:lvl1pPr>
          </a:lstStyle>
          <a:p>
            <a:pPr>
              <a:defRPr/>
            </a:pPr>
            <a:endParaRPr lang="es-MX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93430" r:id="rId1"/>
    <p:sldLayoutId id="2147493431" r:id="rId2"/>
    <p:sldLayoutId id="2147493432" r:id="rId3"/>
    <p:sldLayoutId id="2147493433" r:id="rId4"/>
    <p:sldLayoutId id="2147493434" r:id="rId5"/>
    <p:sldLayoutId id="2147493435" r:id="rId6"/>
    <p:sldLayoutId id="2147493436" r:id="rId7"/>
    <p:sldLayoutId id="2147493437" r:id="rId8"/>
    <p:sldLayoutId id="2147493438" r:id="rId9"/>
    <p:sldLayoutId id="2147493439" r:id="rId10"/>
    <p:sldLayoutId id="2147493440" r:id="rId11"/>
    <p:sldLayoutId id="2147493441" r:id="rId12"/>
  </p:sldLayoutIdLst>
  <p:hf hdr="0" ftr="0" dt="0"/>
  <p:txStyles>
    <p:titleStyle>
      <a:lvl1pPr algn="l" defTabSz="608013" rtl="0" eaLnBrk="0" fontAlgn="base" hangingPunct="0">
        <a:spcBef>
          <a:spcPct val="0"/>
        </a:spcBef>
        <a:spcAft>
          <a:spcPct val="0"/>
        </a:spcAft>
        <a:defRPr sz="5800" b="1" kern="1200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1pPr>
      <a:lvl2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2pPr>
      <a:lvl3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3pPr>
      <a:lvl4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4pPr>
      <a:lvl5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5pPr>
      <a:lvl6pPr marL="4572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6pPr>
      <a:lvl7pPr marL="9144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7pPr>
      <a:lvl8pPr marL="13716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8pPr>
      <a:lvl9pPr marL="18288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Marcador de título 1">
            <a:extLst>
              <a:ext uri="{FF2B5EF4-FFF2-40B4-BE49-F238E27FC236}">
                <a16:creationId xmlns:a16="http://schemas.microsoft.com/office/drawing/2014/main" id="{23F67CC4-5117-BB32-7E0B-CDC6DBB2837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3075" name="Marcador de texto 2">
            <a:extLst>
              <a:ext uri="{FF2B5EF4-FFF2-40B4-BE49-F238E27FC236}">
                <a16:creationId xmlns:a16="http://schemas.microsoft.com/office/drawing/2014/main" id="{EA305510-5E28-B755-3676-BEE42E0B9E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E27996-0FA4-7D42-0385-A045ADE48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67B90BB1-49A9-489E-8560-E987CF71BB3F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676E37-127F-14D4-9A83-F416B5347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873CAC-2CD3-1278-E08A-4CDE99E0F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C127126C-84D4-4E1B-BBC3-875546CBBA65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3079" name="Picture 1">
            <a:extLst>
              <a:ext uri="{FF2B5EF4-FFF2-40B4-BE49-F238E27FC236}">
                <a16:creationId xmlns:a16="http://schemas.microsoft.com/office/drawing/2014/main" id="{55972C32-8024-B2D7-5ADA-D1EED95549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442" r:id="rId1"/>
    <p:sldLayoutId id="2147493443" r:id="rId2"/>
    <p:sldLayoutId id="2147493444" r:id="rId3"/>
    <p:sldLayoutId id="2147493445" r:id="rId4"/>
    <p:sldLayoutId id="2147493446" r:id="rId5"/>
    <p:sldLayoutId id="2147493447" r:id="rId6"/>
    <p:sldLayoutId id="2147493448" r:id="rId7"/>
    <p:sldLayoutId id="2147493449" r:id="rId8"/>
    <p:sldLayoutId id="2147493450" r:id="rId9"/>
    <p:sldLayoutId id="2147493451" r:id="rId10"/>
    <p:sldLayoutId id="2147493452" r:id="rId11"/>
    <p:sldLayoutId id="2147493453" r:id="rId12"/>
    <p:sldLayoutId id="2147493454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título 1">
            <a:extLst>
              <a:ext uri="{FF2B5EF4-FFF2-40B4-BE49-F238E27FC236}">
                <a16:creationId xmlns:a16="http://schemas.microsoft.com/office/drawing/2014/main" id="{A040FC7B-F099-E337-D7B0-68FA0674CD7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4099" name="Marcador de texto 2">
            <a:extLst>
              <a:ext uri="{FF2B5EF4-FFF2-40B4-BE49-F238E27FC236}">
                <a16:creationId xmlns:a16="http://schemas.microsoft.com/office/drawing/2014/main" id="{1F0BC2A4-421D-F74F-6BED-82F791C6DE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BE9EDC-E960-95C6-EC7C-EF139564F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AC37CED1-DD78-49D5-9BE5-E26F4B12741F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FA085B-BF7A-4CBA-365E-6D2AF5BB8C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CAED7D-FC2F-74F1-E131-B9425FE20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B72EBBDD-01A0-4848-91C6-2A0595F87FB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4103" name="Picture 1">
            <a:extLst>
              <a:ext uri="{FF2B5EF4-FFF2-40B4-BE49-F238E27FC236}">
                <a16:creationId xmlns:a16="http://schemas.microsoft.com/office/drawing/2014/main" id="{897EEEC2-31EE-7E89-D5BE-2DC7A79F82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455" r:id="rId1"/>
    <p:sldLayoutId id="2147493456" r:id="rId2"/>
    <p:sldLayoutId id="2147493457" r:id="rId3"/>
    <p:sldLayoutId id="2147493458" r:id="rId4"/>
    <p:sldLayoutId id="2147493459" r:id="rId5"/>
    <p:sldLayoutId id="2147493460" r:id="rId6"/>
    <p:sldLayoutId id="2147493461" r:id="rId7"/>
    <p:sldLayoutId id="2147493462" r:id="rId8"/>
    <p:sldLayoutId id="2147493463" r:id="rId9"/>
    <p:sldLayoutId id="2147493464" r:id="rId10"/>
    <p:sldLayoutId id="2147493465" r:id="rId11"/>
    <p:sldLayoutId id="2147493466" r:id="rId12"/>
    <p:sldLayoutId id="2147493467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Marcador de título 1">
            <a:extLst>
              <a:ext uri="{FF2B5EF4-FFF2-40B4-BE49-F238E27FC236}">
                <a16:creationId xmlns:a16="http://schemas.microsoft.com/office/drawing/2014/main" id="{6616B0CF-80DA-9725-BD33-9348DEF1608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5123" name="Marcador de texto 2">
            <a:extLst>
              <a:ext uri="{FF2B5EF4-FFF2-40B4-BE49-F238E27FC236}">
                <a16:creationId xmlns:a16="http://schemas.microsoft.com/office/drawing/2014/main" id="{5A13E742-8361-4548-306B-6E4E71E895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E53F7-2A98-9AB5-8B48-FE9107475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6A993614-2A11-462D-900A-2D49DC031A1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4BE3D0-5687-59B7-443F-3ED61646F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0E13D1-71D2-8DA8-D1C6-8C9554B9E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CB5B0C6A-DA63-47CA-8B1A-1D978E5A623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5127" name="Picture 1">
            <a:extLst>
              <a:ext uri="{FF2B5EF4-FFF2-40B4-BE49-F238E27FC236}">
                <a16:creationId xmlns:a16="http://schemas.microsoft.com/office/drawing/2014/main" id="{D67D6504-9003-8CC6-67DB-876E8E975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468" r:id="rId1"/>
    <p:sldLayoutId id="2147493469" r:id="rId2"/>
    <p:sldLayoutId id="2147493470" r:id="rId3"/>
    <p:sldLayoutId id="2147493471" r:id="rId4"/>
    <p:sldLayoutId id="2147493472" r:id="rId5"/>
    <p:sldLayoutId id="2147493473" r:id="rId6"/>
    <p:sldLayoutId id="2147493474" r:id="rId7"/>
    <p:sldLayoutId id="2147493475" r:id="rId8"/>
    <p:sldLayoutId id="2147493476" r:id="rId9"/>
    <p:sldLayoutId id="2147493477" r:id="rId10"/>
    <p:sldLayoutId id="2147493478" r:id="rId11"/>
    <p:sldLayoutId id="2147493479" r:id="rId12"/>
    <p:sldLayoutId id="2147493480" r:id="rId13"/>
    <p:sldLayoutId id="2147493481" r:id="rId14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2.png"/><Relationship Id="rId7" Type="http://schemas.openxmlformats.org/officeDocument/2006/relationships/slide" Target="slide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slide" Target="slide4.xml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9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slide" Target="slide6.xml"/><Relationship Id="rId5" Type="http://schemas.openxmlformats.org/officeDocument/2006/relationships/image" Target="../media/image23.jpe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1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slide" Target="slide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34" name="Grupo 4">
            <a:extLst>
              <a:ext uri="{FF2B5EF4-FFF2-40B4-BE49-F238E27FC236}">
                <a16:creationId xmlns:a16="http://schemas.microsoft.com/office/drawing/2014/main" id="{92F2D423-1638-6D0C-A2B9-CEAEE5243613}"/>
              </a:ext>
            </a:extLst>
          </p:cNvPr>
          <p:cNvGrpSpPr>
            <a:grpSpLocks/>
          </p:cNvGrpSpPr>
          <p:nvPr/>
        </p:nvGrpSpPr>
        <p:grpSpPr bwMode="auto">
          <a:xfrm>
            <a:off x="809012" y="2722439"/>
            <a:ext cx="6462593" cy="2691060"/>
            <a:chOff x="365717" y="1997919"/>
            <a:chExt cx="6461742" cy="2692644"/>
          </a:xfrm>
        </p:grpSpPr>
        <p:sp>
          <p:nvSpPr>
            <p:cNvPr id="14" name="CuadroTexto 8">
              <a:extLst>
                <a:ext uri="{FF2B5EF4-FFF2-40B4-BE49-F238E27FC236}">
                  <a16:creationId xmlns:a16="http://schemas.microsoft.com/office/drawing/2014/main" id="{5A178F20-F16C-185C-8ECC-369200113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17" y="1997919"/>
              <a:ext cx="5831527" cy="1139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s-MX" altLang="es-MX" sz="3600" b="1" dirty="0">
                  <a:solidFill>
                    <a:schemeClr val="bg2">
                      <a:lumMod val="75000"/>
                    </a:schemeClr>
                  </a:solidFill>
                  <a:latin typeface="Montserrat" panose="00000500000000000000" pitchFamily="2" charset="0"/>
                </a:rPr>
                <a:t>IPN COLABORADORES </a:t>
              </a:r>
              <a:r>
                <a:rPr lang="es-MX" altLang="es-MX" sz="3200" b="1" dirty="0">
                  <a:solidFill>
                    <a:schemeClr val="bg2">
                      <a:lumMod val="75000"/>
                    </a:schemeClr>
                  </a:solidFill>
                  <a:latin typeface="Montserrat" panose="00000500000000000000" pitchFamily="2" charset="0"/>
                </a:rPr>
                <a:t>RESULTADOS</a:t>
              </a:r>
            </a:p>
          </p:txBody>
        </p:sp>
        <p:sp>
          <p:nvSpPr>
            <p:cNvPr id="15" name="CuadroTexto 9">
              <a:extLst>
                <a:ext uri="{FF2B5EF4-FFF2-40B4-BE49-F238E27FC236}">
                  <a16:creationId xmlns:a16="http://schemas.microsoft.com/office/drawing/2014/main" id="{C5E266F8-E872-C71A-0945-827C0F09C7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362" y="3506713"/>
              <a:ext cx="4778105" cy="6467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s-MX" altLang="es-MX" sz="3600" b="1" dirty="0">
                  <a:solidFill>
                    <a:schemeClr val="bg2">
                      <a:lumMod val="50000"/>
                    </a:schemeClr>
                  </a:solidFill>
                  <a:latin typeface="Montserrat" panose="00000500000000000000" pitchFamily="2" charset="0"/>
                </a:rPr>
                <a:t>Otros Negocios</a:t>
              </a:r>
            </a:p>
          </p:txBody>
        </p:sp>
        <p:sp>
          <p:nvSpPr>
            <p:cNvPr id="18" name="CuadroTexto 12">
              <a:extLst>
                <a:ext uri="{FF2B5EF4-FFF2-40B4-BE49-F238E27FC236}">
                  <a16:creationId xmlns:a16="http://schemas.microsoft.com/office/drawing/2014/main" id="{4E3636FA-93BF-3F08-B0C8-2FAEB0872C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0025" y="4167035"/>
              <a:ext cx="3917434" cy="52352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s-MX" altLang="es-MX" sz="2800" dirty="0">
                  <a:solidFill>
                    <a:schemeClr val="bg2">
                      <a:lumMod val="50000"/>
                    </a:schemeClr>
                  </a:solidFill>
                  <a:latin typeface="Montserrat" panose="00000500000000000000" pitchFamily="2" charset="0"/>
                </a:rPr>
                <a:t>1Q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A479B799-2E38-E9D0-6891-75B107DE3B5B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9" name="Imagen 28">
              <a:extLst>
                <a:ext uri="{FF2B5EF4-FFF2-40B4-BE49-F238E27FC236}">
                  <a16:creationId xmlns:a16="http://schemas.microsoft.com/office/drawing/2014/main" id="{0075E99A-56B3-B0CC-DB02-5AC6BDD5C0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ítulo 2">
              <a:extLst>
                <a:ext uri="{FF2B5EF4-FFF2-40B4-BE49-F238E27FC236}">
                  <a16:creationId xmlns:a16="http://schemas.microsoft.com/office/drawing/2014/main" id="{F7D21284-74DD-2E9C-8875-17024ABF21D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Metodología</a:t>
              </a:r>
            </a:p>
          </p:txBody>
        </p:sp>
        <p:pic>
          <p:nvPicPr>
            <p:cNvPr id="14" name="Imagen 4">
              <a:extLst>
                <a:ext uri="{FF2B5EF4-FFF2-40B4-BE49-F238E27FC236}">
                  <a16:creationId xmlns:a16="http://schemas.microsoft.com/office/drawing/2014/main" id="{1424CE97-000F-3B6C-ADB6-6448C0485E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946" y="206219"/>
              <a:ext cx="749300" cy="681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CuadroTexto 28">
            <a:extLst>
              <a:ext uri="{FF2B5EF4-FFF2-40B4-BE49-F238E27FC236}">
                <a16:creationId xmlns:a16="http://schemas.microsoft.com/office/drawing/2014/main" id="{ABD6108E-D63D-2853-66FA-2BEC59381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C5F703EB-82D5-CB84-6F46-E5020FA36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546447"/>
              </p:ext>
            </p:extLst>
          </p:nvPr>
        </p:nvGraphicFramePr>
        <p:xfrm>
          <a:off x="7913956" y="1615338"/>
          <a:ext cx="5766846" cy="3546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6846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¿Cómo lo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sz="16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UNIVERSO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Colaboradores de Otros negocios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MX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TÉCNICA DE LEVANTAMIENTO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Encuesta online en Zeus con una duración promedio de 5 minutos.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ESTRUCTURA DE LA MUESTRA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marL="285750" lvl="1" indent="-285750" defTabSz="228588">
                        <a:buFont typeface="Arial" panose="020B0604020202020204" pitchFamily="34" charset="0"/>
                        <a:buChar char="•"/>
                        <a:tabLst>
                          <a:tab pos="92069" algn="l"/>
                        </a:tabLst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14 respondieron la encuesta (80.3% de participación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pic>
        <p:nvPicPr>
          <p:cNvPr id="17" name="Imagen 21">
            <a:extLst>
              <a:ext uri="{FF2B5EF4-FFF2-40B4-BE49-F238E27FC236}">
                <a16:creationId xmlns:a16="http://schemas.microsoft.com/office/drawing/2014/main" id="{469994B9-EA3D-2BF8-803A-C471E232E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39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Imagen 6">
            <a:extLst>
              <a:ext uri="{FF2B5EF4-FFF2-40B4-BE49-F238E27FC236}">
                <a16:creationId xmlns:a16="http://schemas.microsoft.com/office/drawing/2014/main" id="{125BDD6B-D7E9-3D82-1E58-59DA06B94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830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n 3">
            <a:extLst>
              <a:ext uri="{FF2B5EF4-FFF2-40B4-BE49-F238E27FC236}">
                <a16:creationId xmlns:a16="http://schemas.microsoft.com/office/drawing/2014/main" id="{C81FA676-878A-6201-46C4-E1ABF328588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280" y="2966243"/>
            <a:ext cx="471487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717CF273-35CF-3CA5-DF39-553E177E27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994337"/>
              </p:ext>
            </p:extLst>
          </p:nvPr>
        </p:nvGraphicFramePr>
        <p:xfrm>
          <a:off x="713904" y="1615338"/>
          <a:ext cx="5770024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024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¿Qué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IPN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Pensando en tu experiencia general como colaborador de esta empresa y considerando una escala de 0 a 10, donde 0 es “definitivamente no recomendaría” y 10 es “recomendaría ampliamente”, ¿Qué tan dispuesto estarías en recomendar a la empresa / área donde laboras?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grpSp>
        <p:nvGrpSpPr>
          <p:cNvPr id="22" name="Grupo 21">
            <a:extLst>
              <a:ext uri="{FF2B5EF4-FFF2-40B4-BE49-F238E27FC236}">
                <a16:creationId xmlns:a16="http://schemas.microsoft.com/office/drawing/2014/main" id="{8879EB6E-CED7-57EE-6C87-FD58E2EE179C}"/>
              </a:ext>
            </a:extLst>
          </p:cNvPr>
          <p:cNvGrpSpPr/>
          <p:nvPr/>
        </p:nvGrpSpPr>
        <p:grpSpPr>
          <a:xfrm>
            <a:off x="790916" y="4159462"/>
            <a:ext cx="5616000" cy="993259"/>
            <a:chOff x="717434" y="3608739"/>
            <a:chExt cx="5616000" cy="993259"/>
          </a:xfrm>
        </p:grpSpPr>
        <p:sp>
          <p:nvSpPr>
            <p:cNvPr id="23" name="CuadroTexto 20">
              <a:extLst>
                <a:ext uri="{FF2B5EF4-FFF2-40B4-BE49-F238E27FC236}">
                  <a16:creationId xmlns:a16="http://schemas.microsoft.com/office/drawing/2014/main" id="{7BCED4D3-4AEF-AADA-3DAB-4479F21D3F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656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0-6</a:t>
              </a:r>
            </a:p>
          </p:txBody>
        </p:sp>
        <p:sp>
          <p:nvSpPr>
            <p:cNvPr id="24" name="Rectángulo 6">
              <a:extLst>
                <a:ext uri="{FF2B5EF4-FFF2-40B4-BE49-F238E27FC236}">
                  <a16:creationId xmlns:a16="http://schemas.microsoft.com/office/drawing/2014/main" id="{BC772E6F-DD94-6EE1-DA2F-727BF7AF839E}"/>
                </a:ext>
              </a:extLst>
            </p:cNvPr>
            <p:cNvSpPr/>
            <p:nvPr/>
          </p:nvSpPr>
          <p:spPr bwMode="auto">
            <a:xfrm>
              <a:off x="2078564" y="4398096"/>
              <a:ext cx="2893741" cy="203902"/>
            </a:xfrm>
            <a:prstGeom prst="rect">
              <a:avLst/>
            </a:prstGeom>
          </p:spPr>
          <p:txBody>
            <a:bodyPr wrap="none" lIns="34290" tIns="17145" rIns="34290" bIns="17145">
              <a:spAutoFit/>
            </a:bodyPr>
            <a:lstStyle/>
            <a:p>
              <a:pPr algn="ctr" defTabSz="457177">
                <a:defRPr/>
              </a:pPr>
              <a:r>
                <a:rPr lang="es-ES_tradnl" sz="1100" b="1" kern="0" dirty="0">
                  <a:solidFill>
                    <a:prstClr val="black"/>
                  </a:solidFill>
                  <a:latin typeface="Montserrat" panose="00000500000000000000" pitchFamily="2" charset="0"/>
                  <a:cs typeface="Kanit" pitchFamily="2" charset="-34"/>
                </a:rPr>
                <a:t> %IPN =  %Promotores – %Detractores </a:t>
              </a:r>
            </a:p>
          </p:txBody>
        </p:sp>
        <p:graphicFrame>
          <p:nvGraphicFramePr>
            <p:cNvPr id="25" name="Object 16">
              <a:extLst>
                <a:ext uri="{FF2B5EF4-FFF2-40B4-BE49-F238E27FC236}">
                  <a16:creationId xmlns:a16="http://schemas.microsoft.com/office/drawing/2014/main" id="{49D5A561-8A31-BA7E-B9D2-DC6A2C3D55E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28394181"/>
                </p:ext>
              </p:extLst>
            </p:nvPr>
          </p:nvGraphicFramePr>
          <p:xfrm>
            <a:off x="717434" y="3904463"/>
            <a:ext cx="5616000" cy="697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4194412" imgH="701101" progId="">
                    <p:embed/>
                  </p:oleObj>
                </mc:Choice>
                <mc:Fallback>
                  <p:oleObj r:id="rId7" imgW="4194412" imgH="701101" progId="">
                    <p:embed/>
                    <p:pic>
                      <p:nvPicPr>
                        <p:cNvPr id="25" name="Object 16">
                          <a:extLst>
                            <a:ext uri="{FF2B5EF4-FFF2-40B4-BE49-F238E27FC236}">
                              <a16:creationId xmlns:a16="http://schemas.microsoft.com/office/drawing/2014/main" id="{9A4D0696-B973-A9EF-22A9-191AC87F9ED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434" y="3904463"/>
                          <a:ext cx="5616000" cy="697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CuadroTexto 20">
              <a:extLst>
                <a:ext uri="{FF2B5EF4-FFF2-40B4-BE49-F238E27FC236}">
                  <a16:creationId xmlns:a16="http://schemas.microsoft.com/office/drawing/2014/main" id="{009255A7-9634-A24B-733F-5004E31E6C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404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7-8</a:t>
              </a:r>
            </a:p>
          </p:txBody>
        </p:sp>
        <p:sp>
          <p:nvSpPr>
            <p:cNvPr id="27" name="CuadroTexto 20">
              <a:extLst>
                <a:ext uri="{FF2B5EF4-FFF2-40B4-BE49-F238E27FC236}">
                  <a16:creationId xmlns:a16="http://schemas.microsoft.com/office/drawing/2014/main" id="{63E8F74E-2DBA-CD7E-715F-C0D575834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1141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9-10</a:t>
              </a:r>
            </a:p>
          </p:txBody>
        </p:sp>
      </p:grpSp>
      <p:graphicFrame>
        <p:nvGraphicFramePr>
          <p:cNvPr id="28" name="Tabla 27">
            <a:extLst>
              <a:ext uri="{FF2B5EF4-FFF2-40B4-BE49-F238E27FC236}">
                <a16:creationId xmlns:a16="http://schemas.microsoft.com/office/drawing/2014/main" id="{4CB7D2DF-C901-F73F-0D3C-95971B2F1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956522"/>
              </p:ext>
            </p:extLst>
          </p:nvPr>
        </p:nvGraphicFramePr>
        <p:xfrm>
          <a:off x="713128" y="5758331"/>
          <a:ext cx="577080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800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Levantamiento: Del 6 al 19 de Abril</a:t>
                      </a: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Para el análisis de los resultados se consideró la estructura de Talento GS semana 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8">
            <a:extLst>
              <a:ext uri="{FF2B5EF4-FFF2-40B4-BE49-F238E27FC236}">
                <a16:creationId xmlns:a16="http://schemas.microsoft.com/office/drawing/2014/main" id="{0F655773-AC58-8CFA-6BF6-587373D42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5366" y="3283139"/>
            <a:ext cx="4735354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RESULTADOS</a:t>
            </a:r>
            <a:b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</a:br>
            <a:r>
              <a:rPr lang="es-MX" altLang="es-MX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GENERALES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CFE2-3424-5B97-25B7-2658677F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adroTexto 28">
            <a:extLst>
              <a:ext uri="{FF2B5EF4-FFF2-40B4-BE49-F238E27FC236}">
                <a16:creationId xmlns:a16="http://schemas.microsoft.com/office/drawing/2014/main" id="{23CB0FA5-460D-233E-77E0-0CD6B1154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86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52" name="25 CuadroTexto">
            <a:extLst>
              <a:ext uri="{FF2B5EF4-FFF2-40B4-BE49-F238E27FC236}">
                <a16:creationId xmlns:a16="http://schemas.microsoft.com/office/drawing/2014/main" id="{FACBD444-73C1-59BC-741F-A384BF653C5D}"/>
              </a:ext>
            </a:extLst>
          </p:cNvPr>
          <p:cNvSpPr txBox="1"/>
          <p:nvPr/>
        </p:nvSpPr>
        <p:spPr>
          <a:xfrm>
            <a:off x="10050963" y="7614925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sp>
        <p:nvSpPr>
          <p:cNvPr id="2" name="89 CuadroTexto">
            <a:extLst>
              <a:ext uri="{FF2B5EF4-FFF2-40B4-BE49-F238E27FC236}">
                <a16:creationId xmlns:a16="http://schemas.microsoft.com/office/drawing/2014/main" id="{46AD3FFA-71A8-5C3B-B092-B51665148484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General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Salinas 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D04D58F6-EA23-18CF-7A52-8A2D418AD79F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6" name="Imagen 28">
              <a:extLst>
                <a:ext uri="{FF2B5EF4-FFF2-40B4-BE49-F238E27FC236}">
                  <a16:creationId xmlns:a16="http://schemas.microsoft.com/office/drawing/2014/main" id="{0E7AC841-C141-9170-9641-72E93FC883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ítulo 2">
              <a:extLst>
                <a:ext uri="{FF2B5EF4-FFF2-40B4-BE49-F238E27FC236}">
                  <a16:creationId xmlns:a16="http://schemas.microsoft.com/office/drawing/2014/main" id="{EB4C8C7B-C3E1-D3CE-4C2E-8BE3211D7CF0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Grupo Salinas 1Q 2026</a:t>
              </a:r>
            </a:p>
          </p:txBody>
        </p:sp>
        <p:pic>
          <p:nvPicPr>
            <p:cNvPr id="13" name="Imagen 3">
              <a:extLst>
                <a:ext uri="{FF2B5EF4-FFF2-40B4-BE49-F238E27FC236}">
                  <a16:creationId xmlns:a16="http://schemas.microsoft.com/office/drawing/2014/main" id="{DE20985C-D465-4DBF-D7A3-F1BF4A48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26" name="Tabla_IPN_SL">
            <a:extLst>
              <a:ext uri="{FF2B5EF4-FFF2-40B4-BE49-F238E27FC236}">
                <a16:creationId xmlns:a16="http://schemas.microsoft.com/office/drawing/2014/main" id="{1A696E1E-99C8-4D87-DFD7-A80007E28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367495"/>
              </p:ext>
            </p:extLst>
          </p:nvPr>
        </p:nvGraphicFramePr>
        <p:xfrm>
          <a:off x="1545047" y="3685651"/>
          <a:ext cx="1980000" cy="104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48.7%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713</a:t>
                      </a:r>
                      <a:b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Tabla_ANTERIO_SL">
            <a:extLst>
              <a:ext uri="{FF2B5EF4-FFF2-40B4-BE49-F238E27FC236}">
                <a16:creationId xmlns:a16="http://schemas.microsoft.com/office/drawing/2014/main" id="{DC916EE2-85AE-1275-C438-0F103B47B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135077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altLang="es-MX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79,048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68.5%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6" name="Agrupar 49">
            <a:extLst>
              <a:ext uri="{FF2B5EF4-FFF2-40B4-BE49-F238E27FC236}">
                <a16:creationId xmlns:a16="http://schemas.microsoft.com/office/drawing/2014/main" id="{E41C43DB-B591-9199-0DF1-DFF9611C3F1F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37" name="CuadroTexto 33">
              <a:extLst>
                <a:ext uri="{FF2B5EF4-FFF2-40B4-BE49-F238E27FC236}">
                  <a16:creationId xmlns:a16="http://schemas.microsoft.com/office/drawing/2014/main" id="{74CBF055-F365-969E-ADCC-AFA4734C3BC6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8" name="CuadroTexto 34">
              <a:extLst>
                <a:ext uri="{FF2B5EF4-FFF2-40B4-BE49-F238E27FC236}">
                  <a16:creationId xmlns:a16="http://schemas.microsoft.com/office/drawing/2014/main" id="{8385EBFA-1EE4-402F-6D0D-6F250E85C782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9" name="CuadroTexto 35">
              <a:extLst>
                <a:ext uri="{FF2B5EF4-FFF2-40B4-BE49-F238E27FC236}">
                  <a16:creationId xmlns:a16="http://schemas.microsoft.com/office/drawing/2014/main" id="{9FBCA65F-B4D4-2F25-E845-97E5AE7C7B84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40" name="83 Rectángulo">
              <a:extLst>
                <a:ext uri="{FF2B5EF4-FFF2-40B4-BE49-F238E27FC236}">
                  <a16:creationId xmlns:a16="http://schemas.microsoft.com/office/drawing/2014/main" id="{9B5F06D7-601E-456B-4D47-306F1130583B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2" name="84 Rectángulo">
              <a:extLst>
                <a:ext uri="{FF2B5EF4-FFF2-40B4-BE49-F238E27FC236}">
                  <a16:creationId xmlns:a16="http://schemas.microsoft.com/office/drawing/2014/main" id="{DA43092A-54E8-E987-0EC1-C3B06333074D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3" name="17 Rectángulo">
              <a:extLst>
                <a:ext uri="{FF2B5EF4-FFF2-40B4-BE49-F238E27FC236}">
                  <a16:creationId xmlns:a16="http://schemas.microsoft.com/office/drawing/2014/main" id="{85172E2C-AF10-8E4B-C0C7-3768BCE4E930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44" name="Conector angular 25">
            <a:extLst>
              <a:ext uri="{FF2B5EF4-FFF2-40B4-BE49-F238E27FC236}">
                <a16:creationId xmlns:a16="http://schemas.microsoft.com/office/drawing/2014/main" id="{BE4F5A96-BA15-56F1-10EE-875F9398C1ED}"/>
              </a:ext>
            </a:extLst>
          </p:cNvPr>
          <p:cNvCxnSpPr>
            <a:cxnSpLocks/>
            <a:stCxn id="26" idx="3"/>
            <a:endCxn id="49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5" name="Conector angular 25">
            <a:extLst>
              <a:ext uri="{FF2B5EF4-FFF2-40B4-BE49-F238E27FC236}">
                <a16:creationId xmlns:a16="http://schemas.microsoft.com/office/drawing/2014/main" id="{C83D7AC0-3374-6225-7705-8B4802C7893C}"/>
              </a:ext>
            </a:extLst>
          </p:cNvPr>
          <p:cNvCxnSpPr>
            <a:cxnSpLocks/>
            <a:stCxn id="26" idx="1"/>
            <a:endCxn id="48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6" name="Conector angular 25">
            <a:extLst>
              <a:ext uri="{FF2B5EF4-FFF2-40B4-BE49-F238E27FC236}">
                <a16:creationId xmlns:a16="http://schemas.microsoft.com/office/drawing/2014/main" id="{A7AB282B-1C7F-9C24-2866-CC6E43071FF6}"/>
              </a:ext>
            </a:extLst>
          </p:cNvPr>
          <p:cNvCxnSpPr>
            <a:cxnSpLocks/>
            <a:stCxn id="47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47" name="Tabla_DET_SL">
            <a:extLst>
              <a:ext uri="{FF2B5EF4-FFF2-40B4-BE49-F238E27FC236}">
                <a16:creationId xmlns:a16="http://schemas.microsoft.com/office/drawing/2014/main" id="{3E340A78-38BE-EEB3-FAA1-BF38226CD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843229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10.1%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(72)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8" name="Tabla_PAS_SL">
            <a:extLst>
              <a:ext uri="{FF2B5EF4-FFF2-40B4-BE49-F238E27FC236}">
                <a16:creationId xmlns:a16="http://schemas.microsoft.com/office/drawing/2014/main" id="{04BA5813-3D4C-C693-41AE-6686D0F43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068648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31.1%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(222)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9" name="Tabla_PRO_SL">
            <a:extLst>
              <a:ext uri="{FF2B5EF4-FFF2-40B4-BE49-F238E27FC236}">
                <a16:creationId xmlns:a16="http://schemas.microsoft.com/office/drawing/2014/main" id="{B438C82C-9A4A-20FC-32A2-B1B07065C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918135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58.8%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(419)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1" name="Grafico _don_SL">
            <a:extLst>
              <a:ext uri="{FF2B5EF4-FFF2-40B4-BE49-F238E27FC236}">
                <a16:creationId xmlns:a16="http://schemas.microsoft.com/office/drawing/2014/main" id="{B7ECF5AC-65A5-34BE-C6C5-B8168F07EE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3738416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3" name="Grafico_bar_SL">
            <a:extLst>
              <a:ext uri="{FF2B5EF4-FFF2-40B4-BE49-F238E27FC236}">
                <a16:creationId xmlns:a16="http://schemas.microsoft.com/office/drawing/2014/main" id="{DB647BBF-A3DA-08CE-41F9-E8C164B37B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1189392"/>
              </p:ext>
            </p:extLst>
          </p:nvPr>
        </p:nvGraphicFramePr>
        <p:xfrm>
          <a:off x="5045089" y="1910993"/>
          <a:ext cx="6526600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4" name="Tabla_DIF_SL">
            <a:extLst>
              <a:ext uri="{FF2B5EF4-FFF2-40B4-BE49-F238E27FC236}">
                <a16:creationId xmlns:a16="http://schemas.microsoft.com/office/drawing/2014/main" id="{F906F534-B54B-EBBE-3BEF-43DD7D0E7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969686"/>
              </p:ext>
            </p:extLst>
          </p:nvPr>
        </p:nvGraphicFramePr>
        <p:xfrm>
          <a:off x="11623551" y="1409638"/>
          <a:ext cx="2715914" cy="6077170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504000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altLang="es-MX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55" name="Conector recto 29">
            <a:extLst>
              <a:ext uri="{FF2B5EF4-FFF2-40B4-BE49-F238E27FC236}">
                <a16:creationId xmlns:a16="http://schemas.microsoft.com/office/drawing/2014/main" id="{336710F5-E434-9BE4-C9AA-4B900E079D94}"/>
              </a:ext>
            </a:extLst>
          </p:cNvPr>
          <p:cNvCxnSpPr>
            <a:cxnSpLocks/>
          </p:cNvCxnSpPr>
          <p:nvPr/>
        </p:nvCxnSpPr>
        <p:spPr>
          <a:xfrm flipH="1">
            <a:off x="5661537" y="2467475"/>
            <a:ext cx="86400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Picture 4" descr="eenfoque fiscal – Reforma Fiscal">
            <a:hlinkClick r:id="rId7" action="ppaction://hlinksldjump"/>
            <a:extLst>
              <a:ext uri="{FF2B5EF4-FFF2-40B4-BE49-F238E27FC236}">
                <a16:creationId xmlns:a16="http://schemas.microsoft.com/office/drawing/2014/main" id="{BF111D59-B5CB-8A0E-3CAE-F71655FF2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029" y="5375309"/>
            <a:ext cx="323634" cy="323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745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9">
            <a:extLst>
              <a:ext uri="{FF2B5EF4-FFF2-40B4-BE49-F238E27FC236}">
                <a16:creationId xmlns:a16="http://schemas.microsoft.com/office/drawing/2014/main" id="{6E14A9AB-F5F2-6A2D-9EDE-6DD1FDADB559}"/>
              </a:ext>
            </a:extLst>
          </p:cNvPr>
          <p:cNvSpPr txBox="1"/>
          <p:nvPr/>
        </p:nvSpPr>
        <p:spPr>
          <a:xfrm>
            <a:off x="9457696" y="3344694"/>
            <a:ext cx="435133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0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4400" dirty="0">
                <a:solidFill>
                  <a:srgbClr val="5B5A5A"/>
                </a:solidFill>
                <a:latin typeface="Montserrat Light" pitchFamily="2" charset="77"/>
              </a:rPr>
              <a:t>RESULTADOS</a:t>
            </a:r>
          </a:p>
          <a:p>
            <a:pPr defTabSz="91410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4400" b="1" dirty="0">
                <a:solidFill>
                  <a:srgbClr val="61288B"/>
                </a:solidFill>
                <a:latin typeface="Montserrat ExtraBold" panose="00000900000000000000" pitchFamily="2" charset="0"/>
              </a:rPr>
              <a:t>OTROS NEGOCIOS</a:t>
            </a:r>
          </a:p>
        </p:txBody>
      </p:sp>
    </p:spTree>
    <p:extLst>
      <p:ext uri="{BB962C8B-B14F-4D97-AF65-F5344CB8AC3E}">
        <p14:creationId xmlns:p14="http://schemas.microsoft.com/office/powerpoint/2010/main" val="1322082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adroTexto 28">
            <a:extLst>
              <a:ext uri="{FF2B5EF4-FFF2-40B4-BE49-F238E27FC236}">
                <a16:creationId xmlns:a16="http://schemas.microsoft.com/office/drawing/2014/main" id="{05182927-5829-7808-2AB1-1D9AF8532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86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pic>
        <p:nvPicPr>
          <p:cNvPr id="83031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2E2125B3-4B0F-3479-37BE-AE9F9EADEC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4" y="1189514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a_DIF_ON">
            <a:extLst>
              <a:ext uri="{FF2B5EF4-FFF2-40B4-BE49-F238E27FC236}">
                <a16:creationId xmlns:a16="http://schemas.microsoft.com/office/drawing/2014/main" id="{FD6FBA12-F800-3333-870A-C512E47FC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309621"/>
              </p:ext>
            </p:extLst>
          </p:nvPr>
        </p:nvGraphicFramePr>
        <p:xfrm>
          <a:off x="11544771" y="1538818"/>
          <a:ext cx="2786627" cy="5951042"/>
        </p:xfrm>
        <a:graphic>
          <a:graphicData uri="http://schemas.openxmlformats.org/drawingml/2006/table">
            <a:tbl>
              <a:tblPr/>
              <a:tblGrid>
                <a:gridCol w="971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3762">
                  <a:extLst>
                    <a:ext uri="{9D8B030D-6E8A-4147-A177-3AD203B41FA5}">
                      <a16:colId xmlns:a16="http://schemas.microsoft.com/office/drawing/2014/main" val="24264721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965237515"/>
                    </a:ext>
                  </a:extLst>
                </a:gridCol>
              </a:tblGrid>
              <a:tr h="375532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223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7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7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7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7" name="Grupo 16">
            <a:extLst>
              <a:ext uri="{FF2B5EF4-FFF2-40B4-BE49-F238E27FC236}">
                <a16:creationId xmlns:a16="http://schemas.microsoft.com/office/drawing/2014/main" id="{C013EB00-B820-8A55-7AF5-83D182A0392A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18" name="Imagen 28">
              <a:extLst>
                <a:ext uri="{FF2B5EF4-FFF2-40B4-BE49-F238E27FC236}">
                  <a16:creationId xmlns:a16="http://schemas.microsoft.com/office/drawing/2014/main" id="{80F930AE-4E85-58E1-B34E-9813C39545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Título 2">
              <a:extLst>
                <a:ext uri="{FF2B5EF4-FFF2-40B4-BE49-F238E27FC236}">
                  <a16:creationId xmlns:a16="http://schemas.microsoft.com/office/drawing/2014/main" id="{C24EC095-02B6-3B04-5792-230584DE172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Otros Negocios 1Q 2026</a:t>
              </a:r>
            </a:p>
          </p:txBody>
        </p:sp>
        <p:pic>
          <p:nvPicPr>
            <p:cNvPr id="20" name="Imagen 3">
              <a:extLst>
                <a:ext uri="{FF2B5EF4-FFF2-40B4-BE49-F238E27FC236}">
                  <a16:creationId xmlns:a16="http://schemas.microsoft.com/office/drawing/2014/main" id="{CC446992-E44E-9B9F-7787-DF2749BB7E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" name="25 CuadroTexto">
            <a:extLst>
              <a:ext uri="{FF2B5EF4-FFF2-40B4-BE49-F238E27FC236}">
                <a16:creationId xmlns:a16="http://schemas.microsoft.com/office/drawing/2014/main" id="{3CE48031-6F0D-B41F-C391-C88C60F1A7B2}"/>
              </a:ext>
            </a:extLst>
          </p:cNvPr>
          <p:cNvSpPr txBox="1"/>
          <p:nvPr/>
        </p:nvSpPr>
        <p:spPr>
          <a:xfrm>
            <a:off x="10488771" y="7613313"/>
            <a:ext cx="29835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sp>
        <p:nvSpPr>
          <p:cNvPr id="27" name="89 CuadroTexto">
            <a:extLst>
              <a:ext uri="{FF2B5EF4-FFF2-40B4-BE49-F238E27FC236}">
                <a16:creationId xmlns:a16="http://schemas.microsoft.com/office/drawing/2014/main" id="{05F732D5-AFE3-ED8F-A3FB-AD48D45A9FC7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Otros Negocios</a:t>
            </a:r>
          </a:p>
        </p:txBody>
      </p:sp>
      <p:graphicFrame>
        <p:nvGraphicFramePr>
          <p:cNvPr id="28" name="Tabla_IPN_ON">
            <a:extLst>
              <a:ext uri="{FF2B5EF4-FFF2-40B4-BE49-F238E27FC236}">
                <a16:creationId xmlns:a16="http://schemas.microsoft.com/office/drawing/2014/main" id="{C8F290EE-AFE6-82F1-D0E4-9C5DAE8CA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946424"/>
              </p:ext>
            </p:extLst>
          </p:nvPr>
        </p:nvGraphicFramePr>
        <p:xfrm>
          <a:off x="1545047" y="3685651"/>
          <a:ext cx="1980000" cy="104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48.7%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713</a:t>
                      </a:r>
                      <a:b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9" name="Tabla_ANTERIO_ON">
            <a:extLst>
              <a:ext uri="{FF2B5EF4-FFF2-40B4-BE49-F238E27FC236}">
                <a16:creationId xmlns:a16="http://schemas.microsoft.com/office/drawing/2014/main" id="{C2EFEB8A-EEC9-4A40-7540-0D03BBD4EE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558493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altLang="es-MX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79,048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68.5%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0" name="Agrupar 49">
            <a:extLst>
              <a:ext uri="{FF2B5EF4-FFF2-40B4-BE49-F238E27FC236}">
                <a16:creationId xmlns:a16="http://schemas.microsoft.com/office/drawing/2014/main" id="{91226AED-E763-71CA-E2E4-2BA4F23807A0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31" name="CuadroTexto 33">
              <a:extLst>
                <a:ext uri="{FF2B5EF4-FFF2-40B4-BE49-F238E27FC236}">
                  <a16:creationId xmlns:a16="http://schemas.microsoft.com/office/drawing/2014/main" id="{9CBC518D-89A2-57E6-536F-B153F208FA07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2" name="CuadroTexto 34">
              <a:extLst>
                <a:ext uri="{FF2B5EF4-FFF2-40B4-BE49-F238E27FC236}">
                  <a16:creationId xmlns:a16="http://schemas.microsoft.com/office/drawing/2014/main" id="{C6C9C2CD-C86A-F547-6124-FC76983DC7EF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3" name="CuadroTexto 35">
              <a:extLst>
                <a:ext uri="{FF2B5EF4-FFF2-40B4-BE49-F238E27FC236}">
                  <a16:creationId xmlns:a16="http://schemas.microsoft.com/office/drawing/2014/main" id="{FB74AFEE-A95E-AA1E-B399-9A960D916751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4" name="83 Rectángulo">
              <a:extLst>
                <a:ext uri="{FF2B5EF4-FFF2-40B4-BE49-F238E27FC236}">
                  <a16:creationId xmlns:a16="http://schemas.microsoft.com/office/drawing/2014/main" id="{DB913765-496D-F5C9-1E98-9C916B9A2B6D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5" name="84 Rectángulo">
              <a:extLst>
                <a:ext uri="{FF2B5EF4-FFF2-40B4-BE49-F238E27FC236}">
                  <a16:creationId xmlns:a16="http://schemas.microsoft.com/office/drawing/2014/main" id="{91AAD249-E835-A83A-B24B-BC1EA7966B55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6" name="17 Rectángulo">
              <a:extLst>
                <a:ext uri="{FF2B5EF4-FFF2-40B4-BE49-F238E27FC236}">
                  <a16:creationId xmlns:a16="http://schemas.microsoft.com/office/drawing/2014/main" id="{A35047D1-2EC7-A9DB-E1A0-E98732C1C29E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7" name="Conector angular 25">
            <a:extLst>
              <a:ext uri="{FF2B5EF4-FFF2-40B4-BE49-F238E27FC236}">
                <a16:creationId xmlns:a16="http://schemas.microsoft.com/office/drawing/2014/main" id="{9AE33AC1-6532-76E7-4B10-CF1B7F1004CB}"/>
              </a:ext>
            </a:extLst>
          </p:cNvPr>
          <p:cNvCxnSpPr>
            <a:cxnSpLocks/>
            <a:stCxn id="28" idx="3"/>
            <a:endCxn id="42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11DA7847-A997-7D0F-2494-9B08496972F5}"/>
              </a:ext>
            </a:extLst>
          </p:cNvPr>
          <p:cNvCxnSpPr>
            <a:cxnSpLocks/>
            <a:stCxn id="28" idx="1"/>
            <a:endCxn id="41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9" name="Conector angular 25">
            <a:extLst>
              <a:ext uri="{FF2B5EF4-FFF2-40B4-BE49-F238E27FC236}">
                <a16:creationId xmlns:a16="http://schemas.microsoft.com/office/drawing/2014/main" id="{1312E3DE-DCA2-52DD-3E92-CD979966ED03}"/>
              </a:ext>
            </a:extLst>
          </p:cNvPr>
          <p:cNvCxnSpPr>
            <a:cxnSpLocks/>
            <a:stCxn id="40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40" name="Tabla_DET_ON">
            <a:extLst>
              <a:ext uri="{FF2B5EF4-FFF2-40B4-BE49-F238E27FC236}">
                <a16:creationId xmlns:a16="http://schemas.microsoft.com/office/drawing/2014/main" id="{912FE609-5721-9A16-3289-2BF2B4D0A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53933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10.1%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(72)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1" name="Tabla_PAS_ON">
            <a:extLst>
              <a:ext uri="{FF2B5EF4-FFF2-40B4-BE49-F238E27FC236}">
                <a16:creationId xmlns:a16="http://schemas.microsoft.com/office/drawing/2014/main" id="{F315D2B6-8004-8E3E-8A47-A5926F342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695228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31.1%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(222)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2" name="Tabla_PRO_ON">
            <a:extLst>
              <a:ext uri="{FF2B5EF4-FFF2-40B4-BE49-F238E27FC236}">
                <a16:creationId xmlns:a16="http://schemas.microsoft.com/office/drawing/2014/main" id="{B4E4A5C8-F28D-59A4-4E6B-48B4BF338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346571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58.8%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(419)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4" name="Grafico _don_ON">
            <a:extLst>
              <a:ext uri="{FF2B5EF4-FFF2-40B4-BE49-F238E27FC236}">
                <a16:creationId xmlns:a16="http://schemas.microsoft.com/office/drawing/2014/main" id="{B9A256A8-4E38-BBF1-4AD3-731390502C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691527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5" name="Grafico_bar_ON">
            <a:extLst>
              <a:ext uri="{FF2B5EF4-FFF2-40B4-BE49-F238E27FC236}">
                <a16:creationId xmlns:a16="http://schemas.microsoft.com/office/drawing/2014/main" id="{14A8D7A4-8266-A0F6-4B67-1B6D97AC17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5063353"/>
              </p:ext>
            </p:extLst>
          </p:nvPr>
        </p:nvGraphicFramePr>
        <p:xfrm>
          <a:off x="5034929" y="1910993"/>
          <a:ext cx="6480673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Imagen 43">
            <a:hlinkClick r:id="rId3" action="ppaction://hlinksldjump"/>
            <a:extLst>
              <a:ext uri="{FF2B5EF4-FFF2-40B4-BE49-F238E27FC236}">
                <a16:creationId xmlns:a16="http://schemas.microsoft.com/office/drawing/2014/main" id="{F8BB0952-C812-A9FF-6738-7836C0BEB9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3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D04C64C0-7B53-4AA8-94F9-0CC3A906457E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11" name="Imagen 29">
              <a:extLst>
                <a:ext uri="{FF2B5EF4-FFF2-40B4-BE49-F238E27FC236}">
                  <a16:creationId xmlns:a16="http://schemas.microsoft.com/office/drawing/2014/main" id="{8E397BE7-72C4-9816-B8E0-9B778AD614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ítulo 2">
              <a:extLst>
                <a:ext uri="{FF2B5EF4-FFF2-40B4-BE49-F238E27FC236}">
                  <a16:creationId xmlns:a16="http://schemas.microsoft.com/office/drawing/2014/main" id="{FBDF3252-1B05-FC51-DEAA-2A6FF8D5A5B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Otros Negocios</a:t>
              </a:r>
            </a:p>
          </p:txBody>
        </p:sp>
        <p:pic>
          <p:nvPicPr>
            <p:cNvPr id="13" name="Imagen 3">
              <a:extLst>
                <a:ext uri="{FF2B5EF4-FFF2-40B4-BE49-F238E27FC236}">
                  <a16:creationId xmlns:a16="http://schemas.microsoft.com/office/drawing/2014/main" id="{373EC6B2-FF42-640A-3211-51152BBA6A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643B253F-1C5B-63B1-E342-69E92945995C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15" name="Cinta curvada hacia arriba 3">
              <a:extLst>
                <a:ext uri="{FF2B5EF4-FFF2-40B4-BE49-F238E27FC236}">
                  <a16:creationId xmlns:a16="http://schemas.microsoft.com/office/drawing/2014/main" id="{08F68437-4BB0-E149-885B-29809051B7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2ED03C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6" name="CuadroTexto 5">
              <a:extLst>
                <a:ext uri="{FF2B5EF4-FFF2-40B4-BE49-F238E27FC236}">
                  <a16:creationId xmlns:a16="http://schemas.microsoft.com/office/drawing/2014/main" id="{BA4BADB4-0832-E233-EE74-D1546C48FC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Promotores</a:t>
              </a:r>
            </a:p>
          </p:txBody>
        </p:sp>
      </p:grpSp>
      <p:pic>
        <p:nvPicPr>
          <p:cNvPr id="17" name="Imagen 46">
            <a:extLst>
              <a:ext uri="{FF2B5EF4-FFF2-40B4-BE49-F238E27FC236}">
                <a16:creationId xmlns:a16="http://schemas.microsoft.com/office/drawing/2014/main" id="{8838D69B-BED0-2A77-6EF9-DC0EA559792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17" t="33687" r="4427" b="38496"/>
          <a:stretch>
            <a:fillRect/>
          </a:stretch>
        </p:blipFill>
        <p:spPr bwMode="auto">
          <a:xfrm>
            <a:off x="3467107" y="1547191"/>
            <a:ext cx="931863" cy="906462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F00A29F9-D771-CA75-8119-CC3DBA980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FEAEB46C-44FC-9EB5-0BDE-7F5C3FAAFD8B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1</a:t>
            </a:r>
            <a:endParaRPr lang="es-MX" sz="1600" b="1" dirty="0">
              <a:latin typeface="Montserrat" panose="00000500000000000000" pitchFamily="2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ECFAC4FB-EB6E-FFF6-3D14-081B16946661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2295317E-E93F-3BB2-8342-B5B217C0BCE0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756711F-2E1E-00A5-5A1D-D78BD6E3CE07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6B4F9752-E058-ABE3-3E13-278659DF05AC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6F938619-3DDD-07B0-9E6C-2DA1E842DD42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3C4E1729-98FE-D7E5-BF12-C80BCAF6AEB4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A2D93501-4092-248F-FB67-E3F7B5E260A1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6C941A60-1E04-CD3F-F85F-F0BCF8F8224C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CAF6C117-5EE0-7944-91BC-F0D70BAA945D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278735" y="7006654"/>
            <a:chExt cx="468000" cy="325438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CF1E7D1E-6041-0DBE-49FE-228E23E6A635}"/>
                </a:ext>
              </a:extLst>
            </p:cNvPr>
            <p:cNvSpPr/>
            <p:nvPr/>
          </p:nvSpPr>
          <p:spPr bwMode="auto">
            <a:xfrm>
              <a:off x="1350810" y="7006654"/>
              <a:ext cx="323850" cy="325438"/>
            </a:xfrm>
            <a:prstGeom prst="ellipse">
              <a:avLst/>
            </a:prstGeom>
            <a:solidFill>
              <a:srgbClr val="2ED0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69C6DD96-E414-6CE3-04E9-40B6E27F96E1}"/>
                </a:ext>
              </a:extLst>
            </p:cNvPr>
            <p:cNvSpPr txBox="1"/>
            <p:nvPr/>
          </p:nvSpPr>
          <p:spPr>
            <a:xfrm>
              <a:off x="1278735" y="7015485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lt1"/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graphicFrame>
        <p:nvGraphicFramePr>
          <p:cNvPr id="31" name="Tabla_PRO_MENS_ON">
            <a:extLst>
              <a:ext uri="{FF2B5EF4-FFF2-40B4-BE49-F238E27FC236}">
                <a16:creationId xmlns:a16="http://schemas.microsoft.com/office/drawing/2014/main" id="{77D03BD2-1A2A-C69D-966F-50324C259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68924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008037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AC89593B-3ACD-FD73-17A6-60775F3C20ED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9" name="Imagen 29">
              <a:extLst>
                <a:ext uri="{FF2B5EF4-FFF2-40B4-BE49-F238E27FC236}">
                  <a16:creationId xmlns:a16="http://schemas.microsoft.com/office/drawing/2014/main" id="{E9EBA903-140B-463A-7A97-0351DF0D97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ítulo 2">
              <a:extLst>
                <a:ext uri="{FF2B5EF4-FFF2-40B4-BE49-F238E27FC236}">
                  <a16:creationId xmlns:a16="http://schemas.microsoft.com/office/drawing/2014/main" id="{0A0218E9-FC43-068A-3E95-939AC814254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Otros Negocios</a:t>
              </a:r>
            </a:p>
          </p:txBody>
        </p:sp>
        <p:pic>
          <p:nvPicPr>
            <p:cNvPr id="11" name="Imagen 3">
              <a:extLst>
                <a:ext uri="{FF2B5EF4-FFF2-40B4-BE49-F238E27FC236}">
                  <a16:creationId xmlns:a16="http://schemas.microsoft.com/office/drawing/2014/main" id="{CDF39330-8409-8C27-4E84-4668D9E797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737332C-1237-1EEA-0BC7-85AEEB32D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pic>
        <p:nvPicPr>
          <p:cNvPr id="13" name="Imagen 45">
            <a:extLst>
              <a:ext uri="{FF2B5EF4-FFF2-40B4-BE49-F238E27FC236}">
                <a16:creationId xmlns:a16="http://schemas.microsoft.com/office/drawing/2014/main" id="{ACE3D9D7-88C5-53F5-5762-8BC2245D4BBD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4" t="33391" r="35352" b="38200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FC327EED-ACCF-D0C7-1F03-F14761F70B61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15" name="Cinta curvada hacia arriba 3">
              <a:extLst>
                <a:ext uri="{FF2B5EF4-FFF2-40B4-BE49-F238E27FC236}">
                  <a16:creationId xmlns:a16="http://schemas.microsoft.com/office/drawing/2014/main" id="{A98FAEE5-93A3-7254-B6DF-B56018D504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EE912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6" name="CuadroTexto 5">
              <a:extLst>
                <a:ext uri="{FF2B5EF4-FFF2-40B4-BE49-F238E27FC236}">
                  <a16:creationId xmlns:a16="http://schemas.microsoft.com/office/drawing/2014/main" id="{2D7A600A-EF78-742B-6D44-592962F6A2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Pasivos</a:t>
              </a:r>
            </a:p>
          </p:txBody>
        </p:sp>
      </p:grpSp>
      <p:sp>
        <p:nvSpPr>
          <p:cNvPr id="17" name="Elipse 16">
            <a:extLst>
              <a:ext uri="{FF2B5EF4-FFF2-40B4-BE49-F238E27FC236}">
                <a16:creationId xmlns:a16="http://schemas.microsoft.com/office/drawing/2014/main" id="{2722734E-E750-0828-D2C7-CCDCDE62FB40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1</a:t>
            </a:r>
            <a:endParaRPr lang="es-MX" sz="1600" b="1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563FC3AE-7399-70B3-7029-A77F779D7D4C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747DA8C3-D7AD-E0F8-6CB3-D173796630E9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9175EFDF-8A27-85B5-D72D-AB7C61D21075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CAFCA9D0-B237-3C34-8245-20BF8DF0914F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3BB262A6-CD82-E730-90AE-2FB484DDF76F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0E42A73D-0709-2E46-B894-BBB6078D9392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381C5123-3DF1-1FE2-A85F-197300723353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56255765-586E-2486-4823-94C49B621AEE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360E0B3C-A00B-A004-F793-E2D09B444E38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084297" y="6963788"/>
            <a:chExt cx="468000" cy="325438"/>
          </a:xfrm>
        </p:grpSpPr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1CBAA539-11C1-4513-D796-8ACB4F60BEA4}"/>
                </a:ext>
              </a:extLst>
            </p:cNvPr>
            <p:cNvSpPr/>
            <p:nvPr/>
          </p:nvSpPr>
          <p:spPr bwMode="auto">
            <a:xfrm>
              <a:off x="1156372" y="6963788"/>
              <a:ext cx="323850" cy="325438"/>
            </a:xfrm>
            <a:prstGeom prst="ellipse">
              <a:avLst/>
            </a:prstGeom>
            <a:solidFill>
              <a:srgbClr val="FEE9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128C11A0-F88A-A2DF-203E-6DA7A1E3C0AA}"/>
                </a:ext>
              </a:extLst>
            </p:cNvPr>
            <p:cNvSpPr txBox="1"/>
            <p:nvPr/>
          </p:nvSpPr>
          <p:spPr>
            <a:xfrm>
              <a:off x="1084297" y="6972619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graphicFrame>
        <p:nvGraphicFramePr>
          <p:cNvPr id="61" name="Tabla_PAS_MENS_ON">
            <a:extLst>
              <a:ext uri="{FF2B5EF4-FFF2-40B4-BE49-F238E27FC236}">
                <a16:creationId xmlns:a16="http://schemas.microsoft.com/office/drawing/2014/main" id="{C9F2A811-4242-D646-953F-3B68686B3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611648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EE912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62" name="Imagen 43">
            <a:hlinkClick r:id="rId6" action="ppaction://hlinksldjump"/>
            <a:extLst>
              <a:ext uri="{FF2B5EF4-FFF2-40B4-BE49-F238E27FC236}">
                <a16:creationId xmlns:a16="http://schemas.microsoft.com/office/drawing/2014/main" id="{F66947E2-7B95-0CE9-09CA-92EB271EA5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3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50F91EA9-E6A7-1FD2-9852-FDB7D8860F92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3" t="33426" r="67165" b="38184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2B8D479D-AD0F-C220-859C-1468E257AB3F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15" name="Cinta curvada hacia arriba 3">
              <a:extLst>
                <a:ext uri="{FF2B5EF4-FFF2-40B4-BE49-F238E27FC236}">
                  <a16:creationId xmlns:a16="http://schemas.microsoft.com/office/drawing/2014/main" id="{3A20236B-ECD7-8F0D-37D2-16D25D1F72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D4F58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6" name="CuadroTexto 5">
              <a:extLst>
                <a:ext uri="{FF2B5EF4-FFF2-40B4-BE49-F238E27FC236}">
                  <a16:creationId xmlns:a16="http://schemas.microsoft.com/office/drawing/2014/main" id="{D92130A9-3762-2C07-631C-3E7280665C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Detractores</a:t>
              </a:r>
            </a:p>
          </p:txBody>
        </p:sp>
      </p:grpSp>
      <p:sp>
        <p:nvSpPr>
          <p:cNvPr id="17" name="Elipse 16">
            <a:extLst>
              <a:ext uri="{FF2B5EF4-FFF2-40B4-BE49-F238E27FC236}">
                <a16:creationId xmlns:a16="http://schemas.microsoft.com/office/drawing/2014/main" id="{CC0C485A-6A8F-88E8-7CD4-0F5B1AAEFE4F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1</a:t>
            </a:r>
            <a:endParaRPr lang="es-MX" sz="1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1222BA4C-63FC-084B-67A9-6BB53B8B6A88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4B53526F-8EC5-5CF6-25E3-30F1B9BA2E17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6336E521-2D0B-C5B4-F9FD-68B5D0016834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97271C9E-68CE-C58F-A1CA-BB2FA51CA3BD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17D1A66E-A859-5E9E-AD97-0A0DB34F23C9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9B53641B-D578-E34B-6A6C-8560B250AFD2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3BF20DFE-AE68-B8A4-310A-9DB2CA1BE966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6C2BA2A4-59E8-E9BA-3C74-08CEF6435CB8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F6581D4F-764D-7AA7-1DBA-A88A525302CC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084297" y="6963788"/>
            <a:chExt cx="468000" cy="325438"/>
          </a:xfrm>
        </p:grpSpPr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AD63267C-7C52-C3D1-9EEE-C749C353195F}"/>
                </a:ext>
              </a:extLst>
            </p:cNvPr>
            <p:cNvSpPr/>
            <p:nvPr/>
          </p:nvSpPr>
          <p:spPr bwMode="auto">
            <a:xfrm>
              <a:off x="1156372" y="6963788"/>
              <a:ext cx="323850" cy="325438"/>
            </a:xfrm>
            <a:prstGeom prst="ellipse">
              <a:avLst/>
            </a:prstGeom>
            <a:solidFill>
              <a:srgbClr val="FD4F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1E4D9AB6-8F3D-DD3F-0DC8-EB6C9CA634BB}"/>
                </a:ext>
              </a:extLst>
            </p:cNvPr>
            <p:cNvSpPr txBox="1"/>
            <p:nvPr/>
          </p:nvSpPr>
          <p:spPr>
            <a:xfrm>
              <a:off x="1084297" y="6972619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6FDB069-DDBB-890E-F974-0D73FA4E793C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31" name="Imagen 29">
              <a:extLst>
                <a:ext uri="{FF2B5EF4-FFF2-40B4-BE49-F238E27FC236}">
                  <a16:creationId xmlns:a16="http://schemas.microsoft.com/office/drawing/2014/main" id="{33C21004-D187-2F7E-DB9E-F0AEDF6E14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Título 2">
              <a:extLst>
                <a:ext uri="{FF2B5EF4-FFF2-40B4-BE49-F238E27FC236}">
                  <a16:creationId xmlns:a16="http://schemas.microsoft.com/office/drawing/2014/main" id="{6BD649E2-710F-D235-D639-B3D6A49CBCA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Otros Negocios</a:t>
              </a:r>
            </a:p>
          </p:txBody>
        </p:sp>
        <p:pic>
          <p:nvPicPr>
            <p:cNvPr id="33" name="Imagen 3">
              <a:extLst>
                <a:ext uri="{FF2B5EF4-FFF2-40B4-BE49-F238E27FC236}">
                  <a16:creationId xmlns:a16="http://schemas.microsoft.com/office/drawing/2014/main" id="{38586412-B858-2517-CEBE-1AC39FE8E3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4" name="Imagen 43">
            <a:hlinkClick r:id="rId6" action="ppaction://hlinksldjump"/>
            <a:extLst>
              <a:ext uri="{FF2B5EF4-FFF2-40B4-BE49-F238E27FC236}">
                <a16:creationId xmlns:a16="http://schemas.microsoft.com/office/drawing/2014/main" id="{C25A1D15-19B8-E7A1-7FE6-D4DC22171E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3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5542046-032E-E003-1C3D-5D9659E65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29" name="Tabla_DET_MENS_ON">
            <a:extLst>
              <a:ext uri="{FF2B5EF4-FFF2-40B4-BE49-F238E27FC236}">
                <a16:creationId xmlns:a16="http://schemas.microsoft.com/office/drawing/2014/main" id="{C7B70381-1799-EB39-130F-F991A26CA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154223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D4F58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031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9_plantilla banco ">
  <a:themeElements>
    <a:clrScheme name="Banco Azteca 2">
      <a:dk1>
        <a:srgbClr val="015131"/>
      </a:dk1>
      <a:lt1>
        <a:srgbClr val="F8F7FF"/>
      </a:lt1>
      <a:dk2>
        <a:srgbClr val="646467"/>
      </a:dk2>
      <a:lt2>
        <a:srgbClr val="F5F5FD"/>
      </a:lt2>
      <a:accent1>
        <a:srgbClr val="015131"/>
      </a:accent1>
      <a:accent2>
        <a:srgbClr val="A21623"/>
      </a:accent2>
      <a:accent3>
        <a:srgbClr val="6C191F"/>
      </a:accent3>
      <a:accent4>
        <a:srgbClr val="36A320"/>
      </a:accent4>
      <a:accent5>
        <a:srgbClr val="E9442D"/>
      </a:accent5>
      <a:accent6>
        <a:srgbClr val="FF8C15"/>
      </a:accent6>
      <a:hlink>
        <a:srgbClr val="36A320"/>
      </a:hlink>
      <a:folHlink>
        <a:srgbClr val="BFC1C7"/>
      </a:folHlink>
    </a:clrScheme>
    <a:fontScheme name="Instalación integrada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17917</TotalTime>
  <Words>396</Words>
  <Application>Microsoft Office PowerPoint</Application>
  <PresentationFormat>Personalizado</PresentationFormat>
  <Paragraphs>169</Paragraphs>
  <Slides>9</Slides>
  <Notes>7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5</vt:i4>
      </vt:variant>
      <vt:variant>
        <vt:lpstr>Servidores OLE incrustados</vt:lpstr>
      </vt:variant>
      <vt:variant>
        <vt:i4>0</vt:i4>
      </vt:variant>
      <vt:variant>
        <vt:lpstr>Títulos de diapositiva</vt:lpstr>
      </vt:variant>
      <vt:variant>
        <vt:i4>9</vt:i4>
      </vt:variant>
    </vt:vector>
  </HeadingPairs>
  <TitlesOfParts>
    <vt:vector size="23" baseType="lpstr">
      <vt:lpstr>Arial</vt:lpstr>
      <vt:lpstr>Avenir Next lt pro bold</vt:lpstr>
      <vt:lpstr>Avenir Next lt pro medium</vt:lpstr>
      <vt:lpstr>Calibri</vt:lpstr>
      <vt:lpstr>Kanit</vt:lpstr>
      <vt:lpstr>Montserrat</vt:lpstr>
      <vt:lpstr>Montserrat ExtraBold</vt:lpstr>
      <vt:lpstr>Montserrat Light</vt:lpstr>
      <vt:lpstr>Muller thin</vt:lpstr>
      <vt:lpstr>1_Diseño personalizado</vt:lpstr>
      <vt:lpstr>9_plantilla banco </vt:lpstr>
      <vt:lpstr>Diseño personalizado</vt:lpstr>
      <vt:lpstr>2_Diseño personalizado</vt:lpstr>
      <vt:lpstr>3_Diseño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Yaira Sánchez</dc:creator>
  <cp:lastModifiedBy>Jesus Noel De Jesus Guerrero</cp:lastModifiedBy>
  <cp:revision>348</cp:revision>
  <dcterms:created xsi:type="dcterms:W3CDTF">2020-12-21T23:47:59Z</dcterms:created>
  <dcterms:modified xsi:type="dcterms:W3CDTF">2026-10-05T22:10:41Z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e3a633-3d5f-462b-ba19-31157bb9a57b_Enabled">
    <vt:lpwstr>true</vt:lpwstr>
  </property>
  <property fmtid="{D5CDD505-2E9C-101B-9397-08002B2CF9AE}" pid="3" name="MSIP_Label_8ae3a633-3d5f-462b-ba19-31157bb9a57b_SetDate">
    <vt:lpwstr>2023-05-02T18:17:29Z</vt:lpwstr>
  </property>
  <property fmtid="{D5CDD505-2E9C-101B-9397-08002B2CF9AE}" pid="4" name="MSIP_Label_8ae3a633-3d5f-462b-ba19-31157bb9a57b_Method">
    <vt:lpwstr>Standard</vt:lpwstr>
  </property>
  <property fmtid="{D5CDD505-2E9C-101B-9397-08002B2CF9AE}" pid="5" name="MSIP_Label_8ae3a633-3d5f-462b-ba19-31157bb9a57b_Name">
    <vt:lpwstr>Uso interno</vt:lpwstr>
  </property>
  <property fmtid="{D5CDD505-2E9C-101B-9397-08002B2CF9AE}" pid="6" name="MSIP_Label_8ae3a633-3d5f-462b-ba19-31157bb9a57b_SiteId">
    <vt:lpwstr>5448d52d-fbb8-4285-8d6f-aa67453bc50c</vt:lpwstr>
  </property>
  <property fmtid="{D5CDD505-2E9C-101B-9397-08002B2CF9AE}" pid="7" name="MSIP_Label_8ae3a633-3d5f-462b-ba19-31157bb9a57b_ActionId">
    <vt:lpwstr>7f9a10a3-581b-4cd3-a6cb-7ab43cc7bc97</vt:lpwstr>
  </property>
  <property fmtid="{D5CDD505-2E9C-101B-9397-08002B2CF9AE}" pid="8" name="MSIP_Label_8ae3a633-3d5f-462b-ba19-31157bb9a57b_ContentBits">
    <vt:lpwstr>0</vt:lpwstr>
  </property>
</Properties>
</file>