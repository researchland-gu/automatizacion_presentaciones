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5" r:id="rId2"/>
    <p:sldMasterId id="2147483687" r:id="rId3"/>
    <p:sldMasterId id="2147483701" r:id="rId4"/>
    <p:sldMasterId id="2147483717" r:id="rId5"/>
  </p:sldMasterIdLst>
  <p:notesMasterIdLst>
    <p:notesMasterId r:id="rId15"/>
  </p:notesMasterIdLst>
  <p:sldIdLst>
    <p:sldId id="684" r:id="rId6"/>
    <p:sldId id="827" r:id="rId7"/>
    <p:sldId id="745" r:id="rId8"/>
    <p:sldId id="862" r:id="rId9"/>
    <p:sldId id="825" r:id="rId10"/>
    <p:sldId id="773" r:id="rId11"/>
    <p:sldId id="837" r:id="rId12"/>
    <p:sldId id="823" r:id="rId13"/>
    <p:sldId id="824" r:id="rId14"/>
  </p:sldIdLst>
  <p:sldSz cx="14400213" cy="8135938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FF33CC"/>
    <a:srgbClr val="F3F3F3"/>
    <a:srgbClr val="D9D9D9"/>
    <a:srgbClr val="1B6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6247" autoAdjust="0"/>
  </p:normalViewPr>
  <p:slideViewPr>
    <p:cSldViewPr snapToGrid="0" snapToObjects="1">
      <p:cViewPr varScale="1">
        <p:scale>
          <a:sx n="91" d="100"/>
          <a:sy n="91" d="100"/>
        </p:scale>
        <p:origin x="810" y="78"/>
      </p:cViewPr>
      <p:guideLst>
        <p:guide orient="horz" pos="2563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E59-40EC-8475-E004BABA2E4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E59-40EC-8475-E004BABA2E4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E59-40EC-8475-E004BABA2E42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59-40EC-8475-E004BABA2E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F7A2-4289-86C4-88A739E18141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7A2-4289-86C4-88A739E18141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7A2-4289-86C4-88A739E18141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7A2-4289-86C4-88A739E18141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7A2-4289-86C4-88A739E18141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7A2-4289-86C4-88A739E18141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7A2-4289-86C4-88A739E18141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7A2-4289-86C4-88A739E18141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7A2-4289-86C4-88A739E18141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7A2-4289-86C4-88A739E18141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7A2-4289-86C4-88A739E18141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7A2-4289-86C4-88A739E1814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7A2-4289-86C4-88A739E1814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7A2-4289-86C4-88A739E1814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7A2-4289-86C4-88A739E18141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Hoja1!$B$2:$B$11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7A2-4289-86C4-88A739E1814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F7A2-4289-86C4-88A739E18141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7A2-4289-86C4-88A739E18141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F7A2-4289-86C4-88A739E18141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F7A2-4289-86C4-88A739E18141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F7A2-4289-86C4-88A739E18141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F7A2-4289-86C4-88A739E18141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F7A2-4289-86C4-88A739E18141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F7A2-4289-86C4-88A739E18141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F7A2-4289-86C4-88A739E18141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F7A2-4289-86C4-88A739E18141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F7A2-4289-86C4-88A739E1814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F7A2-4289-86C4-88A739E18141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F7A2-4289-86C4-88A739E18141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F7A2-4289-86C4-88A739E18141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Hoja1!$C$2:$C$11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F7A2-4289-86C4-88A739E1814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F7A2-4289-86C4-88A739E18141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F7A2-4289-86C4-88A739E18141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F7A2-4289-86C4-88A739E18141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F7A2-4289-86C4-88A739E18141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F7A2-4289-86C4-88A739E18141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F7A2-4289-86C4-88A739E18141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F7A2-4289-86C4-88A739E1814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F7A2-4289-86C4-88A739E1814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F7A2-4289-86C4-88A739E1814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F7A2-4289-86C4-88A739E18141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F7A2-4289-86C4-88A739E18141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F7A2-4289-86C4-88A739E18141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Hoja1!$D$2:$D$11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F7A2-4289-86C4-88A739E181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59-4AE0-AAF4-AF0A33E8450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459-4AE0-AAF4-AF0A33E8450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459-4AE0-AAF4-AF0A33E84508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459-4AE0-AAF4-AF0A33E845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2515030797045935"/>
          <c:y val="0"/>
          <c:w val="0.6748496920295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rgbClr val="FF000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E7B0-40D1-93EF-7FB6A427CB4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Hoja1!$A$2:$A$18</c:f>
              <c:strCache>
                <c:ptCount val="17"/>
                <c:pt idx="0">
                  <c:v>Grupo Tv Azteca</c:v>
                </c:pt>
                <c:pt idx="1">
                  <c:v>Contenido
 Jose Adrián Ortega Echegollen</c:v>
                </c:pt>
                <c:pt idx="2">
                  <c:v>Locales
Benjamín Mario Mendoza Elizondo</c:v>
                </c:pt>
                <c:pt idx="3">
                  <c:v>Planeación
 Guillermo Cueva Sada</c:v>
                </c:pt>
                <c:pt idx="4">
                  <c:v>Agencia Informativa Azteca
José Ignacio Suárez Vázquez</c:v>
                </c:pt>
                <c:pt idx="5">
                  <c:v>Azteca 40
Luciano Nicanor Pascoe Rippey</c:v>
                </c:pt>
                <c:pt idx="6">
                  <c:v>Comercial
Jesus Eduardo De La Vega Bustillos</c:v>
                </c:pt>
                <c:pt idx="7">
                  <c:v>Canal Digital
Emilio Aliaga Arciniega</c:v>
                </c:pt>
                <c:pt idx="8">
                  <c:v>Control De Negocios y Servicios
 Jorge Luis Zúñiga Montiel</c:v>
                </c:pt>
                <c:pt idx="9">
                  <c:v>Dirección General
Sin Responsable</c:v>
                </c:pt>
                <c:pt idx="10">
                  <c:v>Legal Y Operaciones
Rafael Rodríguez Sánchez</c:v>
                </c:pt>
                <c:pt idx="11">
                  <c:v>Operaciones
Bernardo Villacecias Gutiérrez</c:v>
                </c:pt>
                <c:pt idx="12">
                  <c:v>Gaming Pld
Javier Cuevas Ruiz</c:v>
                </c:pt>
                <c:pt idx="13">
                  <c:v>Apuestas Gaming
Gonzalo Chavez Vera</c:v>
                </c:pt>
                <c:pt idx="14">
                  <c:v>Marketing Gaming
José Pablo Padierna Jiménez</c:v>
                </c:pt>
                <c:pt idx="15">
                  <c:v>Sin Etiqueta</c:v>
                </c:pt>
                <c:pt idx="16">
                  <c:v>Inversiones
Arturo Manuel Flores Melendez</c:v>
                </c:pt>
              </c:strCache>
            </c:strRef>
          </c:cat>
          <c:val>
            <c:numRef>
              <c:f>Hoja1!$B$2:$B$18</c:f>
              <c:numCache>
                <c:formatCode>0.0%</c:formatCode>
                <c:ptCount val="17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  <c:pt idx="16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7B0-40D1-93EF-7FB6A427CB42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Hoja1!$A$2:$A$18</c:f>
              <c:strCache>
                <c:ptCount val="17"/>
                <c:pt idx="0">
                  <c:v>Grupo Tv Azteca</c:v>
                </c:pt>
                <c:pt idx="1">
                  <c:v>Contenido
 Jose Adrián Ortega Echegollen</c:v>
                </c:pt>
                <c:pt idx="2">
                  <c:v>Locales
Benjamín Mario Mendoza Elizondo</c:v>
                </c:pt>
                <c:pt idx="3">
                  <c:v>Planeación
 Guillermo Cueva Sada</c:v>
                </c:pt>
                <c:pt idx="4">
                  <c:v>Agencia Informativa Azteca
José Ignacio Suárez Vázquez</c:v>
                </c:pt>
                <c:pt idx="5">
                  <c:v>Azteca 40
Luciano Nicanor Pascoe Rippey</c:v>
                </c:pt>
                <c:pt idx="6">
                  <c:v>Comercial
Jesus Eduardo De La Vega Bustillos</c:v>
                </c:pt>
                <c:pt idx="7">
                  <c:v>Canal Digital
Emilio Aliaga Arciniega</c:v>
                </c:pt>
                <c:pt idx="8">
                  <c:v>Control De Negocios y Servicios
 Jorge Luis Zúñiga Montiel</c:v>
                </c:pt>
                <c:pt idx="9">
                  <c:v>Dirección General
Sin Responsable</c:v>
                </c:pt>
                <c:pt idx="10">
                  <c:v>Legal Y Operaciones
Rafael Rodríguez Sánchez</c:v>
                </c:pt>
                <c:pt idx="11">
                  <c:v>Operaciones
Bernardo Villacecias Gutiérrez</c:v>
                </c:pt>
                <c:pt idx="12">
                  <c:v>Gaming Pld
Javier Cuevas Ruiz</c:v>
                </c:pt>
                <c:pt idx="13">
                  <c:v>Apuestas Gaming
Gonzalo Chavez Vera</c:v>
                </c:pt>
                <c:pt idx="14">
                  <c:v>Marketing Gaming
José Pablo Padierna Jiménez</c:v>
                </c:pt>
                <c:pt idx="15">
                  <c:v>Sin Etiqueta</c:v>
                </c:pt>
                <c:pt idx="16">
                  <c:v>Inversiones
Arturo Manuel Flores Melendez</c:v>
                </c:pt>
              </c:strCache>
            </c:strRef>
          </c:cat>
          <c:val>
            <c:numRef>
              <c:f>Hoja1!$C$2:$C$18</c:f>
              <c:numCache>
                <c:formatCode>0.0%</c:formatCode>
                <c:ptCount val="17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  <c:pt idx="16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E7B0-40D1-93EF-7FB6A427CB42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4-E7B0-40D1-93EF-7FB6A427CB42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16-E7B0-40D1-93EF-7FB6A427CB42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18-E7B0-40D1-93EF-7FB6A427CB42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1A-E7B0-40D1-93EF-7FB6A427CB42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1C-E7B0-40D1-93EF-7FB6A427CB42}"/>
              </c:ext>
            </c:extLst>
          </c:dPt>
          <c:dPt>
            <c:idx val="15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1E-E7B0-40D1-93EF-7FB6A427CB4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Hoja1!$A$2:$A$18</c:f>
              <c:strCache>
                <c:ptCount val="17"/>
                <c:pt idx="0">
                  <c:v>Grupo Tv Azteca</c:v>
                </c:pt>
                <c:pt idx="1">
                  <c:v>Contenido
 Jose Adrián Ortega Echegollen</c:v>
                </c:pt>
                <c:pt idx="2">
                  <c:v>Locales
Benjamín Mario Mendoza Elizondo</c:v>
                </c:pt>
                <c:pt idx="3">
                  <c:v>Planeación
 Guillermo Cueva Sada</c:v>
                </c:pt>
                <c:pt idx="4">
                  <c:v>Agencia Informativa Azteca
José Ignacio Suárez Vázquez</c:v>
                </c:pt>
                <c:pt idx="5">
                  <c:v>Azteca 40
Luciano Nicanor Pascoe Rippey</c:v>
                </c:pt>
                <c:pt idx="6">
                  <c:v>Comercial
Jesus Eduardo De La Vega Bustillos</c:v>
                </c:pt>
                <c:pt idx="7">
                  <c:v>Canal Digital
Emilio Aliaga Arciniega</c:v>
                </c:pt>
                <c:pt idx="8">
                  <c:v>Control De Negocios y Servicios
 Jorge Luis Zúñiga Montiel</c:v>
                </c:pt>
                <c:pt idx="9">
                  <c:v>Dirección General
Sin Responsable</c:v>
                </c:pt>
                <c:pt idx="10">
                  <c:v>Legal Y Operaciones
Rafael Rodríguez Sánchez</c:v>
                </c:pt>
                <c:pt idx="11">
                  <c:v>Operaciones
Bernardo Villacecias Gutiérrez</c:v>
                </c:pt>
                <c:pt idx="12">
                  <c:v>Gaming Pld
Javier Cuevas Ruiz</c:v>
                </c:pt>
                <c:pt idx="13">
                  <c:v>Apuestas Gaming
Gonzalo Chavez Vera</c:v>
                </c:pt>
                <c:pt idx="14">
                  <c:v>Marketing Gaming
José Pablo Padierna Jiménez</c:v>
                </c:pt>
                <c:pt idx="15">
                  <c:v>Sin Etiqueta</c:v>
                </c:pt>
                <c:pt idx="16">
                  <c:v>Inversiones
Arturo Manuel Flores Melendez</c:v>
                </c:pt>
              </c:strCache>
            </c:strRef>
          </c:cat>
          <c:val>
            <c:numRef>
              <c:f>Hoja1!$D$2:$D$18</c:f>
              <c:numCache>
                <c:formatCode>0.0%</c:formatCode>
                <c:ptCount val="17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  <c:pt idx="16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E7B0-40D1-93EF-7FB6A427CB4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8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A22A1C4-3646-E8BB-676B-75CB33C0C2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FC29D4-A0B7-79EB-F024-69B244CDFE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7A24F01-F347-4F6C-850F-7B29DF4F10F1}" type="datetimeFigureOut">
              <a:rPr lang="es-ES_tradnl"/>
              <a:pPr>
                <a:defRPr/>
              </a:pPr>
              <a:t>05/10/2026</a:t>
            </a:fld>
            <a:endParaRPr lang="es-ES_tradnl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F22DED89-C73A-BDF1-92B8-A9E3D28DA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D04FA342-AA46-7C20-9FED-B83AC9980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493DDC-6805-E655-6453-344ED941F6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C0B64C-DB0B-E611-ECFC-E28B4C0BA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B6DB981-AD37-449C-8562-5DB7A09FD97E}" type="slidenum">
              <a:rPr lang="es-ES_tradnl" altLang="es-MX"/>
              <a:pPr>
                <a:defRPr/>
              </a:pPr>
              <a:t>‹Nº›</a:t>
            </a:fld>
            <a:endParaRPr lang="es-ES_tradnl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33FA0F08-825C-5577-7601-D2522633FC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3A1A370A-1AA9-97A3-E94C-B2662FD924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 dirty="0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60CBA9FC-960D-623B-28B3-2861C6ACF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38BC49-C439-4135-9D34-B10B828E40B1}" type="slidenum">
              <a:rPr lang="es-MX" altLang="es-MX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</a:t>
            </a:fld>
            <a:endParaRPr lang="es-MX" altLang="es-MX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Marcador de imagen de diapositiva 1">
            <a:extLst>
              <a:ext uri="{FF2B5EF4-FFF2-40B4-BE49-F238E27FC236}">
                <a16:creationId xmlns:a16="http://schemas.microsoft.com/office/drawing/2014/main" id="{8BB764A2-EDF9-1A76-42E4-7B71D93D9D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Marcador de notas 2">
            <a:extLst>
              <a:ext uri="{FF2B5EF4-FFF2-40B4-BE49-F238E27FC236}">
                <a16:creationId xmlns:a16="http://schemas.microsoft.com/office/drawing/2014/main" id="{80045420-3AB2-A3B5-4781-247EC034BC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 dirty="0"/>
          </a:p>
        </p:txBody>
      </p:sp>
      <p:sp>
        <p:nvSpPr>
          <p:cNvPr id="76804" name="Marcador de número de diapositiva 3">
            <a:extLst>
              <a:ext uri="{FF2B5EF4-FFF2-40B4-BE49-F238E27FC236}">
                <a16:creationId xmlns:a16="http://schemas.microsoft.com/office/drawing/2014/main" id="{15DE57CE-7673-7C41-D9B3-1BE541239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7FB7D35-DD71-4A14-B05A-005F6B1B1335}" type="slidenum">
              <a:rPr lang="es-ES_tradnl" altLang="es-MX" smtClean="0">
                <a:latin typeface="Calibri" panose="020F0502020204030204" pitchFamily="34" charset="0"/>
              </a:rPr>
              <a:pPr/>
              <a:t>2</a:t>
            </a:fld>
            <a:endParaRPr lang="es-ES_tradnl" altLang="es-MX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Marcador de imagen de diapositiva 1">
            <a:extLst>
              <a:ext uri="{FF2B5EF4-FFF2-40B4-BE49-F238E27FC236}">
                <a16:creationId xmlns:a16="http://schemas.microsoft.com/office/drawing/2014/main" id="{4C67C516-BF19-1CDE-3C52-A1EFF57DDF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Marcador de notas 2">
            <a:extLst>
              <a:ext uri="{FF2B5EF4-FFF2-40B4-BE49-F238E27FC236}">
                <a16:creationId xmlns:a16="http://schemas.microsoft.com/office/drawing/2014/main" id="{A6980C67-489C-D744-3EC5-0452D67D1E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 dirty="0"/>
          </a:p>
        </p:txBody>
      </p:sp>
      <p:sp>
        <p:nvSpPr>
          <p:cNvPr id="82948" name="Marcador de número de diapositiva 3">
            <a:extLst>
              <a:ext uri="{FF2B5EF4-FFF2-40B4-BE49-F238E27FC236}">
                <a16:creationId xmlns:a16="http://schemas.microsoft.com/office/drawing/2014/main" id="{AE73F7E7-2D1F-ACD6-4F6B-BA4051623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47CF1FB-115A-4FB7-AC9A-D4CDF9A69D53}" type="slidenum">
              <a:rPr lang="es-ES_tradnl" altLang="es-MX" smtClean="0"/>
              <a:pPr>
                <a:spcBef>
                  <a:spcPct val="0"/>
                </a:spcBef>
              </a:pPr>
              <a:t>7</a:t>
            </a:fld>
            <a:endParaRPr lang="es-ES_tradnl" altLang="es-MX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Marcador de imagen de diapositiva 1">
            <a:extLst>
              <a:ext uri="{FF2B5EF4-FFF2-40B4-BE49-F238E27FC236}">
                <a16:creationId xmlns:a16="http://schemas.microsoft.com/office/drawing/2014/main" id="{A5448FB0-E2E4-A149-6A88-A4DD717B68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Marcador de notas 2">
            <a:extLst>
              <a:ext uri="{FF2B5EF4-FFF2-40B4-BE49-F238E27FC236}">
                <a16:creationId xmlns:a16="http://schemas.microsoft.com/office/drawing/2014/main" id="{FE2A05CC-075D-DAC2-30A7-A3D95831E4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 dirty="0"/>
          </a:p>
        </p:txBody>
      </p:sp>
      <p:sp>
        <p:nvSpPr>
          <p:cNvPr id="84996" name="Marcador de número de diapositiva 3">
            <a:extLst>
              <a:ext uri="{FF2B5EF4-FFF2-40B4-BE49-F238E27FC236}">
                <a16:creationId xmlns:a16="http://schemas.microsoft.com/office/drawing/2014/main" id="{D9B56BA0-CA93-93E4-93BE-B23A6ECCF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71DDF6-DC10-41AB-84FD-924B6DB42223}" type="slidenum">
              <a:rPr lang="es-ES_tradnl" altLang="es-MX" smtClean="0"/>
              <a:pPr>
                <a:spcBef>
                  <a:spcPct val="0"/>
                </a:spcBef>
              </a:pPr>
              <a:t>8</a:t>
            </a:fld>
            <a:endParaRPr lang="es-ES_tradnl" altLang="es-MX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Marcador de imagen de diapositiva 1">
            <a:extLst>
              <a:ext uri="{FF2B5EF4-FFF2-40B4-BE49-F238E27FC236}">
                <a16:creationId xmlns:a16="http://schemas.microsoft.com/office/drawing/2014/main" id="{87567EDE-7B41-5C30-1C3B-2CC9B152EB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Marcador de notas 2">
            <a:extLst>
              <a:ext uri="{FF2B5EF4-FFF2-40B4-BE49-F238E27FC236}">
                <a16:creationId xmlns:a16="http://schemas.microsoft.com/office/drawing/2014/main" id="{A3F348FC-658A-158D-41FC-C0546A7869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 dirty="0"/>
          </a:p>
        </p:txBody>
      </p:sp>
      <p:sp>
        <p:nvSpPr>
          <p:cNvPr id="87044" name="Marcador de número de diapositiva 3">
            <a:extLst>
              <a:ext uri="{FF2B5EF4-FFF2-40B4-BE49-F238E27FC236}">
                <a16:creationId xmlns:a16="http://schemas.microsoft.com/office/drawing/2014/main" id="{7EC41366-C6EA-D9F8-E572-C7734608A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7A22FF-C51E-40F7-AB6C-037E83D7992F}" type="slidenum">
              <a:rPr lang="es-ES_tradnl" altLang="es-MX" smtClean="0"/>
              <a:pPr>
                <a:spcBef>
                  <a:spcPct val="0"/>
                </a:spcBef>
              </a:pPr>
              <a:t>9</a:t>
            </a:fld>
            <a:endParaRPr lang="es-ES_tradnl" altLang="es-MX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emf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5.emf"/><Relationship Id="rId4" Type="http://schemas.openxmlformats.org/officeDocument/2006/relationships/image" Target="../media/image10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C1A51E-5CF1-7642-47C9-8A27F138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E78776F-3FB2-4A4A-A3BE-3E70EDBF354C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9C5A3-2ABB-A7AD-FB8F-EFEEB590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325CCE-4439-CE43-F9AF-AED8EE48D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BD71E-FB9B-40DF-A574-05A3F985ADBE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593375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6C500-6938-3F53-74CF-52A7A6D8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1BA0618-5B6A-44B3-902B-9BB2AC3813BF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BADCA7-DBC6-3E23-4A4F-2A0DAB12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BF7381-300D-1237-16D3-1FD5EAE7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3B2AA-0ECA-4FE8-9198-D2EB2A553E6C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21279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16698F-1021-2E19-748B-AA8DB942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E65FECA-136B-4B2D-98EA-9A5EB052BF3C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1341F8-A679-4629-D5A9-60A569532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6CAB21-B721-9AF0-08A2-F1630A98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72962-A1A7-490B-9EEF-0D3832430C1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90478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899365-0082-F71B-645B-AB941240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6CE2530-4FF9-419D-B86A-DE1F6FD95683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0CBFFB-01ED-4149-C58A-EE5EF46AF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434E1C-DCA0-579C-DA9F-C5B426C0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3866D-DA10-4DC7-AEE8-FC3CE8CB4AC8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74468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263F0A2-E603-7060-9492-B33DACA3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F40A70C-3F2C-4C1F-A773-0A53D832D0FC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74A2F7-E0C4-FD26-5226-094AFB9A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6BA3D5-6E5B-504F-360F-A720FBA3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03DBEC-C088-48CF-899D-C464C7D667FE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38814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F63B93-FC78-BF80-29B5-395E301E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9BE3264-D443-40D5-8720-953822BA7CA2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525869-9DC3-677C-1A29-DFEB4D59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E13A6D8-582B-AAD1-530C-9B863DA0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0F865-A25B-4980-B6A7-1D89B95DEBEF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51938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7B2109E6-620F-2F94-8C19-E1D781F18D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2">
            <a:extLst>
              <a:ext uri="{FF2B5EF4-FFF2-40B4-BE49-F238E27FC236}">
                <a16:creationId xmlns:a16="http://schemas.microsoft.com/office/drawing/2014/main" id="{F5B1F1FF-0120-1CFB-8D9C-5EE51C3C8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" y="-31"/>
            <a:ext cx="7211954" cy="81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13">
            <a:extLst>
              <a:ext uri="{FF2B5EF4-FFF2-40B4-BE49-F238E27FC236}">
                <a16:creationId xmlns:a16="http://schemas.microsoft.com/office/drawing/2014/main" id="{BD6696C3-37FF-B1AD-40F4-82D5085CFD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660" y="3839369"/>
            <a:ext cx="542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A238C96-8805-F579-7735-100AEB01166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730958" y="110205"/>
            <a:ext cx="1522468" cy="108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220E228-0415-8369-A6B6-60474CFC1F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765010" y="7682144"/>
            <a:ext cx="248841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31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7B2109E6-620F-2F94-8C19-E1D781F18D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A238C96-8805-F579-7735-100AEB0116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730958" y="110205"/>
            <a:ext cx="1522468" cy="108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220E228-0415-8369-A6B6-60474CFC1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65010" y="7682144"/>
            <a:ext cx="2488416" cy="360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B52A02A-0DC9-4E82-932D-6E7F7605F01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"/>
            <a:ext cx="7232000" cy="81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13">
            <a:extLst>
              <a:ext uri="{FF2B5EF4-FFF2-40B4-BE49-F238E27FC236}">
                <a16:creationId xmlns:a16="http://schemas.microsoft.com/office/drawing/2014/main" id="{AAFA3B43-6550-CDAC-83D3-DD55A3820B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660" y="3839369"/>
            <a:ext cx="542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2857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7">
            <a:extLst>
              <a:ext uri="{FF2B5EF4-FFF2-40B4-BE49-F238E27FC236}">
                <a16:creationId xmlns:a16="http://schemas.microsoft.com/office/drawing/2014/main" id="{C7FDECA0-4B98-BAC3-3BA4-3679AD5450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5E31499-E294-A971-7085-3613139676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730958" y="110205"/>
            <a:ext cx="1522468" cy="108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B290962-BCE4-732E-6EB9-BF71039B75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66" y="7682144"/>
            <a:ext cx="248841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54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9A656B-D6B0-D82C-B498-4B146DAA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1CC3CBF4-B7B0-472E-9E68-312BA00E51DE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BD5B03-63CF-17D5-1DDD-A1004D5D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B90F8A-D15B-CF3E-96C9-BD640071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EE280-F172-4B00-B06D-CF5ABDDF7A6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36348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07F861-2263-AD19-F52C-54A0A2C39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0A5C7B-E770-4B67-B2AB-C31EE60BDEE2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4169B1-B3D0-348B-6CB2-549288EE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431863-B58F-7491-EB21-B40F58C4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7D71E-CF94-47A5-9C21-D0F56FE2280E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4233272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D6F4B5-EF45-41F7-BB5D-C9E641E2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874B0D0-E766-425D-9D31-A8FD4B3371DA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19F61-3534-7537-05B3-5CCDBD27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3F00ED-788A-C00D-A520-A01DDA3B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C5137-7788-41D9-8AA7-DF523FAC8269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4183924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E26D1B-3B3F-8B54-4824-DB9E3B08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D8AF98A-DB66-4685-83C3-D5BD34C9BE8A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5B5EA3-6EE2-4562-5059-A93C6EEC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051B1-2573-8B2B-CCE5-E3CD65C7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FCCC4-A435-49F1-8209-3C9B45D97AE4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069547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hutterstock_33008366.png">
            <a:extLst>
              <a:ext uri="{FF2B5EF4-FFF2-40B4-BE49-F238E27FC236}">
                <a16:creationId xmlns:a16="http://schemas.microsoft.com/office/drawing/2014/main" id="{6B2BE2F3-A167-54A6-F138-EB9A77EFB7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60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4400213" cy="81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40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7421"/>
            <a:ext cx="12240181" cy="1743953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298F8-488B-DB47-7916-10569E9A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E7D078B9-0469-0E42-83F4-C5B068902C3D}" type="datetime1">
              <a:rPr lang="es-MX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06C5DB-9C8C-62CA-BF85-84EFD70F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86073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D29E4E-BC2C-17FB-ECFF-01AC5BC8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73B093-F339-1C44-B7C4-DE2B31CB7157}" type="datetime1">
              <a:rPr lang="es-MX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E989EC-88F8-7C9F-927C-6E26FE2D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94105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7"/>
            <a:ext cx="12240181" cy="1615889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8358"/>
            <a:ext cx="12240181" cy="177973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86AEF5-54D2-5E1B-8281-C322141B2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215A2303-DDBE-3741-AD2F-3C1F4939E1CC}" type="datetime1">
              <a:rPr lang="es-MX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28040-4E82-F379-F301-893B50A7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10994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91221"/>
            <a:ext cx="12960192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0B586F-30F0-2183-CD03-370D9B22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1F5E3FE3-5FA2-2944-94CA-14CFFEAF6757}" type="datetime1">
              <a:rPr lang="es-MX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78A07B-6FEA-827A-C8B4-91D58B75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07150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18526"/>
            <a:ext cx="9110134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2970561"/>
            <a:ext cx="6362595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3729538"/>
            <a:ext cx="6362595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7" y="2970561"/>
            <a:ext cx="6365094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7" y="3729538"/>
            <a:ext cx="6365094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C413174-8B70-E185-7FCA-81C9620E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F369A261-6B02-4542-8806-485DDEC19174}" type="datetime1">
              <a:rPr lang="es-MX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F7A85F4-A12E-BC79-E032-518A04F8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06425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A4749B-1D47-A1CA-8D60-E1D937349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72D53C0E-826D-4746-9547-EE425C4E1065}" type="datetime1">
              <a:rPr lang="es-MX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96E244-8B2E-FFF4-94A1-4145A1E87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34489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2">
            <a:extLst>
              <a:ext uri="{FF2B5EF4-FFF2-40B4-BE49-F238E27FC236}">
                <a16:creationId xmlns:a16="http://schemas.microsoft.com/office/drawing/2014/main" id="{31FFF27D-F658-3151-E458-76B4FB01CB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DA199737-1B08-CB8F-6283-F6B069FC1D89}"/>
              </a:ext>
            </a:extLst>
          </p:cNvPr>
          <p:cNvSpPr/>
          <p:nvPr userDrawn="1"/>
        </p:nvSpPr>
        <p:spPr>
          <a:xfrm>
            <a:off x="7710756" y="2161174"/>
            <a:ext cx="5974764" cy="5974764"/>
          </a:xfrm>
          <a:prstGeom prst="ellipse">
            <a:avLst/>
          </a:prstGeom>
          <a:blipFill dpi="0" rotWithShape="1">
            <a:blip r:embed="rId3"/>
            <a:srcRect/>
            <a:stretch>
              <a:fillRect l="-26000" t="-1000" r="-17000" b="-2000"/>
            </a:stretch>
          </a:blipFill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r="2100000" algn="tl" rotWithShape="0">
              <a:prstClr val="black">
                <a:alpha val="5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 dirty="0"/>
          </a:p>
        </p:txBody>
      </p:sp>
      <p:pic>
        <p:nvPicPr>
          <p:cNvPr id="7" name="Imagen 7">
            <a:extLst>
              <a:ext uri="{FF2B5EF4-FFF2-40B4-BE49-F238E27FC236}">
                <a16:creationId xmlns:a16="http://schemas.microsoft.com/office/drawing/2014/main" id="{8BED01F5-F41C-0FFF-EE74-020CBBDC17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29" y="144133"/>
            <a:ext cx="2538575" cy="1768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01307BF-082B-5400-6E1A-D1ED48E80B4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2229" y="7692775"/>
            <a:ext cx="2971800" cy="429932"/>
          </a:xfrm>
          <a:prstGeom prst="rect">
            <a:avLst/>
          </a:prstGeom>
        </p:spPr>
      </p:pic>
      <p:sp>
        <p:nvSpPr>
          <p:cNvPr id="11" name="9 Acorde">
            <a:extLst>
              <a:ext uri="{FF2B5EF4-FFF2-40B4-BE49-F238E27FC236}">
                <a16:creationId xmlns:a16="http://schemas.microsoft.com/office/drawing/2014/main" id="{C68D048F-0CF9-0954-6F88-2AAFD1A4B511}"/>
              </a:ext>
            </a:extLst>
          </p:cNvPr>
          <p:cNvSpPr>
            <a:spLocks noChangeAspect="1"/>
          </p:cNvSpPr>
          <p:nvPr userDrawn="1"/>
        </p:nvSpPr>
        <p:spPr>
          <a:xfrm rot="17412280">
            <a:off x="11018707" y="-1191408"/>
            <a:ext cx="2469365" cy="3600000"/>
          </a:xfrm>
          <a:prstGeom prst="chord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MX" sz="2400" dirty="0">
              <a:solidFill>
                <a:srgbClr val="F8F7FF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0262AF7-E1F2-CFB6-C763-2B56183B16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89139" y="94581"/>
            <a:ext cx="2029955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23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9" y="2071655"/>
            <a:ext cx="4737571" cy="82112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2071654"/>
            <a:ext cx="8050119" cy="51960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9" y="3064538"/>
            <a:ext cx="4737571" cy="420319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461C8E-DAA7-5E32-78F6-6E0BDF25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7F0E217-731C-0C41-8A0B-0B9413642C9C}" type="datetime1">
              <a:rPr lang="es-MX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674A0A-AC15-E09A-E046-254650FC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86608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5695158"/>
            <a:ext cx="8640128" cy="67234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20011" y="1826069"/>
            <a:ext cx="8640128" cy="3782458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 dirty="0"/>
              <a:t>Arrastre la imagen al </a:t>
            </a:r>
            <a:r>
              <a:rPr lang="en-US" noProof="0" dirty="0" err="1"/>
              <a:t>marcador</a:t>
            </a:r>
            <a:r>
              <a:rPr lang="en-US" noProof="0" dirty="0"/>
              <a:t> de </a:t>
            </a:r>
            <a:r>
              <a:rPr lang="en-US" noProof="0" dirty="0" err="1"/>
              <a:t>posición</a:t>
            </a:r>
            <a:r>
              <a:rPr lang="en-US" noProof="0" dirty="0"/>
              <a:t> o </a:t>
            </a:r>
            <a:r>
              <a:rPr lang="en-US" noProof="0" dirty="0" err="1"/>
              <a:t>haga</a:t>
            </a:r>
            <a:r>
              <a:rPr lang="en-US" noProof="0" dirty="0"/>
              <a:t> </a:t>
            </a:r>
            <a:r>
              <a:rPr lang="en-US" noProof="0" dirty="0" err="1"/>
              <a:t>clic</a:t>
            </a:r>
            <a:r>
              <a:rPr lang="en-US" noProof="0" dirty="0"/>
              <a:t> </a:t>
            </a:r>
            <a:r>
              <a:rPr lang="en-US" noProof="0" dirty="0" err="1"/>
              <a:t>en</a:t>
            </a:r>
            <a:r>
              <a:rPr lang="en-US" noProof="0" dirty="0"/>
              <a:t> </a:t>
            </a:r>
            <a:r>
              <a:rPr lang="en-US" noProof="0" dirty="0" err="1"/>
              <a:t>el</a:t>
            </a:r>
            <a:r>
              <a:rPr lang="en-US" noProof="0" dirty="0"/>
              <a:t> </a:t>
            </a:r>
            <a:r>
              <a:rPr lang="en-US" noProof="0" dirty="0" err="1"/>
              <a:t>icono</a:t>
            </a:r>
            <a:r>
              <a:rPr lang="en-US" noProof="0" dirty="0"/>
              <a:t> para </a:t>
            </a:r>
            <a:r>
              <a:rPr lang="en-US" noProof="0" dirty="0" err="1"/>
              <a:t>agregar</a:t>
            </a:r>
            <a:endParaRPr lang="es-MX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1" y="6367505"/>
            <a:ext cx="8640128" cy="954841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2951F3-7E94-D7E1-DA16-60B2ECB3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29676F-C210-FC43-8541-F3BC7CC6118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DD5CE9-3417-63F0-9882-F75D09C23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30346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81805"/>
            <a:ext cx="12960192" cy="1355990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A9F7DD-A85D-62CC-0E6E-0AA2A2B7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B98CC18-F67D-064E-9A24-E8BB0B57A8D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2409EF-341D-104E-191F-C51912BC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8758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1838125"/>
            <a:ext cx="3240048" cy="5429609"/>
          </a:xfrm>
        </p:spPr>
        <p:txBody>
          <a:bodyPr vert="eaVert"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5818"/>
            <a:ext cx="9480140" cy="6941914"/>
          </a:xfrm>
        </p:spPr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BA8975-0133-1C3C-3FDF-224D9924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CD260C81-6DBA-4D4B-A46A-D57B654F7CEE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6D3C68-63EC-9F74-5972-C405FBC8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34741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0206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3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0AFFA9-1182-F312-F088-BCD015083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C58872-BDFE-4B68-A782-3D2FE0FAA3A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D0890C-CFC2-3AE5-D61A-AC3B597F8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8AE80F-6439-2AFF-2D4E-3C586D0A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6B5DE-CE2F-406B-8D94-A73BF4030EE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1431322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16B17E-A696-D8D2-2CF3-C0557F3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5727DD1-3584-4775-AF2C-4C9022AB616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A49963-2AB6-B61D-D4CE-3C3830C42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F03E56-DB31-5CB5-0D9C-75A121B6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D14886-49B1-4EA5-9FE3-9340BE19365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389217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3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0B5F28-892A-E950-95A3-6E3B779E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37BE114-7CA7-418A-BBF6-93645804F6B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7A3508-4776-99B3-0FE3-B2063C4E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9A0995-CA89-3783-3BE9-9208E39E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E5888-E853-486D-9A1B-A107C7B1E24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40766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B99337-572C-958B-B19C-E8E80C70F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9E051BE-06E5-4F8D-8C04-A816A56F917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3F0DF4-6F5F-8626-C8BB-DF1DE8ED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5B23F4-8462-1656-1CFA-6841BA5D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83439-B21A-42E8-9474-D90A2EEF828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1424330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3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1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1" y="2581403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2A9EB42-4C49-68C8-BC5F-2820A727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245ACED-C6F6-4B58-8B59-EBF25E1AA96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47B9E6C-2893-5CDE-D76D-98548677D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F0AF4D4-4F4E-F6B2-84C2-54B3E463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54D6C-CE5E-492D-92F9-A08BFD83CD2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63698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E3ADD1-AF63-CE36-0738-E82F876D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14CCDFAF-2555-4D05-8111-85024BCF0BC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FC68C0-74EE-BB97-0EF2-A74704D00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A8B7BE-9E51-797F-F087-345DDF81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0EBF8-D4C6-4B89-8CE7-AFC09B4F6BD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929669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B10FFE-479D-0139-B379-A42AD947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0882685-4033-4D50-8482-4B8C3BD2FBF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4427D0-E65A-5B91-F4BC-8A193435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8C48A6-404D-272D-6618-3612D6C6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9353B-1B30-4A7F-9617-6276AC8971E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9172994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5C1922AF-A320-A9DA-3DE3-40837EDE888D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4CCFB1D9-E8F7-8B69-FE7F-5C9324F525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3D4E53D1-E3DF-BA8C-9132-C29F2E70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1FA617AA-A37C-4B02-9AF9-AF84345F2B4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F11EBE23-1815-4155-0D94-295A8526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AF705206-FA1B-4602-5233-535F5E750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515D0-BA73-48C9-AA56-695201C2AC0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724028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3" y="323934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5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3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45A5A5-8519-EA22-EC8B-75615BBA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C6580CE-2852-4B15-AFCA-BD757BE3979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88A1E6-29C9-B59E-B249-D4160D92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7EBAE7-808E-ADFE-B232-673615AC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0749E-6E62-41AA-A97F-333D69372E4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87516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84244F-C8B7-B9DE-55B6-010013357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D0E55DD-36B5-44DF-8273-DF914233C02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F526A2-7786-DCEE-65C4-7D8B2B665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03B4CA-DB5B-07E0-401F-EAE6D31E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41F86-A476-4EFF-94F3-75B973E4527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386129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F2164E-2B6E-C531-EAFF-0465185C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5489161-6BF7-4DB3-9F03-0822941F1D7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B922E3-CEDF-37BE-0B0E-962473B6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F07A95-EC96-05EE-401B-9D07B69E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AD6AC-CD90-49EC-9635-CD41559C7C6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341703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4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4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D56D44-9862-A2A6-515B-ACB6A636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FB0035E-ACE9-4637-80C1-599C43A49A6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0A07F1-F29F-5B89-25B2-D27AAAC7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778C65-FDF4-77F9-B7C8-3677B705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1998B-1C45-473E-B4E8-B89CD85BFB8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673926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hutterstock_33008366.png">
            <a:extLst>
              <a:ext uri="{FF2B5EF4-FFF2-40B4-BE49-F238E27FC236}">
                <a16:creationId xmlns:a16="http://schemas.microsoft.com/office/drawing/2014/main" id="{C60D4C7D-74AC-24EB-C1EC-C832EB9DBF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60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4400213" cy="81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0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BECF95-4912-F564-76DE-1439A56B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DF43E61-ADF3-40FC-8DBC-B7CC227188C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041416-6452-3B88-99A7-49DA679CF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A51A0C-8B6E-D28A-420F-0516D33A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4F69D-6BD4-4909-86D4-951AE95E9C5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2400124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0857C3-3CAC-7ACA-115B-1E442E0E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48248B7-D379-48B5-B20E-DE8F9BA2340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88072-C625-A172-D98C-9913C4FC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EE2B68-4F57-85FD-F3DA-E60F5382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F1CDCF-F437-43F1-B444-7691C1E4A34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0714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DEB99-5ED6-1EAA-F42F-E9FC6EF96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BD2DE98-BF76-4E46-96A4-04FABC1E8D4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FAA043-85FF-4672-4975-6608426F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5CE8F1-B439-D71B-BD00-172C1E39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52AE2-D83D-49D4-BED4-9B2D5333C2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314661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EEFE03-FDBF-3794-F6C4-B28222AAF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D6E6CA3-EF2C-4E6E-9A15-CA00D4BFE43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6320F4-4748-F446-841C-4D05EDD3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C1E03C-43E4-B1B1-A616-5573E47E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4F269-DB1A-4867-8968-FFBDBDCFE3A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344315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9454C7D-63A0-3208-ED27-7A80E5A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6D24FCB-CFBA-45CB-A23F-4436890AC53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A09F65-6AC4-7277-725C-D6CCD525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DFD6AC3-E845-45DC-775D-D6B1BAA26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93ED3-B7DC-416F-96E2-FA1592EF5A9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741971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19752E2-B7B1-24AF-F6EA-8E8B3589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8A0130D-6C8F-41CD-B861-D9EC82CBBBE2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4ECF05-8E4B-48E5-C570-ED599CE71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44C8E44-0932-35F5-8F4E-572BD30C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17083E-9CDD-4148-A3F9-D2457D13D02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1729585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CA0536-42DC-8E7F-D305-203729261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0AD8F21-FF0A-44A1-AF54-A754FBC10F7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D6A1AA-A48E-6704-2407-FEB91F71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D03F54-7534-5D04-5AA5-08AFC0E4A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4B680-5279-45A6-85C1-F7F122DD21C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300066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89080DF3-AE29-53D3-192C-F2197121942C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42AE2F4E-9CCD-6B20-52F8-D0799F3888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D737F144-1132-6CEB-859D-0F0B88991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E4F9F76-7421-4D1C-9433-312A3D8AE07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864AC335-C941-91B0-4B2E-3BA4DBC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EFD413E-F8CD-C679-CC58-199ABF00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DE331-C327-42CC-8DC3-2D4CE4E0F1F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226827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BC55E5-456E-C2C0-33CC-0F8ADAFE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17E21358-EA0C-4FB9-9F52-DC13103D7CD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F065AA-066D-52A3-BCCB-55C42172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55F98C-6E43-AC24-99B5-131F4BB2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0E7249-AC6E-4F5E-B202-9D8DA2544CA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170587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5BC6CA-668A-CAB3-49C6-3ECC4ECD3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609BD6D-9992-4A09-8EDE-995ADA517EC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8C5354-2D21-3856-9CA3-A4FD7195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484E8B-7939-D807-96B9-1709A8B33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10512-F4E1-4C81-A8F2-2E8A1145D62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117084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ADE564-2825-1FD7-9E45-4D3950D6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B468FC3-7150-47EA-80B2-DB9EE620198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BA98B5-8845-810C-B2FC-64F9FBA19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812B00-9EDE-DEEE-AAB4-9A39C01B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393A4D-661B-4431-ADC7-8618FCD45B7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979336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30F9B-0CC8-50A5-086E-58E45B040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9C9C4F4-E92B-431E-96CC-92B627887B5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FA404F-E44C-985E-B659-6A9EDEB5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0E4BDE-65C4-2450-978E-3BF50249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77C2B-11A6-449F-BAFD-0A1EE47A048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6795627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hutterstock_33008366.png">
            <a:extLst>
              <a:ext uri="{FF2B5EF4-FFF2-40B4-BE49-F238E27FC236}">
                <a16:creationId xmlns:a16="http://schemas.microsoft.com/office/drawing/2014/main" id="{C50526EB-B854-11E9-D6C6-69D7608709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60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4400213" cy="81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910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8076D6-0D8B-48BA-A7CF-48E4D38D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98A3D8B-6DF2-48D4-B67A-B93EDE34273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4ECA86-DC3B-BFF5-A0D4-8281DC54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CC523D-D527-05F4-A24E-6DE6A2B7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7B521-5C11-47B0-A42A-6ED480996EC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2848845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B9A1CC-179A-2F3D-B035-651F9CE5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BF02838-080C-4AAF-99C4-763B77B713A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B6DA6E-0E53-7845-398D-8EAF915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C18F1C-7430-7B29-421F-E6707996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1F2F-99D7-4E55-B59E-C1DECA34B9B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351859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905266-EF9A-9EFA-904E-A74248C7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ED674AC-9BE9-4765-AE38-433502AF684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E50933-1CB2-79A6-79BE-EC384DD7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05681E-9AF4-4AB9-1C35-04945196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E0DEF-9E93-435D-BC0A-55716BF18DD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8545474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5B792E-5103-68EB-C7A9-22457E2E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D2BE92F-9755-4654-9598-9681A1FB9CA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F5B773-4DEE-91A9-2589-5D7E2E4AF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1544D4-2D4B-0EF4-930F-054F58DE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2905DF-C6D0-45CC-BF5C-7102E1CBE96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606325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BFF44E3-AD59-2F16-1254-32ADB9CD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9EA0707-3805-485F-86E9-5B3EDCBE1BA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C3C722-FE38-E9F3-D73B-AD724B889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B8C417B-E945-3DDB-1C31-7AF05DFD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6EAF8-48A5-4966-BC4D-5B783EE14C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2439018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81C7AD-FC26-60D7-6A97-CD18AE18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E14FC9C-A6A0-4254-88F6-FCF7B980326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8F2F5C-5F8F-343E-1B73-9C1D1CD8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2E72EB-9B7A-F9D1-A89F-F7046C33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34E7C-EB92-4C63-A801-B18598075A1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7297126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A5D2C45-4B89-96AF-3252-E52C478FF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CF98462-5B3A-4AFB-9CA7-91151581517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63403E-9AF2-4B12-5C2A-CE7A0AE5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78B1B2-9DE1-9447-7E4C-E29395E2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8CA26-364C-4A52-9CD6-FD80D71FDC8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9366868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C96FDDEC-FFF3-25FC-B45B-B69442DB0C11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FB6DB35F-B465-39A3-B195-91BDFDC1A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1C9A97B9-ABBA-2DBF-3EBD-BB5526DA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603FF8A-5EAE-4D55-BDE6-8FA67B03BF5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8E790386-2EDD-3196-541D-BD110CB8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4922E37-808A-BC81-D963-6BDE442E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5F98E-3684-46DE-B075-14275C3AB39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9251057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83BDE1-42D9-EDC3-8A1B-F077BADA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9BCB166-A15D-4577-8973-28D976488BC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9D3BB7-4839-9A4D-EF8B-22DAEF1E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3E4A6D-4271-C7B3-D0BF-9C43AB3DE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68068-64E5-455D-B040-533038FE792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67856802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C97549-CF96-60BD-A7F1-406E11EC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EE5D6F2-8B41-40DF-8B66-6BCFD47C3DE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5DA7F2-4762-3337-1FD2-5A0ACAF8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B6FD2D-887F-0F59-7298-BD5E870DB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CF003-FE25-45E4-AABB-958F5BCF10C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478146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E5889E-8A5B-EC86-E06A-01449EED0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43E49C4-BD8B-46BA-BA23-805C3BE2A7B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415F0D-C6B7-10BB-101D-3C8D0B9B2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00FC8C-38ED-2897-0A19-0AD0F343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BD5C1-4836-406D-96CD-A9749451F86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6099607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869E87-D603-1838-DF3A-7C5276D9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9C220B1-BFBE-42FD-92CE-0344E34874C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867708-31FC-736A-6CAB-257F6B9D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A83BBF-0C34-3599-FA7E-B337099A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2189D9-B39A-4E0D-9111-A33B50B14BD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3643465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hutterstock_33008366.png">
            <a:extLst>
              <a:ext uri="{FF2B5EF4-FFF2-40B4-BE49-F238E27FC236}">
                <a16:creationId xmlns:a16="http://schemas.microsoft.com/office/drawing/2014/main" id="{B41954B3-C242-B7FB-D994-70BD23D20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60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4400213" cy="81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9622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983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1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1.pn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7A203CCB-A6CB-98AD-2AC8-89243A37FAD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C3E8E719-65E7-90DB-4496-78C21A55DD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0D5D6A-ADB8-40A6-88AE-10069B769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84813EE3-F525-40FE-AFCB-57B9358FD184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D59CD3-9410-3AE7-178B-E5F71ACB1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0088C1-F9C4-D26A-9803-B058C4EE0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389DCF3-AEDC-4467-BC43-F9B0028318FB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117" r:id="rId1"/>
    <p:sldLayoutId id="2147492118" r:id="rId2"/>
    <p:sldLayoutId id="2147492119" r:id="rId3"/>
    <p:sldLayoutId id="2147492120" r:id="rId4"/>
    <p:sldLayoutId id="2147492121" r:id="rId5"/>
    <p:sldLayoutId id="2147492122" r:id="rId6"/>
    <p:sldLayoutId id="2147492123" r:id="rId7"/>
    <p:sldLayoutId id="2147492182" r:id="rId8"/>
    <p:sldLayoutId id="2147492124" r:id="rId9"/>
    <p:sldLayoutId id="2147492125" r:id="rId10"/>
    <p:sldLayoutId id="2147492126" r:id="rId11"/>
    <p:sldLayoutId id="2147492127" r:id="rId12"/>
    <p:sldLayoutId id="2147492128" r:id="rId13"/>
    <p:sldLayoutId id="2147492129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arcador de título 1">
            <a:extLst>
              <a:ext uri="{FF2B5EF4-FFF2-40B4-BE49-F238E27FC236}">
                <a16:creationId xmlns:a16="http://schemas.microsoft.com/office/drawing/2014/main" id="{6F9D0349-A030-5A55-002F-04E8F409225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1681804"/>
            <a:ext cx="13239571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 para editar título</a:t>
            </a:r>
            <a:endParaRPr lang="es-MX" altLang="es-MX"/>
          </a:p>
        </p:txBody>
      </p:sp>
      <p:sp>
        <p:nvSpPr>
          <p:cNvPr id="2051" name="Marcador de texto 2">
            <a:extLst>
              <a:ext uri="{FF2B5EF4-FFF2-40B4-BE49-F238E27FC236}">
                <a16:creationId xmlns:a16="http://schemas.microsoft.com/office/drawing/2014/main" id="{D816F61E-63C2-C867-0BB6-EB71EEB116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3084877"/>
            <a:ext cx="12960192" cy="418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Haga clic para modificar el estilo de texto del patrón</a:t>
            </a:r>
          </a:p>
          <a:p>
            <a:pPr lvl="1"/>
            <a:r>
              <a:rPr lang="en-US" altLang="es-MX"/>
              <a:t>Segundo nivel</a:t>
            </a:r>
          </a:p>
          <a:p>
            <a:pPr lvl="2"/>
            <a:r>
              <a:rPr lang="en-US" altLang="es-MX"/>
              <a:t>Tercer nivel</a:t>
            </a:r>
          </a:p>
          <a:p>
            <a:pPr lvl="3"/>
            <a:r>
              <a:rPr lang="en-US" altLang="es-MX"/>
              <a:t>Cuarto nivel</a:t>
            </a:r>
          </a:p>
          <a:p>
            <a:pPr lvl="4"/>
            <a:r>
              <a:rPr lang="en-US" altLang="es-MX"/>
              <a:t>Quinto nivel</a:t>
            </a:r>
            <a:endParaRPr lang="es-MX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CEBB89-7E4B-98A7-9993-3F0729158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fld id="{FE014A23-4D4C-444E-BD6F-C0C98CD6CBC4}" type="datetime1">
              <a:rPr lang="es-MX"/>
              <a:pPr>
                <a:defRPr/>
              </a:pPr>
              <a:t>05/10/2026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FD8726-7151-DC30-F903-60F1E3AF0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endParaRPr 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130" r:id="rId1"/>
    <p:sldLayoutId id="2147492131" r:id="rId2"/>
    <p:sldLayoutId id="2147492132" r:id="rId3"/>
    <p:sldLayoutId id="2147492133" r:id="rId4"/>
    <p:sldLayoutId id="2147492134" r:id="rId5"/>
    <p:sldLayoutId id="2147492135" r:id="rId6"/>
    <p:sldLayoutId id="2147492136" r:id="rId7"/>
    <p:sldLayoutId id="2147492137" r:id="rId8"/>
    <p:sldLayoutId id="2147492138" r:id="rId9"/>
    <p:sldLayoutId id="2147492139" r:id="rId10"/>
    <p:sldLayoutId id="2147492140" r:id="rId11"/>
    <p:sldLayoutId id="2147492141" r:id="rId12"/>
  </p:sldLayoutIdLst>
  <p:hf hdr="0" ftr="0" dt="0"/>
  <p:txStyles>
    <p:titleStyle>
      <a:lvl1pPr algn="l" defTabSz="608013" rtl="0" eaLnBrk="0" fontAlgn="base" hangingPunct="0">
        <a:spcBef>
          <a:spcPct val="0"/>
        </a:spcBef>
        <a:spcAft>
          <a:spcPct val="0"/>
        </a:spcAft>
        <a:defRPr sz="5800" b="1" kern="1200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1pPr>
      <a:lvl2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2pPr>
      <a:lvl3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3pPr>
      <a:lvl4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4pPr>
      <a:lvl5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5pPr>
      <a:lvl6pPr marL="4572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6pPr>
      <a:lvl7pPr marL="9144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7pPr>
      <a:lvl8pPr marL="13716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8pPr>
      <a:lvl9pPr marL="18288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título 1">
            <a:extLst>
              <a:ext uri="{FF2B5EF4-FFF2-40B4-BE49-F238E27FC236}">
                <a16:creationId xmlns:a16="http://schemas.microsoft.com/office/drawing/2014/main" id="{69BA04DB-B72B-9E2B-3789-33C12ABA711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3075" name="Marcador de texto 2">
            <a:extLst>
              <a:ext uri="{FF2B5EF4-FFF2-40B4-BE49-F238E27FC236}">
                <a16:creationId xmlns:a16="http://schemas.microsoft.com/office/drawing/2014/main" id="{C7F60893-8895-E9D0-9BA9-7E0426DA09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EEA299-39AD-6071-EEC2-9C681DA86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6AFCC49-7BA2-43A2-AF46-B6FBA997FFD9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EAD61B-1373-EDAD-2413-2613A4538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D5636A-2452-3B41-1DDA-AADA9824C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0185053E-B7B4-4D1C-B45B-955226CF43D9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  <p:pic>
        <p:nvPicPr>
          <p:cNvPr id="3079" name="Picture 1">
            <a:extLst>
              <a:ext uri="{FF2B5EF4-FFF2-40B4-BE49-F238E27FC236}">
                <a16:creationId xmlns:a16="http://schemas.microsoft.com/office/drawing/2014/main" id="{B6E1A679-1D60-3CF2-488A-4E14510BCA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2142" r:id="rId1"/>
    <p:sldLayoutId id="2147492143" r:id="rId2"/>
    <p:sldLayoutId id="2147492144" r:id="rId3"/>
    <p:sldLayoutId id="2147492145" r:id="rId4"/>
    <p:sldLayoutId id="2147492146" r:id="rId5"/>
    <p:sldLayoutId id="2147492147" r:id="rId6"/>
    <p:sldLayoutId id="2147492148" r:id="rId7"/>
    <p:sldLayoutId id="2147492149" r:id="rId8"/>
    <p:sldLayoutId id="2147492150" r:id="rId9"/>
    <p:sldLayoutId id="2147492151" r:id="rId10"/>
    <p:sldLayoutId id="2147492152" r:id="rId11"/>
    <p:sldLayoutId id="2147492153" r:id="rId12"/>
    <p:sldLayoutId id="2147492154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título 1">
            <a:extLst>
              <a:ext uri="{FF2B5EF4-FFF2-40B4-BE49-F238E27FC236}">
                <a16:creationId xmlns:a16="http://schemas.microsoft.com/office/drawing/2014/main" id="{8C9B2727-9181-BCC1-9203-34780C558D2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4099" name="Marcador de texto 2">
            <a:extLst>
              <a:ext uri="{FF2B5EF4-FFF2-40B4-BE49-F238E27FC236}">
                <a16:creationId xmlns:a16="http://schemas.microsoft.com/office/drawing/2014/main" id="{0FDB8DF9-6245-2672-06C8-0E6836A14B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F2271B-92F8-E5E3-0B1F-35A404390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FBCCF938-F8C0-4FD6-9037-2BAD5D2CFF2D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7D96AB-6D1F-A799-D86F-762FA91CC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DCE359-4D2D-069C-89CB-805EC8FDB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E797E613-365E-4529-BCC4-155A37CFF2E3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  <p:pic>
        <p:nvPicPr>
          <p:cNvPr id="4103" name="Picture 1">
            <a:extLst>
              <a:ext uri="{FF2B5EF4-FFF2-40B4-BE49-F238E27FC236}">
                <a16:creationId xmlns:a16="http://schemas.microsoft.com/office/drawing/2014/main" id="{17154F14-4BB7-0A66-D4FB-5B0C2ADB97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2155" r:id="rId1"/>
    <p:sldLayoutId id="2147492156" r:id="rId2"/>
    <p:sldLayoutId id="2147492157" r:id="rId3"/>
    <p:sldLayoutId id="2147492158" r:id="rId4"/>
    <p:sldLayoutId id="2147492159" r:id="rId5"/>
    <p:sldLayoutId id="2147492160" r:id="rId6"/>
    <p:sldLayoutId id="2147492161" r:id="rId7"/>
    <p:sldLayoutId id="2147492162" r:id="rId8"/>
    <p:sldLayoutId id="2147492163" r:id="rId9"/>
    <p:sldLayoutId id="2147492164" r:id="rId10"/>
    <p:sldLayoutId id="2147492165" r:id="rId11"/>
    <p:sldLayoutId id="2147492166" r:id="rId12"/>
    <p:sldLayoutId id="2147492167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título 1">
            <a:extLst>
              <a:ext uri="{FF2B5EF4-FFF2-40B4-BE49-F238E27FC236}">
                <a16:creationId xmlns:a16="http://schemas.microsoft.com/office/drawing/2014/main" id="{C49879E4-BC31-0898-F864-BE8A7B17FFB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5123" name="Marcador de texto 2">
            <a:extLst>
              <a:ext uri="{FF2B5EF4-FFF2-40B4-BE49-F238E27FC236}">
                <a16:creationId xmlns:a16="http://schemas.microsoft.com/office/drawing/2014/main" id="{27859725-D5D9-AA08-68A0-126D9B249C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6049B3-5984-026B-38FF-87FDB0415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D95E586C-C869-4D14-B510-919F353D53AF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02B884-C720-C5B0-A416-12744B5B0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3AB27E-8CDC-4953-8351-B341A960E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57B33F3-F86F-4E3D-9CA2-5E4DF3BE7CE2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  <p:pic>
        <p:nvPicPr>
          <p:cNvPr id="5127" name="Picture 1">
            <a:extLst>
              <a:ext uri="{FF2B5EF4-FFF2-40B4-BE49-F238E27FC236}">
                <a16:creationId xmlns:a16="http://schemas.microsoft.com/office/drawing/2014/main" id="{575D1DB2-0259-7549-1035-9759BCE6D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2168" r:id="rId1"/>
    <p:sldLayoutId id="2147492169" r:id="rId2"/>
    <p:sldLayoutId id="2147492170" r:id="rId3"/>
    <p:sldLayoutId id="2147492171" r:id="rId4"/>
    <p:sldLayoutId id="2147492172" r:id="rId5"/>
    <p:sldLayoutId id="2147492173" r:id="rId6"/>
    <p:sldLayoutId id="2147492174" r:id="rId7"/>
    <p:sldLayoutId id="2147492175" r:id="rId8"/>
    <p:sldLayoutId id="2147492176" r:id="rId9"/>
    <p:sldLayoutId id="2147492177" r:id="rId10"/>
    <p:sldLayoutId id="2147492178" r:id="rId11"/>
    <p:sldLayoutId id="2147492179" r:id="rId12"/>
    <p:sldLayoutId id="2147492180" r:id="rId13"/>
    <p:sldLayoutId id="2147492181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5.png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chart" Target="../charts/chart4.xml"/><Relationship Id="rId2" Type="http://schemas.openxmlformats.org/officeDocument/2006/relationships/slide" Target="slide4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3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20.emf"/><Relationship Id="rId4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8">
            <a:extLst>
              <a:ext uri="{FF2B5EF4-FFF2-40B4-BE49-F238E27FC236}">
                <a16:creationId xmlns:a16="http://schemas.microsoft.com/office/drawing/2014/main" id="{7B7513A3-A470-2694-61A6-1225A48B0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380" y="3359471"/>
            <a:ext cx="6026150" cy="1200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s-MX" altLang="es-MX" sz="3600" b="1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IPN COLABORADORES RESULTADOS</a:t>
            </a:r>
          </a:p>
        </p:txBody>
      </p:sp>
      <p:pic>
        <p:nvPicPr>
          <p:cNvPr id="73740" name="Imagen 7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35CCE07E-D7BE-99E9-9015-0BA6EE5FB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12" y="3359471"/>
            <a:ext cx="735991" cy="455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CuadroTexto 12">
            <a:extLst>
              <a:ext uri="{FF2B5EF4-FFF2-40B4-BE49-F238E27FC236}">
                <a16:creationId xmlns:a16="http://schemas.microsoft.com/office/drawing/2014/main" id="{BF903E31-A46D-3D20-F5CA-A6BCF2919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380" y="4570373"/>
            <a:ext cx="3919537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s-MX" altLang="es-MX" sz="32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0"/>
              </a:rPr>
              <a:t>1Q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81" name="Imagen 3">
            <a:extLst>
              <a:ext uri="{FF2B5EF4-FFF2-40B4-BE49-F238E27FC236}">
                <a16:creationId xmlns:a16="http://schemas.microsoft.com/office/drawing/2014/main" id="{81BDCB0D-0C70-57C1-80BA-FD72BDCA4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492" y="3240880"/>
            <a:ext cx="471488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4" name="Imagen 3">
            <a:extLst>
              <a:ext uri="{FF2B5EF4-FFF2-40B4-BE49-F238E27FC236}">
                <a16:creationId xmlns:a16="http://schemas.microsoft.com/office/drawing/2014/main" id="{BAA505B0-9334-2972-A4A3-BDB9B64183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405" y="1706619"/>
            <a:ext cx="282575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5" name="Imagen 18">
            <a:extLst>
              <a:ext uri="{FF2B5EF4-FFF2-40B4-BE49-F238E27FC236}">
                <a16:creationId xmlns:a16="http://schemas.microsoft.com/office/drawing/2014/main" id="{EC7C009E-9FD1-704F-14D8-8ED689438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26" y="1707413"/>
            <a:ext cx="284163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D0DCF59E-5C53-A775-613B-4A556CB9BA60}"/>
              </a:ext>
            </a:extLst>
          </p:cNvPr>
          <p:cNvGrpSpPr/>
          <p:nvPr/>
        </p:nvGrpSpPr>
        <p:grpSpPr>
          <a:xfrm>
            <a:off x="0" y="161235"/>
            <a:ext cx="7505700" cy="1231900"/>
            <a:chOff x="1104106" y="643732"/>
            <a:chExt cx="7505700" cy="1231900"/>
          </a:xfrm>
        </p:grpSpPr>
        <p:pic>
          <p:nvPicPr>
            <p:cNvPr id="75782" name="Imagen 2">
              <a:extLst>
                <a:ext uri="{FF2B5EF4-FFF2-40B4-BE49-F238E27FC236}">
                  <a16:creationId xmlns:a16="http://schemas.microsoft.com/office/drawing/2014/main" id="{873D19ED-F674-56A0-FCBF-D2815B78C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106" y="643732"/>
              <a:ext cx="7505700" cy="123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783" name="Título 2">
              <a:extLst>
                <a:ext uri="{FF2B5EF4-FFF2-40B4-BE49-F238E27FC236}">
                  <a16:creationId xmlns:a16="http://schemas.microsoft.com/office/drawing/2014/main" id="{ADD75AD8-9A6D-D7AF-D209-B4337AE72E8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37681" y="953294"/>
              <a:ext cx="3849688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17" tIns="60958" rIns="121917" bIns="60958"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Metodología</a:t>
              </a:r>
            </a:p>
          </p:txBody>
        </p:sp>
        <p:pic>
          <p:nvPicPr>
            <p:cNvPr id="75786" name="Imagen 5">
              <a:extLst>
                <a:ext uri="{FF2B5EF4-FFF2-40B4-BE49-F238E27FC236}">
                  <a16:creationId xmlns:a16="http://schemas.microsoft.com/office/drawing/2014/main" id="{CE47F61F-AF6F-02C3-A454-9DE58D383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4357" y="789782"/>
              <a:ext cx="949325" cy="862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CuadroTexto 28">
            <a:extLst>
              <a:ext uri="{FF2B5EF4-FFF2-40B4-BE49-F238E27FC236}">
                <a16:creationId xmlns:a16="http://schemas.microsoft.com/office/drawing/2014/main" id="{551B26B3-E62F-6D39-161E-81941F72A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0E326CA-5836-5FD0-2A3D-27D5C8FAE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244166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Tv Azteca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2,651 respondieron la encuesta (70.1%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FA77F6B5-838C-EC76-890F-760C5D754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027035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12" name="Grupo 11">
            <a:extLst>
              <a:ext uri="{FF2B5EF4-FFF2-40B4-BE49-F238E27FC236}">
                <a16:creationId xmlns:a16="http://schemas.microsoft.com/office/drawing/2014/main" id="{A24E01A2-117C-3439-1C3D-B19DC6D9E17B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13" name="CuadroTexto 20">
              <a:extLst>
                <a:ext uri="{FF2B5EF4-FFF2-40B4-BE49-F238E27FC236}">
                  <a16:creationId xmlns:a16="http://schemas.microsoft.com/office/drawing/2014/main" id="{D609E46B-EF87-FEAB-6034-536ADE08C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14" name="Rectángulo 6">
              <a:extLst>
                <a:ext uri="{FF2B5EF4-FFF2-40B4-BE49-F238E27FC236}">
                  <a16:creationId xmlns:a16="http://schemas.microsoft.com/office/drawing/2014/main" id="{B51E4A5B-ADB4-D3E7-F638-496618321EDB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15" name="Object 16">
              <a:extLst>
                <a:ext uri="{FF2B5EF4-FFF2-40B4-BE49-F238E27FC236}">
                  <a16:creationId xmlns:a16="http://schemas.microsoft.com/office/drawing/2014/main" id="{AE6C716A-B44C-E2AC-279B-15AA92F99C8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67251259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25" name="Object 16">
                          <a:extLst>
                            <a:ext uri="{FF2B5EF4-FFF2-40B4-BE49-F238E27FC236}">
                              <a16:creationId xmlns:a16="http://schemas.microsoft.com/office/drawing/2014/main" id="{BD505957-0F41-F7F4-ABC5-83025A2DAB5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CuadroTexto 20">
              <a:extLst>
                <a:ext uri="{FF2B5EF4-FFF2-40B4-BE49-F238E27FC236}">
                  <a16:creationId xmlns:a16="http://schemas.microsoft.com/office/drawing/2014/main" id="{76309F25-0A0A-085D-AAB0-79FBD3159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17" name="CuadroTexto 20">
              <a:extLst>
                <a:ext uri="{FF2B5EF4-FFF2-40B4-BE49-F238E27FC236}">
                  <a16:creationId xmlns:a16="http://schemas.microsoft.com/office/drawing/2014/main" id="{3CA20126-AB1A-13D1-52E6-98CBF631B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6789A59B-346D-F886-F75F-64D7C6A4A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85236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8">
            <a:extLst>
              <a:ext uri="{FF2B5EF4-FFF2-40B4-BE49-F238E27FC236}">
                <a16:creationId xmlns:a16="http://schemas.microsoft.com/office/drawing/2014/main" id="{1A7434A4-EE33-DEDE-F581-8CF82C386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190806"/>
            <a:ext cx="5273834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adroTexto 28">
            <a:extLst>
              <a:ext uri="{FF2B5EF4-FFF2-40B4-BE49-F238E27FC236}">
                <a16:creationId xmlns:a16="http://schemas.microsoft.com/office/drawing/2014/main" id="{EC9CFC96-EBD1-1D66-5E87-CDE8BCE3D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3" name="25 CuadroTexto">
            <a:extLst>
              <a:ext uri="{FF2B5EF4-FFF2-40B4-BE49-F238E27FC236}">
                <a16:creationId xmlns:a16="http://schemas.microsoft.com/office/drawing/2014/main" id="{3305CBEB-F93B-FBCA-2196-837F186D5E66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21806BA-E0F5-766B-BB01-B45B3F0D464A}"/>
              </a:ext>
            </a:extLst>
          </p:cNvPr>
          <p:cNvGrpSpPr/>
          <p:nvPr/>
        </p:nvGrpSpPr>
        <p:grpSpPr>
          <a:xfrm>
            <a:off x="0" y="161235"/>
            <a:ext cx="7505700" cy="1231900"/>
            <a:chOff x="1104106" y="643732"/>
            <a:chExt cx="7505700" cy="1231900"/>
          </a:xfrm>
        </p:grpSpPr>
        <p:pic>
          <p:nvPicPr>
            <p:cNvPr id="6" name="Imagen 32">
              <a:extLst>
                <a:ext uri="{FF2B5EF4-FFF2-40B4-BE49-F238E27FC236}">
                  <a16:creationId xmlns:a16="http://schemas.microsoft.com/office/drawing/2014/main" id="{B7F489D0-3E2B-52CF-DFA2-7E00B3CB4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106" y="643732"/>
              <a:ext cx="7505700" cy="123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10B04ABA-D2E1-2F5A-E5E9-F2B1BD101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4995" y="856458"/>
              <a:ext cx="860425" cy="75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Título 2">
              <a:extLst>
                <a:ext uri="{FF2B5EF4-FFF2-40B4-BE49-F238E27FC236}">
                  <a16:creationId xmlns:a16="http://schemas.microsoft.com/office/drawing/2014/main" id="{C9117714-032F-AA18-B5FD-FA8086100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9638" y="997314"/>
              <a:ext cx="5187378" cy="570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defTabSz="440532" eaLnBrk="1" fontAlgn="auto" hangingPunct="1"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ES" altLang="es-MX" sz="2718" b="1" dirty="0">
                  <a:solidFill>
                    <a:prstClr val="white"/>
                  </a:solidFill>
                  <a:latin typeface="Montserrat" panose="00000500000000000000" pitchFamily="2" charset="0"/>
                  <a:ea typeface="Verdana" panose="020B0604030504040204" pitchFamily="34" charset="0"/>
                  <a:cs typeface="+mn-cs"/>
                </a:rPr>
                <a:t>IPN Grupo Salinas 1Q 2026</a:t>
              </a:r>
            </a:p>
          </p:txBody>
        </p:sp>
      </p:grpSp>
      <p:sp>
        <p:nvSpPr>
          <p:cNvPr id="32" name="89 CuadroTexto">
            <a:extLst>
              <a:ext uri="{FF2B5EF4-FFF2-40B4-BE49-F238E27FC236}">
                <a16:creationId xmlns:a16="http://schemas.microsoft.com/office/drawing/2014/main" id="{4F7A3CAC-E6B7-1F01-656A-11CA4BFA0E22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aphicFrame>
        <p:nvGraphicFramePr>
          <p:cNvPr id="35" name="Tabla_IPN_SL">
            <a:extLst>
              <a:ext uri="{FF2B5EF4-FFF2-40B4-BE49-F238E27FC236}">
                <a16:creationId xmlns:a16="http://schemas.microsoft.com/office/drawing/2014/main" id="{3C38C709-CB86-1CD7-5E3F-6963CCE04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758837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ANTERIO_SL">
            <a:extLst>
              <a:ext uri="{FF2B5EF4-FFF2-40B4-BE49-F238E27FC236}">
                <a16:creationId xmlns:a16="http://schemas.microsoft.com/office/drawing/2014/main" id="{6453E57F-9B6E-2AD7-199A-F6C6D2847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974726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7" name="Agrupar 49">
            <a:extLst>
              <a:ext uri="{FF2B5EF4-FFF2-40B4-BE49-F238E27FC236}">
                <a16:creationId xmlns:a16="http://schemas.microsoft.com/office/drawing/2014/main" id="{7081EE4E-89A0-B319-437A-F0F7B28B9F1D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8" name="CuadroTexto 33">
              <a:extLst>
                <a:ext uri="{FF2B5EF4-FFF2-40B4-BE49-F238E27FC236}">
                  <a16:creationId xmlns:a16="http://schemas.microsoft.com/office/drawing/2014/main" id="{28C430B7-CA2F-BD21-A42C-3717C1119FD1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9" name="CuadroTexto 34">
              <a:extLst>
                <a:ext uri="{FF2B5EF4-FFF2-40B4-BE49-F238E27FC236}">
                  <a16:creationId xmlns:a16="http://schemas.microsoft.com/office/drawing/2014/main" id="{8E7610C2-FE6C-2DCB-5D05-1D3F72E6C7A1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0" name="CuadroTexto 35">
              <a:extLst>
                <a:ext uri="{FF2B5EF4-FFF2-40B4-BE49-F238E27FC236}">
                  <a16:creationId xmlns:a16="http://schemas.microsoft.com/office/drawing/2014/main" id="{C7119AB9-BA5F-FABF-E65F-725C7749702E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2" name="83 Rectángulo">
              <a:extLst>
                <a:ext uri="{FF2B5EF4-FFF2-40B4-BE49-F238E27FC236}">
                  <a16:creationId xmlns:a16="http://schemas.microsoft.com/office/drawing/2014/main" id="{BADD00BD-DDA7-C6F6-B4D5-D34315903EF3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3" name="84 Rectángulo">
              <a:extLst>
                <a:ext uri="{FF2B5EF4-FFF2-40B4-BE49-F238E27FC236}">
                  <a16:creationId xmlns:a16="http://schemas.microsoft.com/office/drawing/2014/main" id="{DB4ED493-796F-D786-21AA-9FDA9374A067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4" name="17 Rectángulo">
              <a:extLst>
                <a:ext uri="{FF2B5EF4-FFF2-40B4-BE49-F238E27FC236}">
                  <a16:creationId xmlns:a16="http://schemas.microsoft.com/office/drawing/2014/main" id="{698B481C-513B-6A0F-0945-79D08849C036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5" name="Conector angular 25">
            <a:extLst>
              <a:ext uri="{FF2B5EF4-FFF2-40B4-BE49-F238E27FC236}">
                <a16:creationId xmlns:a16="http://schemas.microsoft.com/office/drawing/2014/main" id="{3AEB702E-6E0D-05AB-ACB6-43B85AE981AA}"/>
              </a:ext>
            </a:extLst>
          </p:cNvPr>
          <p:cNvCxnSpPr>
            <a:cxnSpLocks/>
            <a:stCxn id="35" idx="3"/>
            <a:endCxn id="50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6" name="Conector angular 25">
            <a:extLst>
              <a:ext uri="{FF2B5EF4-FFF2-40B4-BE49-F238E27FC236}">
                <a16:creationId xmlns:a16="http://schemas.microsoft.com/office/drawing/2014/main" id="{412B75D6-988C-9A17-C101-E14B98DE50B2}"/>
              </a:ext>
            </a:extLst>
          </p:cNvPr>
          <p:cNvCxnSpPr>
            <a:cxnSpLocks/>
            <a:stCxn id="35" idx="1"/>
            <a:endCxn id="49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7" name="Conector angular 25">
            <a:extLst>
              <a:ext uri="{FF2B5EF4-FFF2-40B4-BE49-F238E27FC236}">
                <a16:creationId xmlns:a16="http://schemas.microsoft.com/office/drawing/2014/main" id="{F7DBA258-CD88-10A8-B8B4-A942ED69681A}"/>
              </a:ext>
            </a:extLst>
          </p:cNvPr>
          <p:cNvCxnSpPr>
            <a:cxnSpLocks/>
            <a:stCxn id="48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8" name="Tabla_DET_SL">
            <a:extLst>
              <a:ext uri="{FF2B5EF4-FFF2-40B4-BE49-F238E27FC236}">
                <a16:creationId xmlns:a16="http://schemas.microsoft.com/office/drawing/2014/main" id="{4803F037-9624-66E7-EAE6-6314E8CA4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479566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9" name="Tabla_PAS_SL">
            <a:extLst>
              <a:ext uri="{FF2B5EF4-FFF2-40B4-BE49-F238E27FC236}">
                <a16:creationId xmlns:a16="http://schemas.microsoft.com/office/drawing/2014/main" id="{B98B59AD-97A1-E018-AFA6-A5A203051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93159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0" name="Tabla_PRO_SL">
            <a:extLst>
              <a:ext uri="{FF2B5EF4-FFF2-40B4-BE49-F238E27FC236}">
                <a16:creationId xmlns:a16="http://schemas.microsoft.com/office/drawing/2014/main" id="{EA50666D-E852-C101-9AC8-BFF7408F3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14812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2" name="Grafico _don_SL">
            <a:extLst>
              <a:ext uri="{FF2B5EF4-FFF2-40B4-BE49-F238E27FC236}">
                <a16:creationId xmlns:a16="http://schemas.microsoft.com/office/drawing/2014/main" id="{7C11B3DB-9359-E7C8-F33F-F05BC712E4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792207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4" name="Grafico_bar_SL">
            <a:extLst>
              <a:ext uri="{FF2B5EF4-FFF2-40B4-BE49-F238E27FC236}">
                <a16:creationId xmlns:a16="http://schemas.microsoft.com/office/drawing/2014/main" id="{CB1A4D81-5433-CDA8-8707-321DE1B8ED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9242610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5" name="Tabla_DIF_SL">
            <a:extLst>
              <a:ext uri="{FF2B5EF4-FFF2-40B4-BE49-F238E27FC236}">
                <a16:creationId xmlns:a16="http://schemas.microsoft.com/office/drawing/2014/main" id="{C877687A-E14E-E859-2F12-5434BBFA3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648603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6" name="Conector recto 29">
            <a:extLst>
              <a:ext uri="{FF2B5EF4-FFF2-40B4-BE49-F238E27FC236}">
                <a16:creationId xmlns:a16="http://schemas.microsoft.com/office/drawing/2014/main" id="{EE369D8C-F795-EE24-D0DB-67DB973D918B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BF111D59-B5CB-8A0E-3CAE-F71655FF2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029" y="3703711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8">
            <a:extLst>
              <a:ext uri="{FF2B5EF4-FFF2-40B4-BE49-F238E27FC236}">
                <a16:creationId xmlns:a16="http://schemas.microsoft.com/office/drawing/2014/main" id="{57500B76-96F8-0532-9924-EA11887EC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190806"/>
            <a:ext cx="5273834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TV AZTECA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89 CuadroTexto">
            <a:extLst>
              <a:ext uri="{FF2B5EF4-FFF2-40B4-BE49-F238E27FC236}">
                <a16:creationId xmlns:a16="http://schemas.microsoft.com/office/drawing/2014/main" id="{1A2D1FB6-597D-89DA-6564-137A13AC97E8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TV Azteca</a:t>
            </a:r>
          </a:p>
        </p:txBody>
      </p:sp>
      <p:pic>
        <p:nvPicPr>
          <p:cNvPr id="80954" name="Imagen 32">
            <a:hlinkClick r:id="rId2" action="ppaction://hlinksldjump"/>
            <a:extLst>
              <a:ext uri="{FF2B5EF4-FFF2-40B4-BE49-F238E27FC236}">
                <a16:creationId xmlns:a16="http://schemas.microsoft.com/office/drawing/2014/main" id="{77196D53-5F43-4F1E-24D9-A14C25E36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7" y="1516680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5A7AB259-6C4F-4497-18FE-D8461831F243}"/>
              </a:ext>
            </a:extLst>
          </p:cNvPr>
          <p:cNvGrpSpPr/>
          <p:nvPr/>
        </p:nvGrpSpPr>
        <p:grpSpPr>
          <a:xfrm>
            <a:off x="0" y="161235"/>
            <a:ext cx="7505700" cy="1231900"/>
            <a:chOff x="1104106" y="643732"/>
            <a:chExt cx="7505700" cy="1231900"/>
          </a:xfrm>
        </p:grpSpPr>
        <p:pic>
          <p:nvPicPr>
            <p:cNvPr id="7" name="Imagen 32">
              <a:extLst>
                <a:ext uri="{FF2B5EF4-FFF2-40B4-BE49-F238E27FC236}">
                  <a16:creationId xmlns:a16="http://schemas.microsoft.com/office/drawing/2014/main" id="{AE6E76B8-DEDF-C7D1-6375-33CE89F3D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106" y="643732"/>
              <a:ext cx="7505700" cy="123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EFB73369-7E83-2A09-B87C-BAE71388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4995" y="856458"/>
              <a:ext cx="860425" cy="75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ítulo 2">
              <a:extLst>
                <a:ext uri="{FF2B5EF4-FFF2-40B4-BE49-F238E27FC236}">
                  <a16:creationId xmlns:a16="http://schemas.microsoft.com/office/drawing/2014/main" id="{4FE92BDC-F9B8-C795-83F8-5CDA13262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9638" y="997314"/>
              <a:ext cx="5187378" cy="570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defTabSz="440532" eaLnBrk="1" fontAlgn="auto" hangingPunct="1"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ES" altLang="es-MX" sz="2718" b="1" dirty="0">
                  <a:solidFill>
                    <a:prstClr val="white"/>
                  </a:solidFill>
                  <a:latin typeface="Montserrat" panose="00000500000000000000" pitchFamily="2" charset="0"/>
                  <a:ea typeface="Verdana" panose="020B0604030504040204" pitchFamily="34" charset="0"/>
                  <a:cs typeface="+mn-cs"/>
                </a:rPr>
                <a:t>IPN TV Azteca 1Q 2026</a:t>
              </a:r>
            </a:p>
          </p:txBody>
        </p:sp>
      </p:grpSp>
      <p:graphicFrame>
        <p:nvGraphicFramePr>
          <p:cNvPr id="15" name="Tabla_IPN_TA">
            <a:extLst>
              <a:ext uri="{FF2B5EF4-FFF2-40B4-BE49-F238E27FC236}">
                <a16:creationId xmlns:a16="http://schemas.microsoft.com/office/drawing/2014/main" id="{DB0CD383-E817-0904-B364-4FA171A44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355691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pSp>
        <p:nvGrpSpPr>
          <p:cNvPr id="16" name="Agrupar 49">
            <a:extLst>
              <a:ext uri="{FF2B5EF4-FFF2-40B4-BE49-F238E27FC236}">
                <a16:creationId xmlns:a16="http://schemas.microsoft.com/office/drawing/2014/main" id="{B3B4A0EE-F9F6-6238-C547-F291E89FAA1C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17" name="CuadroTexto 33">
              <a:extLst>
                <a:ext uri="{FF2B5EF4-FFF2-40B4-BE49-F238E27FC236}">
                  <a16:creationId xmlns:a16="http://schemas.microsoft.com/office/drawing/2014/main" id="{B6B51F02-1AE6-82D5-CC8F-B89551188E04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18" name="CuadroTexto 34">
              <a:extLst>
                <a:ext uri="{FF2B5EF4-FFF2-40B4-BE49-F238E27FC236}">
                  <a16:creationId xmlns:a16="http://schemas.microsoft.com/office/drawing/2014/main" id="{837368E5-DB68-B184-0EFD-45919BC4F9FC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0" name="CuadroTexto 35">
              <a:extLst>
                <a:ext uri="{FF2B5EF4-FFF2-40B4-BE49-F238E27FC236}">
                  <a16:creationId xmlns:a16="http://schemas.microsoft.com/office/drawing/2014/main" id="{0F7B17EC-54F8-84CB-1E2A-23C5EB36AB28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1" name="83 Rectángulo">
              <a:extLst>
                <a:ext uri="{FF2B5EF4-FFF2-40B4-BE49-F238E27FC236}">
                  <a16:creationId xmlns:a16="http://schemas.microsoft.com/office/drawing/2014/main" id="{0E79CF9C-CA8D-FB2F-7B41-1D8AB0B5315F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2" name="84 Rectángulo">
              <a:extLst>
                <a:ext uri="{FF2B5EF4-FFF2-40B4-BE49-F238E27FC236}">
                  <a16:creationId xmlns:a16="http://schemas.microsoft.com/office/drawing/2014/main" id="{F1DE66E2-5918-B4C1-5C54-8C76B7A2B26C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3" name="17 Rectángulo">
              <a:extLst>
                <a:ext uri="{FF2B5EF4-FFF2-40B4-BE49-F238E27FC236}">
                  <a16:creationId xmlns:a16="http://schemas.microsoft.com/office/drawing/2014/main" id="{F5FFF541-BBB0-EBCA-F100-A98E97AE802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4" name="Conector angular 25">
            <a:extLst>
              <a:ext uri="{FF2B5EF4-FFF2-40B4-BE49-F238E27FC236}">
                <a16:creationId xmlns:a16="http://schemas.microsoft.com/office/drawing/2014/main" id="{EB6F91BD-0BCC-1C35-1F41-843131CA6EFA}"/>
              </a:ext>
            </a:extLst>
          </p:cNvPr>
          <p:cNvCxnSpPr>
            <a:cxnSpLocks/>
            <a:stCxn id="15" idx="3"/>
            <a:endCxn id="29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5" name="Conector angular 25">
            <a:extLst>
              <a:ext uri="{FF2B5EF4-FFF2-40B4-BE49-F238E27FC236}">
                <a16:creationId xmlns:a16="http://schemas.microsoft.com/office/drawing/2014/main" id="{1212C435-1583-0832-F3AE-C84201256BD7}"/>
              </a:ext>
            </a:extLst>
          </p:cNvPr>
          <p:cNvCxnSpPr>
            <a:cxnSpLocks/>
            <a:stCxn id="15" idx="1"/>
            <a:endCxn id="28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6" name="Conector angular 25">
            <a:extLst>
              <a:ext uri="{FF2B5EF4-FFF2-40B4-BE49-F238E27FC236}">
                <a16:creationId xmlns:a16="http://schemas.microsoft.com/office/drawing/2014/main" id="{47BE3EB5-F565-6F50-6D2E-8EC9FB96452C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7" name="Tabla_DET_TA">
            <a:extLst>
              <a:ext uri="{FF2B5EF4-FFF2-40B4-BE49-F238E27FC236}">
                <a16:creationId xmlns:a16="http://schemas.microsoft.com/office/drawing/2014/main" id="{7991C93C-9FF1-3EAB-5606-22B4D6119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336133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8" name="Tabla_PAS_TA">
            <a:extLst>
              <a:ext uri="{FF2B5EF4-FFF2-40B4-BE49-F238E27FC236}">
                <a16:creationId xmlns:a16="http://schemas.microsoft.com/office/drawing/2014/main" id="{E36E4CEA-EEDD-D647-2804-8C85BEB7B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072354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9" name="Tabla_PRO_TA">
            <a:extLst>
              <a:ext uri="{FF2B5EF4-FFF2-40B4-BE49-F238E27FC236}">
                <a16:creationId xmlns:a16="http://schemas.microsoft.com/office/drawing/2014/main" id="{380FE541-724E-0CB6-C6BA-846551973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767742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0" name="Grafico _don_TA">
            <a:extLst>
              <a:ext uri="{FF2B5EF4-FFF2-40B4-BE49-F238E27FC236}">
                <a16:creationId xmlns:a16="http://schemas.microsoft.com/office/drawing/2014/main" id="{94892BED-03A4-2ED1-2B61-1D4E764D97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376117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1" name="Grafico_bar_TA">
            <a:extLst>
              <a:ext uri="{FF2B5EF4-FFF2-40B4-BE49-F238E27FC236}">
                <a16:creationId xmlns:a16="http://schemas.microsoft.com/office/drawing/2014/main" id="{03F3B288-AB4B-7B10-33F2-15E47E7D85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312863"/>
              </p:ext>
            </p:extLst>
          </p:nvPr>
        </p:nvGraphicFramePr>
        <p:xfrm>
          <a:off x="5034698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9" name="Tabla_DIF_TA">
            <a:extLst>
              <a:ext uri="{FF2B5EF4-FFF2-40B4-BE49-F238E27FC236}">
                <a16:creationId xmlns:a16="http://schemas.microsoft.com/office/drawing/2014/main" id="{30CE040E-D65A-3FBC-0622-8794AB74F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644384"/>
              </p:ext>
            </p:extLst>
          </p:nvPr>
        </p:nvGraphicFramePr>
        <p:xfrm>
          <a:off x="11642981" y="1559988"/>
          <a:ext cx="2622156" cy="5929875"/>
        </p:xfrm>
        <a:graphic>
          <a:graphicData uri="http://schemas.openxmlformats.org/drawingml/2006/table">
            <a:tbl>
              <a:tblPr/>
              <a:tblGrid>
                <a:gridCol w="97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351">
                  <a:extLst>
                    <a:ext uri="{9D8B030D-6E8A-4147-A177-3AD203B41FA5}">
                      <a16:colId xmlns:a16="http://schemas.microsoft.com/office/drawing/2014/main" val="4167933976"/>
                    </a:ext>
                  </a:extLst>
                </a:gridCol>
                <a:gridCol w="550351">
                  <a:extLst>
                    <a:ext uri="{9D8B030D-6E8A-4147-A177-3AD203B41FA5}">
                      <a16:colId xmlns:a16="http://schemas.microsoft.com/office/drawing/2014/main" val="116470755"/>
                    </a:ext>
                  </a:extLst>
                </a:gridCol>
              </a:tblGrid>
              <a:tr h="363344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353488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472497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225585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414776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597342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B61E92C3-50B0-CF0C-CABB-860F01D96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21" y="1499911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565BFB28-E52C-5834-0553-14D5297DD68C}"/>
              </a:ext>
            </a:extLst>
          </p:cNvPr>
          <p:cNvGrpSpPr/>
          <p:nvPr/>
        </p:nvGrpSpPr>
        <p:grpSpPr>
          <a:xfrm>
            <a:off x="0" y="161235"/>
            <a:ext cx="7505700" cy="1231900"/>
            <a:chOff x="0" y="161235"/>
            <a:chExt cx="7505700" cy="1231900"/>
          </a:xfrm>
        </p:grpSpPr>
        <p:pic>
          <p:nvPicPr>
            <p:cNvPr id="9" name="Imagen 32">
              <a:extLst>
                <a:ext uri="{FF2B5EF4-FFF2-40B4-BE49-F238E27FC236}">
                  <a16:creationId xmlns:a16="http://schemas.microsoft.com/office/drawing/2014/main" id="{35EAA57C-C0A6-0B37-A633-5139C043F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61235"/>
              <a:ext cx="7505700" cy="123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44436249-0792-B3D6-FE64-8C850E40F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5532" y="312763"/>
              <a:ext cx="5187378" cy="879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defTabSz="440532" eaLnBrk="1" fontAlgn="auto" hangingPunct="1"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ES" altLang="es-MX" sz="2718" b="1" dirty="0">
                  <a:solidFill>
                    <a:prstClr val="white"/>
                  </a:solidFill>
                  <a:latin typeface="Montserrat" panose="00000500000000000000" pitchFamily="2" charset="0"/>
                  <a:ea typeface="Verdana" panose="020B0604030504040204" pitchFamily="34" charset="0"/>
                  <a:cs typeface="+mn-cs"/>
                </a:rPr>
                <a:t>IPN Orden de importancia</a:t>
              </a:r>
            </a:p>
            <a:p>
              <a:pPr defTabSz="440532" eaLnBrk="1" fontAlgn="auto" hangingPunct="1"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ES" altLang="es-MX" sz="2400" dirty="0">
                  <a:solidFill>
                    <a:prstClr val="white"/>
                  </a:solidFill>
                  <a:latin typeface="Montserrat" panose="00000500000000000000" pitchFamily="2" charset="0"/>
                  <a:ea typeface="Verdana" panose="020B0604030504040204" pitchFamily="34" charset="0"/>
                  <a:cs typeface="+mn-cs"/>
                </a:rPr>
                <a:t>TV Azteca</a:t>
              </a:r>
            </a:p>
          </p:txBody>
        </p:sp>
        <p:pic>
          <p:nvPicPr>
            <p:cNvPr id="81996" name="Imagen 3">
              <a:extLst>
                <a:ext uri="{FF2B5EF4-FFF2-40B4-BE49-F238E27FC236}">
                  <a16:creationId xmlns:a16="http://schemas.microsoft.com/office/drawing/2014/main" id="{2AD844E2-DAD5-74F3-CB2B-9101F8CFF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693" y="331098"/>
              <a:ext cx="968375" cy="892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4E851FB-A51C-68C0-855B-F9343B9BC8F4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5" name="Cinta curvada hacia arriba 3">
              <a:extLst>
                <a:ext uri="{FF2B5EF4-FFF2-40B4-BE49-F238E27FC236}">
                  <a16:creationId xmlns:a16="http://schemas.microsoft.com/office/drawing/2014/main" id="{14BEAF87-E9A0-7A3A-4079-D8AA9FE07B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6" name="CuadroTexto 5">
              <a:extLst>
                <a:ext uri="{FF2B5EF4-FFF2-40B4-BE49-F238E27FC236}">
                  <a16:creationId xmlns:a16="http://schemas.microsoft.com/office/drawing/2014/main" id="{F2D45A7E-3D1D-D1E5-4456-5B5D7FE51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17" name="Imagen 46">
            <a:extLst>
              <a:ext uri="{FF2B5EF4-FFF2-40B4-BE49-F238E27FC236}">
                <a16:creationId xmlns:a16="http://schemas.microsoft.com/office/drawing/2014/main" id="{39E32B39-6AC5-0838-5EBD-938E6EDB6E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D768947A-DFEB-4410-8382-29C970BC3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DD39817-1B8F-8CA6-2614-8C5CAA1B0D3D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A94D969-B6D6-EBA7-3D33-6CFDDDA6267E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6B79BFA-E869-FA9A-7C26-BA2FEF08ED5E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CD0D38C-54DF-27DD-8E23-1C985F2AAB7D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6150123-53DB-AFC7-DB29-26CD29963B4F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B88258B5-DFBC-5A68-A219-02FF4338C3F6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5E5DBF45-03B1-2A4A-5BD7-5E6F98616A9C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F8AA29F6-4178-660F-EDC2-0165A7BA80CE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0078450-3538-834D-297A-CFA63A1E3BDA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B6F1D00-2409-48B1-64AC-4B06C7679687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A86C9848-F2F9-66A0-CD20-67182DABF19D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60DAC7BB-BF36-B05F-1E62-6E09AE8EBCA2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31" name="Tabla_PRO_MENS_TA">
            <a:extLst>
              <a:ext uri="{FF2B5EF4-FFF2-40B4-BE49-F238E27FC236}">
                <a16:creationId xmlns:a16="http://schemas.microsoft.com/office/drawing/2014/main" id="{8DF07195-5978-4671-E6BE-2EA0E2347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947446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CFF322CB-4FA2-2EE4-E515-752F782AB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21" y="1499911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96F9D333-3181-53B1-7A4E-00EDABBE7490}"/>
              </a:ext>
            </a:extLst>
          </p:cNvPr>
          <p:cNvGrpSpPr/>
          <p:nvPr/>
        </p:nvGrpSpPr>
        <p:grpSpPr>
          <a:xfrm>
            <a:off x="0" y="161235"/>
            <a:ext cx="7505700" cy="1231900"/>
            <a:chOff x="0" y="161235"/>
            <a:chExt cx="7505700" cy="1231900"/>
          </a:xfrm>
        </p:grpSpPr>
        <p:pic>
          <p:nvPicPr>
            <p:cNvPr id="9" name="Imagen 32">
              <a:extLst>
                <a:ext uri="{FF2B5EF4-FFF2-40B4-BE49-F238E27FC236}">
                  <a16:creationId xmlns:a16="http://schemas.microsoft.com/office/drawing/2014/main" id="{C4B19C32-BDB7-CC08-B95A-B82351EF7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61235"/>
              <a:ext cx="7505700" cy="123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ítulo 2">
              <a:extLst>
                <a:ext uri="{FF2B5EF4-FFF2-40B4-BE49-F238E27FC236}">
                  <a16:creationId xmlns:a16="http://schemas.microsoft.com/office/drawing/2014/main" id="{98404452-7539-D9C7-C226-433A03FE4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5532" y="312763"/>
              <a:ext cx="5187378" cy="879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defTabSz="440532" eaLnBrk="1" fontAlgn="auto" hangingPunct="1"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ES" altLang="es-MX" sz="2718" b="1" dirty="0">
                  <a:solidFill>
                    <a:prstClr val="white"/>
                  </a:solidFill>
                  <a:latin typeface="Montserrat" panose="00000500000000000000" pitchFamily="2" charset="0"/>
                  <a:ea typeface="Verdana" panose="020B0604030504040204" pitchFamily="34" charset="0"/>
                  <a:cs typeface="+mn-cs"/>
                </a:rPr>
                <a:t>IPN Orden de importancia</a:t>
              </a:r>
            </a:p>
            <a:p>
              <a:pPr defTabSz="440532" eaLnBrk="1" fontAlgn="auto" hangingPunct="1"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ES" altLang="es-MX" sz="2400" dirty="0">
                  <a:solidFill>
                    <a:prstClr val="white"/>
                  </a:solidFill>
                  <a:latin typeface="Montserrat" panose="00000500000000000000" pitchFamily="2" charset="0"/>
                  <a:ea typeface="Verdana" panose="020B0604030504040204" pitchFamily="34" charset="0"/>
                  <a:cs typeface="+mn-cs"/>
                </a:rPr>
                <a:t>TV Azteca</a:t>
              </a:r>
            </a:p>
          </p:txBody>
        </p:sp>
        <p:pic>
          <p:nvPicPr>
            <p:cNvPr id="11" name="Imagen 3">
              <a:extLst>
                <a:ext uri="{FF2B5EF4-FFF2-40B4-BE49-F238E27FC236}">
                  <a16:creationId xmlns:a16="http://schemas.microsoft.com/office/drawing/2014/main" id="{9D77EFE5-3AEE-A563-0534-A2EF930FE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693" y="331098"/>
              <a:ext cx="968375" cy="892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5FDDB7-4BEC-5370-CDD3-C6F0DF9C9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13" name="Imagen 45">
            <a:extLst>
              <a:ext uri="{FF2B5EF4-FFF2-40B4-BE49-F238E27FC236}">
                <a16:creationId xmlns:a16="http://schemas.microsoft.com/office/drawing/2014/main" id="{2122EE06-7401-2237-BD6F-915E031EB042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B4D59FD2-C6CE-B662-96FC-5BF846D7B8CE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5" name="Cinta curvada hacia arriba 3">
              <a:extLst>
                <a:ext uri="{FF2B5EF4-FFF2-40B4-BE49-F238E27FC236}">
                  <a16:creationId xmlns:a16="http://schemas.microsoft.com/office/drawing/2014/main" id="{A1C0CA48-C2D8-283A-0590-18DA3ADC10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6" name="CuadroTexto 5">
              <a:extLst>
                <a:ext uri="{FF2B5EF4-FFF2-40B4-BE49-F238E27FC236}">
                  <a16:creationId xmlns:a16="http://schemas.microsoft.com/office/drawing/2014/main" id="{5DCBD630-CC32-B5B6-49C0-837952E3C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17" name="Elipse 16">
            <a:extLst>
              <a:ext uri="{FF2B5EF4-FFF2-40B4-BE49-F238E27FC236}">
                <a16:creationId xmlns:a16="http://schemas.microsoft.com/office/drawing/2014/main" id="{15719769-AA8B-24D6-4EF7-5F68F03F4232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F2CE3AD-1797-7C5D-66D8-68A422C54031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AB3A1779-8A19-865E-5A34-B3F677F90BF7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737F5897-A5A9-9523-6F8A-B899A597C6A5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BA9ED5F9-AB7B-6D6D-596C-618F1FB19861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5FBCB77A-8A21-96DC-09F8-A19A71351581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6C5E640-6AD9-AD47-66A3-3ED37E4B133C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2E89011-60CD-232F-B880-E1ED0451AF05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1D51314-C979-26D6-8A8F-187D29958D06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52BDA5F1-81E5-1F0B-BEDE-8B51E2BE0383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7CC05010-D4E8-635A-19B0-CBC21FE89A93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44161CE2-19B9-2B19-29B1-16463A29D9A8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29" name="Tabla_PAS_MENS_TA">
            <a:extLst>
              <a:ext uri="{FF2B5EF4-FFF2-40B4-BE49-F238E27FC236}">
                <a16:creationId xmlns:a16="http://schemas.microsoft.com/office/drawing/2014/main" id="{E1B1103F-F4AB-F787-50A7-C96077355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269328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BDB7777-28ED-CA2A-D0D8-153E421EC0A0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1AF8BB80-752F-8EB7-6CE3-AB377491E134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9" name="Cinta curvada hacia arriba 3">
              <a:extLst>
                <a:ext uri="{FF2B5EF4-FFF2-40B4-BE49-F238E27FC236}">
                  <a16:creationId xmlns:a16="http://schemas.microsoft.com/office/drawing/2014/main" id="{994CC727-2662-EE28-E20A-FCCD775E34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0" name="CuadroTexto 5">
              <a:extLst>
                <a:ext uri="{FF2B5EF4-FFF2-40B4-BE49-F238E27FC236}">
                  <a16:creationId xmlns:a16="http://schemas.microsoft.com/office/drawing/2014/main" id="{FC850588-FBDA-EAE9-F85F-28283DDE39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2A509F71-33C2-B134-7795-E767E8B3D67C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15709C0-D3F9-2C12-8B37-8AA5347A1844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B6B058D-A259-DEFA-CA95-DC98B2DB94AB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21C7F20-F00F-E64B-7B1D-CB74194BCE14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092A68F-B6DC-CEFB-E25B-4A8AD2A45273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F40F5DE-9B1B-4135-3ABF-90AE2BD75017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C7A9D7A-CCE8-29F1-325B-AB78D9229EA5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65258C5-5C4A-FB49-C238-304960FF8348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B57415B-03AB-3B24-81F2-E8532039B44D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34AE8A80-5C4B-212A-6038-23655C61E5CA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7BC421B8-EDCE-3FFE-CDBC-F5B345B5C442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01CD48DF-65C6-59F1-17F3-BD9334220B86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9FA622E-E94F-4A93-1CC3-EBAFD0DCE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25" name="Imagen 43">
            <a:hlinkClick r:id="rId4" action="ppaction://hlinksldjump"/>
            <a:extLst>
              <a:ext uri="{FF2B5EF4-FFF2-40B4-BE49-F238E27FC236}">
                <a16:creationId xmlns:a16="http://schemas.microsoft.com/office/drawing/2014/main" id="{2C95DB88-2936-7479-4638-BE261E4D94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21" y="1499911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E24458FB-B318-83EC-324D-E494AA6EF9F1}"/>
              </a:ext>
            </a:extLst>
          </p:cNvPr>
          <p:cNvGrpSpPr/>
          <p:nvPr/>
        </p:nvGrpSpPr>
        <p:grpSpPr>
          <a:xfrm>
            <a:off x="0" y="161235"/>
            <a:ext cx="7505700" cy="1231900"/>
            <a:chOff x="0" y="161235"/>
            <a:chExt cx="7505700" cy="1231900"/>
          </a:xfrm>
        </p:grpSpPr>
        <p:pic>
          <p:nvPicPr>
            <p:cNvPr id="27" name="Imagen 32">
              <a:extLst>
                <a:ext uri="{FF2B5EF4-FFF2-40B4-BE49-F238E27FC236}">
                  <a16:creationId xmlns:a16="http://schemas.microsoft.com/office/drawing/2014/main" id="{D21F83C4-739A-0D8F-3DAE-E000929C6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61235"/>
              <a:ext cx="7505700" cy="123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ítulo 2">
              <a:extLst>
                <a:ext uri="{FF2B5EF4-FFF2-40B4-BE49-F238E27FC236}">
                  <a16:creationId xmlns:a16="http://schemas.microsoft.com/office/drawing/2014/main" id="{D3C8024F-1053-29FA-3CDA-349500659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5532" y="312763"/>
              <a:ext cx="5187378" cy="879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defTabSz="440532" eaLnBrk="1" fontAlgn="auto" hangingPunct="1"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ES" altLang="es-MX" sz="2718" b="1" dirty="0">
                  <a:solidFill>
                    <a:prstClr val="white"/>
                  </a:solidFill>
                  <a:latin typeface="Montserrat" panose="00000500000000000000" pitchFamily="2" charset="0"/>
                  <a:ea typeface="Verdana" panose="020B0604030504040204" pitchFamily="34" charset="0"/>
                  <a:cs typeface="+mn-cs"/>
                </a:rPr>
                <a:t>IPN Orden de importancia</a:t>
              </a:r>
            </a:p>
            <a:p>
              <a:pPr defTabSz="440532" eaLnBrk="1" fontAlgn="auto" hangingPunct="1"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ES" altLang="es-MX" sz="2400" dirty="0">
                  <a:solidFill>
                    <a:prstClr val="white"/>
                  </a:solidFill>
                  <a:latin typeface="Montserrat" panose="00000500000000000000" pitchFamily="2" charset="0"/>
                  <a:ea typeface="Verdana" panose="020B0604030504040204" pitchFamily="34" charset="0"/>
                  <a:cs typeface="+mn-cs"/>
                </a:rPr>
                <a:t>TV Azteca</a:t>
              </a:r>
            </a:p>
          </p:txBody>
        </p:sp>
        <p:pic>
          <p:nvPicPr>
            <p:cNvPr id="29" name="Imagen 3">
              <a:extLst>
                <a:ext uri="{FF2B5EF4-FFF2-40B4-BE49-F238E27FC236}">
                  <a16:creationId xmlns:a16="http://schemas.microsoft.com/office/drawing/2014/main" id="{4C7FFB4B-6429-4C91-85CB-2CB5B8150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693" y="331098"/>
              <a:ext cx="968375" cy="892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3" name="Tabla_DET_MENS_TA">
            <a:extLst>
              <a:ext uri="{FF2B5EF4-FFF2-40B4-BE49-F238E27FC236}">
                <a16:creationId xmlns:a16="http://schemas.microsoft.com/office/drawing/2014/main" id="{CB849FE6-057C-7C0D-CFFC-C1583E4E3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909238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031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9_plantilla banco ">
  <a:themeElements>
    <a:clrScheme name="Banco Azteca 2">
      <a:dk1>
        <a:srgbClr val="015131"/>
      </a:dk1>
      <a:lt1>
        <a:srgbClr val="F8F7FF"/>
      </a:lt1>
      <a:dk2>
        <a:srgbClr val="646467"/>
      </a:dk2>
      <a:lt2>
        <a:srgbClr val="F5F5FD"/>
      </a:lt2>
      <a:accent1>
        <a:srgbClr val="015131"/>
      </a:accent1>
      <a:accent2>
        <a:srgbClr val="A21623"/>
      </a:accent2>
      <a:accent3>
        <a:srgbClr val="6C191F"/>
      </a:accent3>
      <a:accent4>
        <a:srgbClr val="36A320"/>
      </a:accent4>
      <a:accent5>
        <a:srgbClr val="E9442D"/>
      </a:accent5>
      <a:accent6>
        <a:srgbClr val="FF8C15"/>
      </a:accent6>
      <a:hlink>
        <a:srgbClr val="36A320"/>
      </a:hlink>
      <a:folHlink>
        <a:srgbClr val="BFC1C7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17608</TotalTime>
  <Words>375</Words>
  <Application>Microsoft Office PowerPoint</Application>
  <PresentationFormat>Personalizado</PresentationFormat>
  <Paragraphs>160</Paragraphs>
  <Slides>9</Slides>
  <Notes>6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9</vt:i4>
      </vt:variant>
    </vt:vector>
  </HeadingPairs>
  <TitlesOfParts>
    <vt:vector size="22" baseType="lpstr">
      <vt:lpstr>Arial</vt:lpstr>
      <vt:lpstr>Avenir Next lt pro bold</vt:lpstr>
      <vt:lpstr>Avenir Next lt pro medium</vt:lpstr>
      <vt:lpstr>Calibri</vt:lpstr>
      <vt:lpstr>Kanit</vt:lpstr>
      <vt:lpstr>Montserrat</vt:lpstr>
      <vt:lpstr>Muller thin</vt:lpstr>
      <vt:lpstr>Verdana</vt:lpstr>
      <vt:lpstr>1_Diseño personalizado</vt:lpstr>
      <vt:lpstr>9_plantilla banco </vt:lpstr>
      <vt:lpstr>Diseño personalizado</vt:lpstr>
      <vt:lpstr>2_Diseño personalizado</vt:lpstr>
      <vt:lpstr>3_Diseño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Yaira Sánchez</dc:creator>
  <cp:lastModifiedBy>Jesus Noel De Jesus Guerrero</cp:lastModifiedBy>
  <cp:revision>329</cp:revision>
  <dcterms:created xsi:type="dcterms:W3CDTF">2020-12-21T23:47:59Z</dcterms:created>
  <dcterms:modified xsi:type="dcterms:W3CDTF">2026-10-05T22:26:04Z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2023-04-28T16:49:57Z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5252378e-02ba-4c61-9856-2a4ac1e62115</vt:lpwstr>
  </property>
  <property fmtid="{D5CDD505-2E9C-101B-9397-08002B2CF9AE}" pid="8" name="MSIP_Label_8ae3a633-3d5f-462b-ba19-31157bb9a57b_ContentBits">
    <vt:lpwstr>0</vt:lpwstr>
  </property>
</Properties>
</file>