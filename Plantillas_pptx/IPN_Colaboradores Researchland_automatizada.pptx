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1"/>
  </p:notesMasterIdLst>
  <p:sldIdLst>
    <p:sldId id="837" r:id="rId2"/>
    <p:sldId id="839" r:id="rId3"/>
    <p:sldId id="858" r:id="rId4"/>
    <p:sldId id="862" r:id="rId5"/>
    <p:sldId id="850" r:id="rId6"/>
    <p:sldId id="844" r:id="rId7"/>
    <p:sldId id="285" r:id="rId8"/>
    <p:sldId id="845" r:id="rId9"/>
    <p:sldId id="846" r:id="rId10"/>
  </p:sldIdLst>
  <p:sldSz cx="14400213" cy="8135938"/>
  <p:notesSz cx="6858000" cy="9144000"/>
  <p:defaultTextStyle>
    <a:defPPr>
      <a:defRPr lang="es-MX"/>
    </a:defPPr>
    <a:lvl1pPr marL="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1pPr>
    <a:lvl2pPr marL="53850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2pPr>
    <a:lvl3pPr marL="107701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3pPr>
    <a:lvl4pPr marL="161551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4pPr>
    <a:lvl5pPr marL="2154019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5pPr>
    <a:lvl6pPr marL="2692524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6pPr>
    <a:lvl7pPr marL="3231029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7pPr>
    <a:lvl8pPr marL="376953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8pPr>
    <a:lvl9pPr marL="430804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096"/>
    <a:srgbClr val="FD4F58"/>
    <a:srgbClr val="FEE912"/>
    <a:srgbClr val="7030A0"/>
    <a:srgbClr val="360086"/>
    <a:srgbClr val="D1DCF3"/>
    <a:srgbClr val="5800DA"/>
    <a:srgbClr val="E6E6E6"/>
    <a:srgbClr val="00642D"/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67864-612A-4D02-B749-72785961023C}" v="6" dt="2025-05-15T23:24:43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60"/>
  </p:normalViewPr>
  <p:slideViewPr>
    <p:cSldViewPr snapToGrid="0">
      <p:cViewPr varScale="1">
        <p:scale>
          <a:sx n="91" d="100"/>
          <a:sy n="91" d="100"/>
        </p:scale>
        <p:origin x="924" y="78"/>
      </p:cViewPr>
      <p:guideLst>
        <p:guide orient="horz" pos="2563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lejandro Elizarraras Moreno" userId="2ef3c0b1-acdf-4fc9-bb9a-a89b551e7f4e" providerId="ADAL" clId="{1C667864-612A-4D02-B749-72785961023C}"/>
    <pc:docChg chg="modSld">
      <pc:chgData name="Kevin Alejandro Elizarraras Moreno" userId="2ef3c0b1-acdf-4fc9-bb9a-a89b551e7f4e" providerId="ADAL" clId="{1C667864-612A-4D02-B749-72785961023C}" dt="2025-05-16T00:02:18.137" v="51" actId="113"/>
      <pc:docMkLst>
        <pc:docMk/>
      </pc:docMkLst>
      <pc:sldChg chg="modSp mod">
        <pc:chgData name="Kevin Alejandro Elizarraras Moreno" userId="2ef3c0b1-acdf-4fc9-bb9a-a89b551e7f4e" providerId="ADAL" clId="{1C667864-612A-4D02-B749-72785961023C}" dt="2025-05-16T00:02:18.137" v="51" actId="113"/>
        <pc:sldMkLst>
          <pc:docMk/>
          <pc:sldMk cId="2913851898" sldId="843"/>
        </pc:sldMkLst>
        <pc:graphicFrameChg chg="mod modGraphic">
          <ac:chgData name="Kevin Alejandro Elizarraras Moreno" userId="2ef3c0b1-acdf-4fc9-bb9a-a89b551e7f4e" providerId="ADAL" clId="{1C667864-612A-4D02-B749-72785961023C}" dt="2025-05-16T00:02:18.137" v="51" actId="113"/>
          <ac:graphicFrameMkLst>
            <pc:docMk/>
            <pc:sldMk cId="2913851898" sldId="843"/>
            <ac:graphicFrameMk id="7" creationId="{2AE13E4E-F2DA-6640-872C-A4347C08E4C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 det 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B581-4734-99A7-29D532215BC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B581-4734-99A7-29D532215BCA}"/>
              </c:ext>
            </c:extLst>
          </c:dPt>
          <c:dLbls>
            <c:dLbl>
              <c:idx val="0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B31-4268-8EE2-17B469D836AA}"/>
                </c:ext>
              </c:extLst>
            </c:dLbl>
            <c:dLbl>
              <c:idx val="1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31-4268-8EE2-17B469D836AA}"/>
                </c:ext>
              </c:extLst>
            </c:dLbl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Hoja1!$B$2:$B$17</c:f>
              <c:numCache>
                <c:formatCode>0.0%</c:formatCode>
                <c:ptCount val="16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  <c:pt idx="9">
                  <c:v>0.33</c:v>
                </c:pt>
                <c:pt idx="10">
                  <c:v>0.33</c:v>
                </c:pt>
                <c:pt idx="11">
                  <c:v>0.33</c:v>
                </c:pt>
                <c:pt idx="12">
                  <c:v>0.33</c:v>
                </c:pt>
                <c:pt idx="13">
                  <c:v>0.33</c:v>
                </c:pt>
                <c:pt idx="14">
                  <c:v>0.33</c:v>
                </c:pt>
                <c:pt idx="15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 pas 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4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/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5B31-4268-8EE2-17B469D836AA}"/>
                </c:ext>
              </c:extLst>
            </c:dLbl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Hoja1!$C$2:$C$17</c:f>
              <c:numCache>
                <c:formatCode>0.0%</c:formatCode>
                <c:ptCount val="16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  <c:pt idx="9">
                  <c:v>0.33</c:v>
                </c:pt>
                <c:pt idx="10">
                  <c:v>0.33</c:v>
                </c:pt>
                <c:pt idx="11">
                  <c:v>0.33</c:v>
                </c:pt>
                <c:pt idx="12">
                  <c:v>0.33</c:v>
                </c:pt>
                <c:pt idx="13">
                  <c:v>0.33</c:v>
                </c:pt>
                <c:pt idx="14">
                  <c:v>0.33</c:v>
                </c:pt>
                <c:pt idx="15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 pro 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915-43FF-9F28-A71DCD21181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C915-43FF-9F28-A71DCD21181B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42D1-4421-AA76-26BDB51938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Hoja1!$D$2:$D$17</c:f>
              <c:numCache>
                <c:formatCode>0.0%</c:formatCode>
                <c:ptCount val="16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  <c:pt idx="9">
                  <c:v>0.33</c:v>
                </c:pt>
                <c:pt idx="10">
                  <c:v>0.33</c:v>
                </c:pt>
                <c:pt idx="11">
                  <c:v>0.33</c:v>
                </c:pt>
                <c:pt idx="12">
                  <c:v>0.33</c:v>
                </c:pt>
                <c:pt idx="13">
                  <c:v>0.33</c:v>
                </c:pt>
                <c:pt idx="14">
                  <c:v>0.33</c:v>
                </c:pt>
                <c:pt idx="15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95-4B99-A64C-03FD42ECACDA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395-4B99-A64C-03FD42ECACDA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95-4B99-A64C-03FD42ECACDA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95-4B99-A64C-03FD42ECA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3200225096975307"/>
          <c:y val="0"/>
          <c:w val="0.55453113785765062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 det 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97B7-4182-A4D4-AE05754D024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7590-42B7-B64B-C894C6F3EBF9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5B31-4268-8EE2-17B469D836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Hoja1!$A$2:$A$10</c:f>
              <c:strCache>
                <c:ptCount val="9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Procesamiento de Datos y Calidad - Omar Mata Lemus</c:v>
                </c:pt>
                <c:pt idx="3">
                  <c:v>Landers - Roberto Ramirez Contreras</c:v>
                </c:pt>
                <c:pt idx="4">
                  <c:v>Inteligencia de Negocios - Giovanni Sanabria Perez Moreno</c:v>
                </c:pt>
                <c:pt idx="5">
                  <c:v>Sin Etiqueta</c:v>
                </c:pt>
                <c:pt idx="6">
                  <c:v>Satisfacción y Asuntos Públicos - Jimena Duran Gutierrez</c:v>
                </c:pt>
                <c:pt idx="7">
                  <c:v>Ciencia de Datos - Pablo Fernando Tavera Esparza</c:v>
                </c:pt>
                <c:pt idx="8">
                  <c:v>Comercial - Sergio Castillo Gutierrez</c:v>
                </c:pt>
              </c:strCache>
            </c:strRef>
          </c:cat>
          <c:val>
            <c:numRef>
              <c:f>Hoja1!$B$2:$B$10</c:f>
              <c:numCache>
                <c:formatCode>0.0%</c:formatCode>
                <c:ptCount val="9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 pas 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/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Hoja1!$A$2:$A$10</c:f>
              <c:strCache>
                <c:ptCount val="9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Procesamiento de Datos y Calidad - Omar Mata Lemus</c:v>
                </c:pt>
                <c:pt idx="3">
                  <c:v>Landers - Roberto Ramirez Contreras</c:v>
                </c:pt>
                <c:pt idx="4">
                  <c:v>Inteligencia de Negocios - Giovanni Sanabria Perez Moreno</c:v>
                </c:pt>
                <c:pt idx="5">
                  <c:v>Sin Etiqueta</c:v>
                </c:pt>
                <c:pt idx="6">
                  <c:v>Satisfacción y Asuntos Públicos - Jimena Duran Gutierrez</c:v>
                </c:pt>
                <c:pt idx="7">
                  <c:v>Ciencia de Datos - Pablo Fernando Tavera Esparza</c:v>
                </c:pt>
                <c:pt idx="8">
                  <c:v>Comercial - Sergio Castillo Gutierrez</c:v>
                </c:pt>
              </c:strCache>
            </c:strRef>
          </c:cat>
          <c:val>
            <c:numRef>
              <c:f>Hoja1!$C$2:$C$10</c:f>
              <c:numCache>
                <c:formatCode>0.0%</c:formatCode>
                <c:ptCount val="9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 pro 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95E-4368-9CBF-B292162DED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95E-4368-9CBF-B292162DEDF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95E-4368-9CBF-B292162DEDF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95E-4368-9CBF-B292162DEDFF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E-695E-4368-9CBF-B292162DEDFF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A-37A0-44BB-B63E-92A6C938D3F9}"/>
              </c:ext>
            </c:extLst>
          </c:dPt>
          <c:dPt>
            <c:idx val="9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Hoja1!$A$2:$A$10</c:f>
              <c:strCache>
                <c:ptCount val="9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Procesamiento de Datos y Calidad - Omar Mata Lemus</c:v>
                </c:pt>
                <c:pt idx="3">
                  <c:v>Landers - Roberto Ramirez Contreras</c:v>
                </c:pt>
                <c:pt idx="4">
                  <c:v>Inteligencia de Negocios - Giovanni Sanabria Perez Moreno</c:v>
                </c:pt>
                <c:pt idx="5">
                  <c:v>Sin Etiqueta</c:v>
                </c:pt>
                <c:pt idx="6">
                  <c:v>Satisfacción y Asuntos Públicos - Jimena Duran Gutierrez</c:v>
                </c:pt>
                <c:pt idx="7">
                  <c:v>Ciencia de Datos - Pablo Fernando Tavera Esparza</c:v>
                </c:pt>
                <c:pt idx="8">
                  <c:v>Comercial - Sergio Castillo Gutierrez</c:v>
                </c:pt>
              </c:strCache>
            </c:strRef>
          </c:cat>
          <c:val>
            <c:numRef>
              <c:f>Hoja1!$D$2:$D$10</c:f>
              <c:numCache>
                <c:formatCode>0.0%</c:formatCode>
                <c:ptCount val="9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0.33</c:v>
                </c:pt>
                <c:pt idx="7">
                  <c:v>0.33</c:v>
                </c:pt>
                <c:pt idx="8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10-4B93-B89B-B07BDE4BBE5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10-4B93-B89B-B07BDE4BBE5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10-4B93-B89B-B07BDE4BBE5D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0.55800000000000005</c:v>
                </c:pt>
                <c:pt idx="1">
                  <c:v>0.32500000000000001</c:v>
                </c:pt>
                <c:pt idx="2">
                  <c:v>0.11700000000000001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10-4B93-B89B-B07BDE4BB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8000529742635791"/>
          <c:y val="0"/>
          <c:w val="0.6199947025736420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 det 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50B-4F1C-A97E-923F2275E90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A-7590-42B7-B64B-C894C6F3EB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Customer Insight - Alicia Sarkis Saad</c:v>
                </c:pt>
                <c:pt idx="1">
                  <c:v>Cuantitativo - Karla Infante Olvera</c:v>
                </c:pt>
                <c:pt idx="2">
                  <c:v>Cualitativos - Cristina Nieto Bernal</c:v>
                </c:pt>
                <c:pt idx="3">
                  <c:v>Mistery Shopper - Paula Avila Duran</c:v>
                </c:pt>
                <c:pt idx="4">
                  <c:v>Sin Etiqueta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 pas 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B31-4268-8EE2-17B469D836A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B31-4268-8EE2-17B469D836AA}"/>
                </c:ext>
              </c:extLst>
            </c:dLbl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1100" b="1"/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Customer Insight - Alicia Sarkis Saad</c:v>
                </c:pt>
                <c:pt idx="1">
                  <c:v>Cuantitativo - Karla Infante Olvera</c:v>
                </c:pt>
                <c:pt idx="2">
                  <c:v>Cualitativos - Cristina Nieto Bernal</c:v>
                </c:pt>
                <c:pt idx="3">
                  <c:v>Mistery Shopper - Paula Avila Duran</c:v>
                </c:pt>
                <c:pt idx="4">
                  <c:v>Sin Etiqueta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 pro 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95E-4368-9CBF-B292162DED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95E-4368-9CBF-B292162DEDF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695E-4368-9CBF-B292162DEDF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D-695E-4368-9CBF-B292162DEDF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695E-4368-9CBF-B292162DEDF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Customer Insight - Alicia Sarkis Saad</c:v>
                </c:pt>
                <c:pt idx="1">
                  <c:v>Cuantitativo - Karla Infante Olvera</c:v>
                </c:pt>
                <c:pt idx="2">
                  <c:v>Cualitativos - Cristina Nieto Bernal</c:v>
                </c:pt>
                <c:pt idx="3">
                  <c:v>Mistery Shopper - Paula Avila Duran</c:v>
                </c:pt>
                <c:pt idx="4">
                  <c:v>Sin Etiqueta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E61-4DD3-8BF1-324BDD8B510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E61-4DD3-8BF1-324BDD8B510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E61-4DD3-8BF1-324BDD8B510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0.47799999999999998</c:v>
                </c:pt>
                <c:pt idx="1">
                  <c:v>0.435</c:v>
                </c:pt>
                <c:pt idx="2">
                  <c:v>8.6999999999999994E-2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61-4DD3-8BF1-324BDD8B5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548344964103862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IPN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22225">
                <a:solidFill>
                  <a:srgbClr val="7030A0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4.0294411987831111E-2"/>
                  <c:y val="2.03204131061278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C38-455A-9924-FE84BF24EB91}"/>
                </c:ext>
              </c:extLst>
            </c:dLbl>
            <c:dLbl>
              <c:idx val="4"/>
              <c:layout>
                <c:manualLayout>
                  <c:x val="-1.8931456427910574E-2"/>
                  <c:y val="2.49890681787226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C38-455A-9924-FE84BF24EB91}"/>
                </c:ext>
              </c:extLst>
            </c:dLbl>
            <c:dLbl>
              <c:idx val="5"/>
              <c:layout>
                <c:manualLayout>
                  <c:x val="-3.9757577955813014E-2"/>
                  <c:y val="1.79860855698304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C38-455A-9924-FE84BF24EB91}"/>
                </c:ext>
              </c:extLst>
            </c:dLbl>
            <c:dLbl>
              <c:idx val="6"/>
              <c:layout>
                <c:manualLayout>
                  <c:x val="-3.4668744238469495E-2"/>
                  <c:y val="2.4989068178722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C38-455A-9924-FE84BF24EB91}"/>
                </c:ext>
              </c:extLst>
            </c:dLbl>
            <c:dLbl>
              <c:idx val="7"/>
              <c:layout>
                <c:manualLayout>
                  <c:x val="-3.8069019872907207E-2"/>
                  <c:y val="2.4989068178722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C38-455A-9924-FE84BF24EB91}"/>
                </c:ext>
              </c:extLst>
            </c:dLbl>
            <c:dLbl>
              <c:idx val="9"/>
              <c:layout>
                <c:manualLayout>
                  <c:x val="-6.6092589594977769E-2"/>
                  <c:y val="1.79860855698304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C38-455A-9924-FE84BF24EB91}"/>
                </c:ext>
              </c:extLst>
            </c:dLbl>
            <c:dLbl>
              <c:idx val="10"/>
              <c:layout>
                <c:manualLayout>
                  <c:x val="-9.7277120442348305E-3"/>
                  <c:y val="-2.40318100835229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0.36399999999999999</c:v>
                </c:pt>
                <c:pt idx="1">
                  <c:v>0.317</c:v>
                </c:pt>
                <c:pt idx="2">
                  <c:v>0.5</c:v>
                </c:pt>
                <c:pt idx="3">
                  <c:v>0.45800000000000002</c:v>
                </c:pt>
                <c:pt idx="4">
                  <c:v>0.65200000000000002</c:v>
                </c:pt>
                <c:pt idx="5">
                  <c:v>0.66700000000000004</c:v>
                </c:pt>
                <c:pt idx="6">
                  <c:v>0.67300000000000004</c:v>
                </c:pt>
                <c:pt idx="7">
                  <c:v>0.58699999999999997</c:v>
                </c:pt>
                <c:pt idx="8">
                  <c:v>0.65600000000000003</c:v>
                </c:pt>
                <c:pt idx="9">
                  <c:v>0.55000000000000004</c:v>
                </c:pt>
                <c:pt idx="10">
                  <c:v>0.35</c:v>
                </c:pt>
                <c:pt idx="11">
                  <c:v>0.33900000000000002</c:v>
                </c:pt>
                <c:pt idx="12">
                  <c:v>0.433</c:v>
                </c:pt>
                <c:pt idx="13">
                  <c:v>0.435</c:v>
                </c:pt>
                <c:pt idx="14">
                  <c:v>0.50600000000000001</c:v>
                </c:pt>
                <c:pt idx="15">
                  <c:v>0.46200000000000002</c:v>
                </c:pt>
                <c:pt idx="16">
                  <c:v>0.442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38-455A-9924-FE84BF24EB9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Promotores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00B050"/>
              </a:solidFill>
              <a:ln w="9525">
                <a:solidFill>
                  <a:srgbClr val="00B050"/>
                </a:solidFill>
                <a:prstDash val="soli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0.54500000000000004</c:v>
                </c:pt>
                <c:pt idx="1">
                  <c:v>0.51200000000000001</c:v>
                </c:pt>
                <c:pt idx="2">
                  <c:v>0.60899999999999999</c:v>
                </c:pt>
                <c:pt idx="3">
                  <c:v>0.60399999999999998</c:v>
                </c:pt>
                <c:pt idx="4">
                  <c:v>0.67400000000000004</c:v>
                </c:pt>
                <c:pt idx="5">
                  <c:v>0.69</c:v>
                </c:pt>
                <c:pt idx="6">
                  <c:v>0.70899999999999996</c:v>
                </c:pt>
                <c:pt idx="7">
                  <c:v>0.66700000000000004</c:v>
                </c:pt>
                <c:pt idx="8">
                  <c:v>0.73399999999999999</c:v>
                </c:pt>
                <c:pt idx="9">
                  <c:v>0.61699999999999999</c:v>
                </c:pt>
                <c:pt idx="10">
                  <c:v>0.5</c:v>
                </c:pt>
                <c:pt idx="11">
                  <c:v>0.49199999999999999</c:v>
                </c:pt>
                <c:pt idx="12">
                  <c:v>0.58299999999999996</c:v>
                </c:pt>
                <c:pt idx="13">
                  <c:v>0.54799999999999993</c:v>
                </c:pt>
                <c:pt idx="14">
                  <c:v>0.60799999999999998</c:v>
                </c:pt>
                <c:pt idx="15">
                  <c:v>0.58799999999999997</c:v>
                </c:pt>
                <c:pt idx="16">
                  <c:v>0.55800000000000005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38-455A-9924-FE84BF24EB9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Pasivos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dLbl>
              <c:idx val="9"/>
              <c:layout>
                <c:manualLayout>
                  <c:x val="-4.480744494816629E-2"/>
                  <c:y val="-2.73232119097023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C38-455A-9924-FE84BF24EB9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0.27300000000000002</c:v>
                </c:pt>
                <c:pt idx="1">
                  <c:v>0.29299999999999998</c:v>
                </c:pt>
                <c:pt idx="2">
                  <c:v>0.28299999999999997</c:v>
                </c:pt>
                <c:pt idx="3">
                  <c:v>0.25</c:v>
                </c:pt>
                <c:pt idx="4">
                  <c:v>0.30399999999999999</c:v>
                </c:pt>
                <c:pt idx="5">
                  <c:v>0.28599999999999998</c:v>
                </c:pt>
                <c:pt idx="6">
                  <c:v>0.255</c:v>
                </c:pt>
                <c:pt idx="7">
                  <c:v>0.254</c:v>
                </c:pt>
                <c:pt idx="8">
                  <c:v>0.188</c:v>
                </c:pt>
                <c:pt idx="9">
                  <c:v>0.317</c:v>
                </c:pt>
                <c:pt idx="10">
                  <c:v>0.35</c:v>
                </c:pt>
                <c:pt idx="11">
                  <c:v>0.35599999999999998</c:v>
                </c:pt>
                <c:pt idx="12">
                  <c:v>0.26700000000000002</c:v>
                </c:pt>
                <c:pt idx="13">
                  <c:v>0.33899999999999997</c:v>
                </c:pt>
                <c:pt idx="14">
                  <c:v>0.29099999999999998</c:v>
                </c:pt>
                <c:pt idx="15">
                  <c:v>0.28699999999999998</c:v>
                </c:pt>
                <c:pt idx="16">
                  <c:v>0.32500000000000001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38-455A-9924-FE84BF24EB91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Detractores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4177148368501211E-2"/>
                  <c:y val="3.57036315703277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C38-455A-9924-FE84BF24EB91}"/>
                </c:ext>
              </c:extLst>
            </c:dLbl>
            <c:dLbl>
              <c:idx val="4"/>
              <c:layout>
                <c:manualLayout>
                  <c:x val="-3.6621736889075579E-2"/>
                  <c:y val="-2.26545568371075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C38-455A-9924-FE84BF24EB91}"/>
                </c:ext>
              </c:extLst>
            </c:dLbl>
            <c:dLbl>
              <c:idx val="5"/>
              <c:layout>
                <c:manualLayout>
                  <c:x val="-4.3710372341761651E-2"/>
                  <c:y val="-2.03202293008100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C38-455A-9924-FE84BF24EB91}"/>
                </c:ext>
              </c:extLst>
            </c:dLbl>
            <c:dLbl>
              <c:idx val="6"/>
              <c:layout>
                <c:manualLayout>
                  <c:x val="-4.3188977955494361E-2"/>
                  <c:y val="-3.1991866982297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C38-455A-9924-FE84BF24EB91}"/>
                </c:ext>
              </c:extLst>
            </c:dLbl>
            <c:dLbl>
              <c:idx val="10"/>
              <c:layout>
                <c:manualLayout>
                  <c:x val="-2.2512106336516392E-2"/>
                  <c:y val="-2.73232119097022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Hoja1!$E$2:$E$18</c:f>
              <c:numCache>
                <c:formatCode>0.0%</c:formatCode>
                <c:ptCount val="17"/>
                <c:pt idx="0">
                  <c:v>0.182</c:v>
                </c:pt>
                <c:pt idx="1">
                  <c:v>0.19500000000000001</c:v>
                </c:pt>
                <c:pt idx="2">
                  <c:v>0.109</c:v>
                </c:pt>
                <c:pt idx="3">
                  <c:v>0.14599999999999999</c:v>
                </c:pt>
                <c:pt idx="4">
                  <c:v>2.1999999999999999E-2</c:v>
                </c:pt>
                <c:pt idx="5">
                  <c:v>2.4E-2</c:v>
                </c:pt>
                <c:pt idx="6">
                  <c:v>3.5999999999999997E-2</c:v>
                </c:pt>
                <c:pt idx="7">
                  <c:v>7.9000000000000001E-2</c:v>
                </c:pt>
                <c:pt idx="8">
                  <c:v>7.8E-2</c:v>
                </c:pt>
                <c:pt idx="9">
                  <c:v>6.7000000000000004E-2</c:v>
                </c:pt>
                <c:pt idx="10">
                  <c:v>0.15</c:v>
                </c:pt>
                <c:pt idx="11">
                  <c:v>0.153</c:v>
                </c:pt>
                <c:pt idx="12">
                  <c:v>0.15</c:v>
                </c:pt>
                <c:pt idx="13">
                  <c:v>0.113</c:v>
                </c:pt>
                <c:pt idx="14">
                  <c:v>0.10100000000000001</c:v>
                </c:pt>
                <c:pt idx="15">
                  <c:v>0.125</c:v>
                </c:pt>
                <c:pt idx="16">
                  <c:v>0.11700000000000001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C38-455A-9924-FE84BF24E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053359"/>
        <c:axId val="1104052399"/>
      </c:lineChart>
      <c:catAx>
        <c:axId val="110405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s-MX"/>
          </a:p>
        </c:txPr>
        <c:crossAx val="1104052399"/>
        <c:crosses val="autoZero"/>
        <c:auto val="1"/>
        <c:lblAlgn val="ctr"/>
        <c:lblOffset val="100"/>
        <c:noMultiLvlLbl val="0"/>
      </c:catAx>
      <c:valAx>
        <c:axId val="1104052399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040533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42C5E-06A3-4F95-B26A-C7C5C507386D}" type="datetimeFigureOut">
              <a:rPr lang="es-MX" smtClean="0"/>
              <a:pPr/>
              <a:t>05/10/2026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85800"/>
            <a:ext cx="6067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A6188-9C7D-4ACB-9B5E-CC4E5CD048F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1pPr>
    <a:lvl2pPr marL="515859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2pPr>
    <a:lvl3pPr marL="1031718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3pPr>
    <a:lvl4pPr marL="1547576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4pPr>
    <a:lvl5pPr marL="2063435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5pPr>
    <a:lvl6pPr marL="2579294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6pPr>
    <a:lvl7pPr marL="3095153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7pPr>
    <a:lvl8pPr marL="3611011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8pPr>
    <a:lvl9pPr marL="4126870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4A3B2-8603-91AF-F5E6-8A515C0F68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977692" y="-1084791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5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839" y="0"/>
            <a:ext cx="8891381" cy="8135938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7925" h="6858000">
                <a:moveTo>
                  <a:pt x="1993392" y="0"/>
                </a:moveTo>
                <a:lnTo>
                  <a:pt x="7527925" y="0"/>
                </a:lnTo>
                <a:lnTo>
                  <a:pt x="7527925" y="6858000"/>
                </a:lnTo>
                <a:lnTo>
                  <a:pt x="0" y="6858000"/>
                </a:lnTo>
                <a:lnTo>
                  <a:pt x="1993392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042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3632" y="-10846"/>
            <a:ext cx="8826581" cy="8146786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061" h="6867144">
                <a:moveTo>
                  <a:pt x="0" y="0"/>
                </a:moveTo>
                <a:lnTo>
                  <a:pt x="7473061" y="9144"/>
                </a:lnTo>
                <a:lnTo>
                  <a:pt x="7473061" y="6867144"/>
                </a:lnTo>
                <a:lnTo>
                  <a:pt x="20848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1761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DF26197-19E0-479C-4CA1-E8811C47C5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1ECCEC4-7EDF-590E-155C-08122F14D135}"/>
              </a:ext>
            </a:extLst>
          </p:cNvPr>
          <p:cNvSpPr/>
          <p:nvPr userDrawn="1"/>
        </p:nvSpPr>
        <p:spPr>
          <a:xfrm>
            <a:off x="11135360" y="7203440"/>
            <a:ext cx="2936240" cy="770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95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97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4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9" y="1898394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631604-8B21-7E64-D890-60C8F0F2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F7F7B70-6A16-4639-BCE2-FA8D6CA9A7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BCBF10-701F-DC05-BB8C-687228BD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DACD5-A2A9-35B8-B351-3CB52A88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742CC-B160-4A81-A688-4992F1190A2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2053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8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25" r:id="rId4"/>
    <p:sldLayoutId id="2147483710" r:id="rId5"/>
    <p:sldLayoutId id="2147483726" r:id="rId6"/>
  </p:sldLayoutIdLst>
  <p:txStyles>
    <p:titleStyle>
      <a:lvl1pPr algn="l" defTabSz="92800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000" indent="-232000" algn="l" defTabSz="928001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6000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0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24000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8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52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002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80002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44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4000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8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2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6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0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84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48002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12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" Target="slide4.xml"/><Relationship Id="rId7" Type="http://schemas.openxmlformats.org/officeDocument/2006/relationships/image" Target="../media/image12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chart" Target="../charts/chart2.xml"/><Relationship Id="rId4" Type="http://schemas.openxmlformats.org/officeDocument/2006/relationships/image" Target="../media/image14.emf"/><Relationship Id="rId9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5.png"/><Relationship Id="rId7" Type="http://schemas.openxmlformats.org/officeDocument/2006/relationships/chart" Target="../charts/chart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slide" Target="slide3.xml"/><Relationship Id="rId10" Type="http://schemas.openxmlformats.org/officeDocument/2006/relationships/chart" Target="../charts/chart4.xml"/><Relationship Id="rId4" Type="http://schemas.openxmlformats.org/officeDocument/2006/relationships/image" Target="../media/image12.emf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2.emf"/><Relationship Id="rId7" Type="http://schemas.openxmlformats.org/officeDocument/2006/relationships/image" Target="../media/image15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2.emf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2.emf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2.emf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1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2.emf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13">
            <a:extLst>
              <a:ext uri="{FF2B5EF4-FFF2-40B4-BE49-F238E27FC236}">
                <a16:creationId xmlns:a16="http://schemas.microsoft.com/office/drawing/2014/main" id="{8762C054-DB0D-CF36-8675-F89CFF72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486" y="5274045"/>
            <a:ext cx="6592398" cy="73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defTabSz="954517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IPN COLABORADORES</a:t>
            </a:r>
          </a:p>
        </p:txBody>
      </p:sp>
      <p:pic>
        <p:nvPicPr>
          <p:cNvPr id="5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529C3AED-F0F8-887A-7665-9D3ECFBD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r="17107"/>
          <a:stretch>
            <a:fillRect/>
          </a:stretch>
        </p:blipFill>
        <p:spPr>
          <a:xfrm>
            <a:off x="5801001" y="511781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  <p:sp>
        <p:nvSpPr>
          <p:cNvPr id="6" name="CuadroTexto 23">
            <a:extLst>
              <a:ext uri="{FF2B5EF4-FFF2-40B4-BE49-F238E27FC236}">
                <a16:creationId xmlns:a16="http://schemas.microsoft.com/office/drawing/2014/main" id="{D8974103-5597-04D7-9A45-5FDC0F8DAE81}"/>
              </a:ext>
            </a:extLst>
          </p:cNvPr>
          <p:cNvSpPr txBox="1"/>
          <p:nvPr/>
        </p:nvSpPr>
        <p:spPr>
          <a:xfrm>
            <a:off x="1033300" y="3390863"/>
            <a:ext cx="6692771" cy="135421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54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 </a:t>
            </a:r>
          </a:p>
          <a:p>
            <a:pPr algn="ctr" defTabSz="914354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1Q 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C028D3-450C-4744-8FDB-2AB1C48C0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71" y="6662785"/>
            <a:ext cx="5103628" cy="7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E4D4F86-1BC9-A5F2-F4A5-585E48054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1708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</a:t>
                      </a:r>
                      <a:r>
                        <a:rPr lang="es-MX" sz="1400" dirty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Researchland</a:t>
                      </a: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77 respondieron la encuesta (100%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52" name="Imagen 21">
            <a:extLst>
              <a:ext uri="{FF2B5EF4-FFF2-40B4-BE49-F238E27FC236}">
                <a16:creationId xmlns:a16="http://schemas.microsoft.com/office/drawing/2014/main" id="{DD068A0F-8670-C786-E094-90619546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Imagen 6">
            <a:extLst>
              <a:ext uri="{FF2B5EF4-FFF2-40B4-BE49-F238E27FC236}">
                <a16:creationId xmlns:a16="http://schemas.microsoft.com/office/drawing/2014/main" id="{7DB95018-38FD-085E-F834-74F4D2BB8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Imagen 3">
            <a:extLst>
              <a:ext uri="{FF2B5EF4-FFF2-40B4-BE49-F238E27FC236}">
                <a16:creationId xmlns:a16="http://schemas.microsoft.com/office/drawing/2014/main" id="{EFDE67FA-FA3F-AD93-A68E-805FDF5B1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F644754C-0E35-C5F2-B429-051FBE6F8FBE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3" name="Imagen 28">
              <a:extLst>
                <a:ext uri="{FF2B5EF4-FFF2-40B4-BE49-F238E27FC236}">
                  <a16:creationId xmlns:a16="http://schemas.microsoft.com/office/drawing/2014/main" id="{49EE3871-C069-85DE-ECA8-652AE9976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ítulo 2">
              <a:extLst>
                <a:ext uri="{FF2B5EF4-FFF2-40B4-BE49-F238E27FC236}">
                  <a16:creationId xmlns:a16="http://schemas.microsoft.com/office/drawing/2014/main" id="{BEC719DC-43F6-9D0B-D7DA-EAD4B5FC7F2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42" name="Imagen 4">
              <a:extLst>
                <a:ext uri="{FF2B5EF4-FFF2-40B4-BE49-F238E27FC236}">
                  <a16:creationId xmlns:a16="http://schemas.microsoft.com/office/drawing/2014/main" id="{3B1419F7-B2C1-6B6F-8C1F-F030BE31E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35086666-715E-AD9F-416D-F3F7629D4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AADFC55-2DF4-390A-D823-7FD27175B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95209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DAC51CC0-53D7-1ED2-5EFD-CAF63B5E3D55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45" name="CuadroTexto 20">
              <a:extLst>
                <a:ext uri="{FF2B5EF4-FFF2-40B4-BE49-F238E27FC236}">
                  <a16:creationId xmlns:a16="http://schemas.microsoft.com/office/drawing/2014/main" id="{F13EED22-08F4-E946-D3A0-CE23B638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48" name="Rectángulo 6">
              <a:extLst>
                <a:ext uri="{FF2B5EF4-FFF2-40B4-BE49-F238E27FC236}">
                  <a16:creationId xmlns:a16="http://schemas.microsoft.com/office/drawing/2014/main" id="{93CE462E-5745-31A1-13A8-CA078CD76857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49" name="Object 16">
              <a:extLst>
                <a:ext uri="{FF2B5EF4-FFF2-40B4-BE49-F238E27FC236}">
                  <a16:creationId xmlns:a16="http://schemas.microsoft.com/office/drawing/2014/main" id="{E3AA6CBA-8051-960A-024F-BA6A531C71B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54341497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CuadroTexto 20">
              <a:extLst>
                <a:ext uri="{FF2B5EF4-FFF2-40B4-BE49-F238E27FC236}">
                  <a16:creationId xmlns:a16="http://schemas.microsoft.com/office/drawing/2014/main" id="{8DD71170-45C1-4DE9-7BB3-9A75EE252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2" name="CuadroTexto 20">
              <a:extLst>
                <a:ext uri="{FF2B5EF4-FFF2-40B4-BE49-F238E27FC236}">
                  <a16:creationId xmlns:a16="http://schemas.microsoft.com/office/drawing/2014/main" id="{A15C475E-7652-C00A-8BC5-6725D344E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5077240C-EF1F-C684-CF53-15064651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01813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15" name="CuadroTexto 28">
            <a:extLst>
              <a:ext uri="{FF2B5EF4-FFF2-40B4-BE49-F238E27FC236}">
                <a16:creationId xmlns:a16="http://schemas.microsoft.com/office/drawing/2014/main" id="{912BD8F4-BAF7-3FAE-537E-443C46BA1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403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a_IPN_UPAX">
            <a:extLst>
              <a:ext uri="{FF2B5EF4-FFF2-40B4-BE49-F238E27FC236}">
                <a16:creationId xmlns:a16="http://schemas.microsoft.com/office/drawing/2014/main" id="{CA21BAF5-2462-107F-F42B-E372AF99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9038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33.3%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49345"/>
                  </a:ext>
                </a:extLst>
              </a:tr>
            </a:tbl>
          </a:graphicData>
        </a:graphic>
      </p:graphicFrame>
      <p:graphicFrame>
        <p:nvGraphicFramePr>
          <p:cNvPr id="7" name="Tabla_DIF_UPAX">
            <a:extLst>
              <a:ext uri="{FF2B5EF4-FFF2-40B4-BE49-F238E27FC236}">
                <a16:creationId xmlns:a16="http://schemas.microsoft.com/office/drawing/2014/main" id="{2AE13E4E-F2DA-6640-872C-A4347C08E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40842"/>
              </p:ext>
            </p:extLst>
          </p:nvPr>
        </p:nvGraphicFramePr>
        <p:xfrm>
          <a:off x="11665072" y="1361440"/>
          <a:ext cx="2690183" cy="5800368"/>
        </p:xfrm>
        <a:graphic>
          <a:graphicData uri="http://schemas.openxmlformats.org/drawingml/2006/table">
            <a:tbl>
              <a:tblPr/>
              <a:tblGrid>
                <a:gridCol w="78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529648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8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00505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8231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16799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02289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31192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21041"/>
                  </a:ext>
                </a:extLst>
              </a:tr>
            </a:tbl>
          </a:graphicData>
        </a:graphic>
      </p:graphicFrame>
      <p:graphicFrame>
        <p:nvGraphicFramePr>
          <p:cNvPr id="6" name="Grafico_bar_UPAX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926965"/>
              </p:ext>
            </p:extLst>
          </p:nvPr>
        </p:nvGraphicFramePr>
        <p:xfrm>
          <a:off x="5034929" y="1910080"/>
          <a:ext cx="6609818" cy="525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Tabla_ANTERIO_UPAX">
            <a:extLst>
              <a:ext uri="{FF2B5EF4-FFF2-40B4-BE49-F238E27FC236}">
                <a16:creationId xmlns:a16="http://schemas.microsoft.com/office/drawing/2014/main" id="{F50E6EAF-2D3F-3A45-AC46-46A84E557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94762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33.3%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333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Agrupar 49">
            <a:extLst>
              <a:ext uri="{FF2B5EF4-FFF2-40B4-BE49-F238E27FC236}">
                <a16:creationId xmlns:a16="http://schemas.microsoft.com/office/drawing/2014/main" id="{C6BA2F39-2917-6E4D-29CB-0E66271E7F4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11" name="CuadroTexto 33">
              <a:extLst>
                <a:ext uri="{FF2B5EF4-FFF2-40B4-BE49-F238E27FC236}">
                  <a16:creationId xmlns:a16="http://schemas.microsoft.com/office/drawing/2014/main" id="{733719C4-11AB-E968-46C5-9140AAECDBD4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2" name="CuadroTexto 34">
              <a:extLst>
                <a:ext uri="{FF2B5EF4-FFF2-40B4-BE49-F238E27FC236}">
                  <a16:creationId xmlns:a16="http://schemas.microsoft.com/office/drawing/2014/main" id="{623C705D-6596-501F-3DD4-BEF0C2C67E2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3" name="CuadroTexto 35">
              <a:extLst>
                <a:ext uri="{FF2B5EF4-FFF2-40B4-BE49-F238E27FC236}">
                  <a16:creationId xmlns:a16="http://schemas.microsoft.com/office/drawing/2014/main" id="{2F13F173-0BA2-ED77-164D-E6719D60F3C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4" name="83 Rectángulo">
              <a:extLst>
                <a:ext uri="{FF2B5EF4-FFF2-40B4-BE49-F238E27FC236}">
                  <a16:creationId xmlns:a16="http://schemas.microsoft.com/office/drawing/2014/main" id="{65F2826A-DE21-A235-FBB1-42DE2CDFE0F0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5" name="84 Rectángulo">
              <a:extLst>
                <a:ext uri="{FF2B5EF4-FFF2-40B4-BE49-F238E27FC236}">
                  <a16:creationId xmlns:a16="http://schemas.microsoft.com/office/drawing/2014/main" id="{1A1971E5-932F-FB0C-26C6-8A5925266CD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6" name="17 Rectángulo">
              <a:extLst>
                <a:ext uri="{FF2B5EF4-FFF2-40B4-BE49-F238E27FC236}">
                  <a16:creationId xmlns:a16="http://schemas.microsoft.com/office/drawing/2014/main" id="{F61D9550-0762-31A8-F321-4156CAAA65A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947105F6-39C6-0163-DC07-9D67B2075579}"/>
              </a:ext>
            </a:extLst>
          </p:cNvPr>
          <p:cNvCxnSpPr>
            <a:cxnSpLocks/>
            <a:stCxn id="39" idx="3"/>
            <a:endCxn id="35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21CCED4A-C32C-CA86-4ACA-8FB5D0E7631B}"/>
              </a:ext>
            </a:extLst>
          </p:cNvPr>
          <p:cNvCxnSpPr>
            <a:cxnSpLocks/>
            <a:stCxn id="39" idx="1"/>
            <a:endCxn id="32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4E604A81-4E7F-E19E-9C2B-5F0D927369CA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27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25 CuadroTexto">
            <a:extLst>
              <a:ext uri="{FF2B5EF4-FFF2-40B4-BE49-F238E27FC236}">
                <a16:creationId xmlns:a16="http://schemas.microsoft.com/office/drawing/2014/main" id="{D6D27353-9722-D2E0-E11E-0DBDC22BA12F}"/>
              </a:ext>
            </a:extLst>
          </p:cNvPr>
          <p:cNvSpPr txBox="1"/>
          <p:nvPr/>
        </p:nvSpPr>
        <p:spPr>
          <a:xfrm>
            <a:off x="10081785" y="7296429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C035C10-955D-156A-A11D-792DA8A7F5A9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36" name="Imagen 28">
              <a:extLst>
                <a:ext uri="{FF2B5EF4-FFF2-40B4-BE49-F238E27FC236}">
                  <a16:creationId xmlns:a16="http://schemas.microsoft.com/office/drawing/2014/main" id="{7E87D7C4-0355-69DB-6A16-231CCA92F8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ítulo 2">
              <a:extLst>
                <a:ext uri="{FF2B5EF4-FFF2-40B4-BE49-F238E27FC236}">
                  <a16:creationId xmlns:a16="http://schemas.microsoft.com/office/drawing/2014/main" id="{DB33A613-9492-F6DD-5F59-ACE8E0763B1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30" name="Imagen 3">
              <a:extLst>
                <a:ext uri="{FF2B5EF4-FFF2-40B4-BE49-F238E27FC236}">
                  <a16:creationId xmlns:a16="http://schemas.microsoft.com/office/drawing/2014/main" id="{CC0EA8B2-C47D-4EED-9E8D-D99285BE54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4D4D9260-12F2-3032-BCAD-FF21220DD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C09DFF6E-70F6-1147-DF45-95AE38304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0419" y="1199867"/>
            <a:ext cx="1780312" cy="565915"/>
          </a:xfrm>
          <a:prstGeom prst="rect">
            <a:avLst/>
          </a:prstGeom>
        </p:spPr>
      </p:pic>
      <p:pic>
        <p:nvPicPr>
          <p:cNvPr id="4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3819A076-5D97-5FED-B7A1-4D56C936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129" y="3225779"/>
            <a:ext cx="334721" cy="3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Tabla_DET_UPAX">
            <a:extLst>
              <a:ext uri="{FF2B5EF4-FFF2-40B4-BE49-F238E27FC236}">
                <a16:creationId xmlns:a16="http://schemas.microsoft.com/office/drawing/2014/main" id="{0E7856D2-E11C-4A35-826E-D5DD86F37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002741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33.3%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2" name="Tabla_PAS_UPAX">
            <a:extLst>
              <a:ext uri="{FF2B5EF4-FFF2-40B4-BE49-F238E27FC236}">
                <a16:creationId xmlns:a16="http://schemas.microsoft.com/office/drawing/2014/main" id="{DCFEE42F-CC95-72EB-414F-ADB4648CD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225667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33.3%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RO_UPAX">
            <a:extLst>
              <a:ext uri="{FF2B5EF4-FFF2-40B4-BE49-F238E27FC236}">
                <a16:creationId xmlns:a16="http://schemas.microsoft.com/office/drawing/2014/main" id="{6DCBFCFE-B547-7970-7503-AF925CEFA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688934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33.3%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(33)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9" name="CuadroTexto 28">
            <a:extLst>
              <a:ext uri="{FF2B5EF4-FFF2-40B4-BE49-F238E27FC236}">
                <a16:creationId xmlns:a16="http://schemas.microsoft.com/office/drawing/2014/main" id="{67FB6FF4-4211-74FA-37A6-EDE458DEA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5" name="Grafico _don_UPAX">
            <a:extLst>
              <a:ext uri="{FF2B5EF4-FFF2-40B4-BE49-F238E27FC236}">
                <a16:creationId xmlns:a16="http://schemas.microsoft.com/office/drawing/2014/main" id="{D52ACE91-17E6-5427-EB57-C1232C3D7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39223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46307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a_IPN_RL">
            <a:extLst>
              <a:ext uri="{FF2B5EF4-FFF2-40B4-BE49-F238E27FC236}">
                <a16:creationId xmlns:a16="http://schemas.microsoft.com/office/drawing/2014/main" id="{2332B663-A374-E714-A89E-C9CC15A1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46819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44.2%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70604"/>
                  </a:ext>
                </a:extLst>
              </a:tr>
            </a:tbl>
          </a:graphicData>
        </a:graphic>
      </p:graphicFrame>
      <p:sp>
        <p:nvSpPr>
          <p:cNvPr id="64" name="CuadroTexto 28">
            <a:extLst>
              <a:ext uri="{FF2B5EF4-FFF2-40B4-BE49-F238E27FC236}">
                <a16:creationId xmlns:a16="http://schemas.microsoft.com/office/drawing/2014/main" id="{5B1F612E-42F7-0A72-97A4-CC5331BE4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62" name="25 CuadroTexto">
            <a:extLst>
              <a:ext uri="{FF2B5EF4-FFF2-40B4-BE49-F238E27FC236}">
                <a16:creationId xmlns:a16="http://schemas.microsoft.com/office/drawing/2014/main" id="{E58232FE-7F22-B8C4-580B-68BFCAFDC2C8}"/>
              </a:ext>
            </a:extLst>
          </p:cNvPr>
          <p:cNvSpPr txBox="1"/>
          <p:nvPr/>
        </p:nvSpPr>
        <p:spPr>
          <a:xfrm>
            <a:off x="10081785" y="7163887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6" name="Agrupar 49">
            <a:extLst>
              <a:ext uri="{FF2B5EF4-FFF2-40B4-BE49-F238E27FC236}">
                <a16:creationId xmlns:a16="http://schemas.microsoft.com/office/drawing/2014/main" id="{9E26E00D-AA33-ADE6-9C7A-FD09B645443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7" name="CuadroTexto 33">
              <a:extLst>
                <a:ext uri="{FF2B5EF4-FFF2-40B4-BE49-F238E27FC236}">
                  <a16:creationId xmlns:a16="http://schemas.microsoft.com/office/drawing/2014/main" id="{C8563105-A71E-74BD-7F0C-7A918A752F0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8" name="CuadroTexto 34">
              <a:extLst>
                <a:ext uri="{FF2B5EF4-FFF2-40B4-BE49-F238E27FC236}">
                  <a16:creationId xmlns:a16="http://schemas.microsoft.com/office/drawing/2014/main" id="{F005D02C-5100-BC42-254F-6D8751B1D2BB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9" name="CuadroTexto 35">
              <a:extLst>
                <a:ext uri="{FF2B5EF4-FFF2-40B4-BE49-F238E27FC236}">
                  <a16:creationId xmlns:a16="http://schemas.microsoft.com/office/drawing/2014/main" id="{2EDAD54F-2D00-1AEB-F0C5-C4FB2F619DF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50" name="83 Rectángulo">
              <a:extLst>
                <a:ext uri="{FF2B5EF4-FFF2-40B4-BE49-F238E27FC236}">
                  <a16:creationId xmlns:a16="http://schemas.microsoft.com/office/drawing/2014/main" id="{651512EE-C57C-0A8E-79EC-5816E136C15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1" name="84 Rectángulo">
              <a:extLst>
                <a:ext uri="{FF2B5EF4-FFF2-40B4-BE49-F238E27FC236}">
                  <a16:creationId xmlns:a16="http://schemas.microsoft.com/office/drawing/2014/main" id="{08EBBC87-44FE-C12C-0C07-B0F129F187B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2" name="17 Rectángulo">
              <a:extLst>
                <a:ext uri="{FF2B5EF4-FFF2-40B4-BE49-F238E27FC236}">
                  <a16:creationId xmlns:a16="http://schemas.microsoft.com/office/drawing/2014/main" id="{147C9A28-050F-9653-18AF-B2F615F90B9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3A7D890D-484C-A385-3970-1F3F826658D2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8" name="Imagen 28">
              <a:extLst>
                <a:ext uri="{FF2B5EF4-FFF2-40B4-BE49-F238E27FC236}">
                  <a16:creationId xmlns:a16="http://schemas.microsoft.com/office/drawing/2014/main" id="{09470544-90F1-9D88-8316-118799ED6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C1832FE5-A724-90CE-47A2-7E474C41317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</p:txBody>
        </p:sp>
        <p:pic>
          <p:nvPicPr>
            <p:cNvPr id="37" name="Imagen 3">
              <a:extLst>
                <a:ext uri="{FF2B5EF4-FFF2-40B4-BE49-F238E27FC236}">
                  <a16:creationId xmlns:a16="http://schemas.microsoft.com/office/drawing/2014/main" id="{A235BA66-363F-B73E-4376-BC5A0520F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759B56F1-63AD-F987-3CFD-3CD4CA666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462" y="1298750"/>
            <a:ext cx="2544734" cy="368148"/>
          </a:xfrm>
          <a:prstGeom prst="rect">
            <a:avLst/>
          </a:prstGeom>
        </p:spPr>
      </p:pic>
      <p:pic>
        <p:nvPicPr>
          <p:cNvPr id="27" name="Imagen 26" descr="Icon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F7610F53-5AE1-906C-105D-9FB627F495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B43D1BF-B670-2E91-A2B0-FAA81EFEA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cxnSp>
        <p:nvCxnSpPr>
          <p:cNvPr id="53" name="Conector angular 25">
            <a:extLst>
              <a:ext uri="{FF2B5EF4-FFF2-40B4-BE49-F238E27FC236}">
                <a16:creationId xmlns:a16="http://schemas.microsoft.com/office/drawing/2014/main" id="{5959C111-99CF-71F9-A832-2AA8BEED8EED}"/>
              </a:ext>
            </a:extLst>
          </p:cNvPr>
          <p:cNvCxnSpPr>
            <a:cxnSpLocks/>
            <a:stCxn id="60" idx="3"/>
            <a:endCxn id="5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4" name="Conector angular 25">
            <a:extLst>
              <a:ext uri="{FF2B5EF4-FFF2-40B4-BE49-F238E27FC236}">
                <a16:creationId xmlns:a16="http://schemas.microsoft.com/office/drawing/2014/main" id="{689ECC08-2015-D8F3-27EA-969D3890FB77}"/>
              </a:ext>
            </a:extLst>
          </p:cNvPr>
          <p:cNvCxnSpPr>
            <a:cxnSpLocks/>
            <a:stCxn id="60" idx="1"/>
            <a:endCxn id="5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5" name="Conector angular 25">
            <a:extLst>
              <a:ext uri="{FF2B5EF4-FFF2-40B4-BE49-F238E27FC236}">
                <a16:creationId xmlns:a16="http://schemas.microsoft.com/office/drawing/2014/main" id="{30407928-5825-F17C-B992-84CB4718B500}"/>
              </a:ext>
            </a:extLst>
          </p:cNvPr>
          <p:cNvCxnSpPr>
            <a:cxnSpLocks/>
            <a:stCxn id="5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6" name="Grafico_bar_RL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754489"/>
              </p:ext>
            </p:extLst>
          </p:nvPr>
        </p:nvGraphicFramePr>
        <p:xfrm>
          <a:off x="5034928" y="2536173"/>
          <a:ext cx="6878813" cy="4410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2" name="Tabla_DIF_RL">
            <a:extLst>
              <a:ext uri="{FF2B5EF4-FFF2-40B4-BE49-F238E27FC236}">
                <a16:creationId xmlns:a16="http://schemas.microsoft.com/office/drawing/2014/main" id="{4116488A-5EED-B016-191C-DC7025793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364454"/>
              </p:ext>
            </p:extLst>
          </p:nvPr>
        </p:nvGraphicFramePr>
        <p:xfrm>
          <a:off x="11911605" y="2091350"/>
          <a:ext cx="2461281" cy="490063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266030957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509798509"/>
                    </a:ext>
                  </a:extLst>
                </a:gridCol>
              </a:tblGrid>
              <a:tr h="490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#</a:t>
                      </a:r>
                      <a:b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</a:br>
                      <a:r>
                        <a:rPr lang="es-ES_tradnl" sz="6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colaboradores</a:t>
                      </a:r>
                      <a:endParaRPr lang="es-ES_tradnl" sz="800" b="0" i="0" u="none" strike="noStrike" dirty="0"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16939" marR="16939" marT="16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Dif </a:t>
                      </a:r>
                    </a:p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vs 4Q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081704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7667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7213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9267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8106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093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26709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889118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671043"/>
                  </a:ext>
                </a:extLst>
              </a:tr>
            </a:tbl>
          </a:graphicData>
        </a:graphic>
      </p:graphicFrame>
      <p:graphicFrame>
        <p:nvGraphicFramePr>
          <p:cNvPr id="56" name="Tabla_ANTERIO_RL">
            <a:extLst>
              <a:ext uri="{FF2B5EF4-FFF2-40B4-BE49-F238E27FC236}">
                <a16:creationId xmlns:a16="http://schemas.microsoft.com/office/drawing/2014/main" id="{FAF53BFA-4814-EF94-C1C3-1329CA75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496259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46.2%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Tabla_DET_RL">
            <a:extLst>
              <a:ext uri="{FF2B5EF4-FFF2-40B4-BE49-F238E27FC236}">
                <a16:creationId xmlns:a16="http://schemas.microsoft.com/office/drawing/2014/main" id="{8BD4E7AA-629C-2138-F005-392271838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02941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11.7%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8" name="Tabla_PAS_RL">
            <a:extLst>
              <a:ext uri="{FF2B5EF4-FFF2-40B4-BE49-F238E27FC236}">
                <a16:creationId xmlns:a16="http://schemas.microsoft.com/office/drawing/2014/main" id="{D068A4C4-E543-C85F-581D-C9E4BFA50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53064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32.5%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9" name="Tabla_PRO_RL">
            <a:extLst>
              <a:ext uri="{FF2B5EF4-FFF2-40B4-BE49-F238E27FC236}">
                <a16:creationId xmlns:a16="http://schemas.microsoft.com/office/drawing/2014/main" id="{C3AAF094-DE49-F902-53F8-DDFB1C5C9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31600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55.7%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pic>
        <p:nvPicPr>
          <p:cNvPr id="3" name="Picture 4" descr="eenfoque fiscal – Reforma Fiscal">
            <a:hlinkClick r:id="rId8" action="ppaction://hlinksldjump"/>
            <a:extLst>
              <a:ext uri="{FF2B5EF4-FFF2-40B4-BE49-F238E27FC236}">
                <a16:creationId xmlns:a16="http://schemas.microsoft.com/office/drawing/2014/main" id="{969C51A4-56FA-A80C-E1C4-4863D7AC2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691" y="3104871"/>
            <a:ext cx="334721" cy="3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5" name="Grafico_don_RL">
            <a:extLst>
              <a:ext uri="{FF2B5EF4-FFF2-40B4-BE49-F238E27FC236}">
                <a16:creationId xmlns:a16="http://schemas.microsoft.com/office/drawing/2014/main" id="{664915DA-FA62-7846-7E07-C5FD61951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58898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2192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9067-3164-30CB-DEC0-B7F7A813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abla_IPN_CI">
            <a:extLst>
              <a:ext uri="{FF2B5EF4-FFF2-40B4-BE49-F238E27FC236}">
                <a16:creationId xmlns:a16="http://schemas.microsoft.com/office/drawing/2014/main" id="{4EFF114B-F4F0-CD11-D3FE-D631B89B4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542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39.1%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65897"/>
                  </a:ext>
                </a:extLst>
              </a:tr>
            </a:tbl>
          </a:graphicData>
        </a:graphic>
      </p:graphicFrame>
      <p:sp>
        <p:nvSpPr>
          <p:cNvPr id="64" name="CuadroTexto 28">
            <a:extLst>
              <a:ext uri="{FF2B5EF4-FFF2-40B4-BE49-F238E27FC236}">
                <a16:creationId xmlns:a16="http://schemas.microsoft.com/office/drawing/2014/main" id="{C2D9CB5F-2420-1FBC-E3D4-CEB67029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63" name="25 CuadroTexto">
            <a:extLst>
              <a:ext uri="{FF2B5EF4-FFF2-40B4-BE49-F238E27FC236}">
                <a16:creationId xmlns:a16="http://schemas.microsoft.com/office/drawing/2014/main" id="{923DDDC3-B6A9-55DF-95D1-3F218352528B}"/>
              </a:ext>
            </a:extLst>
          </p:cNvPr>
          <p:cNvSpPr txBox="1"/>
          <p:nvPr/>
        </p:nvSpPr>
        <p:spPr>
          <a:xfrm>
            <a:off x="10081785" y="7163887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aphicFrame>
        <p:nvGraphicFramePr>
          <p:cNvPr id="6" name="Grafico_bar_CI">
            <a:extLst>
              <a:ext uri="{FF2B5EF4-FFF2-40B4-BE49-F238E27FC236}">
                <a16:creationId xmlns:a16="http://schemas.microsoft.com/office/drawing/2014/main" id="{D01CF781-02D5-55C5-0DE1-897D40F0B1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583908"/>
              </p:ext>
            </p:extLst>
          </p:nvPr>
        </p:nvGraphicFramePr>
        <p:xfrm>
          <a:off x="5034929" y="2626203"/>
          <a:ext cx="6878812" cy="4410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BFA54F59-743E-0E3B-CE52-738ED801DA30}"/>
              </a:ext>
            </a:extLst>
          </p:cNvPr>
          <p:cNvSpPr txBox="1"/>
          <p:nvPr/>
        </p:nvSpPr>
        <p:spPr>
          <a:xfrm>
            <a:off x="5472981" y="1920433"/>
            <a:ext cx="3454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Montserrat Black" panose="00000A00000000000000" pitchFamily="2" charset="0"/>
              </a:rPr>
              <a:t>CONSUMER INSIGHTS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4277DD-B073-4F6A-EE3F-DF229A1D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62" y="1298750"/>
            <a:ext cx="2544734" cy="368148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hlinkClick r:id="rId4" action="ppaction://hlinksldjump"/>
            <a:extLst>
              <a:ext uri="{FF2B5EF4-FFF2-40B4-BE49-F238E27FC236}">
                <a16:creationId xmlns:a16="http://schemas.microsoft.com/office/drawing/2014/main" id="{E5E401B5-169A-F91F-27A3-9A4E6F8528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5480C34-1CE2-7BEC-F163-3C3260309167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27" name="Imagen 28">
              <a:extLst>
                <a:ext uri="{FF2B5EF4-FFF2-40B4-BE49-F238E27FC236}">
                  <a16:creationId xmlns:a16="http://schemas.microsoft.com/office/drawing/2014/main" id="{592F37DB-2FF0-7917-F95F-E35E4497D9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1D93DE11-8AFB-D7C6-2891-78D80E1D16F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</p:txBody>
        </p:sp>
        <p:pic>
          <p:nvPicPr>
            <p:cNvPr id="38" name="Imagen 3">
              <a:extLst>
                <a:ext uri="{FF2B5EF4-FFF2-40B4-BE49-F238E27FC236}">
                  <a16:creationId xmlns:a16="http://schemas.microsoft.com/office/drawing/2014/main" id="{B7BB2F65-A26E-F15B-F9F8-DA45C2494D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11BB9FA3-A47B-7396-5BFB-45395A73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1" name="Agrupar 49">
            <a:extLst>
              <a:ext uri="{FF2B5EF4-FFF2-40B4-BE49-F238E27FC236}">
                <a16:creationId xmlns:a16="http://schemas.microsoft.com/office/drawing/2014/main" id="{4A770356-A2B2-97BB-0D72-02CA226836F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2" name="CuadroTexto 33">
              <a:extLst>
                <a:ext uri="{FF2B5EF4-FFF2-40B4-BE49-F238E27FC236}">
                  <a16:creationId xmlns:a16="http://schemas.microsoft.com/office/drawing/2014/main" id="{B33E7329-380C-0930-36E4-00907D2A14A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3" name="CuadroTexto 34">
              <a:extLst>
                <a:ext uri="{FF2B5EF4-FFF2-40B4-BE49-F238E27FC236}">
                  <a16:creationId xmlns:a16="http://schemas.microsoft.com/office/drawing/2014/main" id="{559A9CEA-EDC3-C64E-86C2-CC72AD2C5DEA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4" name="CuadroTexto 35">
              <a:extLst>
                <a:ext uri="{FF2B5EF4-FFF2-40B4-BE49-F238E27FC236}">
                  <a16:creationId xmlns:a16="http://schemas.microsoft.com/office/drawing/2014/main" id="{3803B91E-8E1D-1628-4480-78FAF190DBA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5" name="83 Rectángulo">
              <a:extLst>
                <a:ext uri="{FF2B5EF4-FFF2-40B4-BE49-F238E27FC236}">
                  <a16:creationId xmlns:a16="http://schemas.microsoft.com/office/drawing/2014/main" id="{526E50EA-103A-5A1D-2C28-E5997BB2223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84 Rectángulo">
              <a:extLst>
                <a:ext uri="{FF2B5EF4-FFF2-40B4-BE49-F238E27FC236}">
                  <a16:creationId xmlns:a16="http://schemas.microsoft.com/office/drawing/2014/main" id="{4C1E77B8-F6DB-D37A-870E-29DC2CDE4EF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7" name="17 Rectángulo">
              <a:extLst>
                <a:ext uri="{FF2B5EF4-FFF2-40B4-BE49-F238E27FC236}">
                  <a16:creationId xmlns:a16="http://schemas.microsoft.com/office/drawing/2014/main" id="{3AC578B7-989A-CD0F-92CE-08C8B42066A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2CCE6617-E3EF-3584-D7AA-047534257CA8}"/>
              </a:ext>
            </a:extLst>
          </p:cNvPr>
          <p:cNvCxnSpPr>
            <a:cxnSpLocks/>
            <a:stCxn id="55" idx="3"/>
            <a:endCxn id="54" idx="2"/>
          </p:cNvCxnSpPr>
          <p:nvPr/>
        </p:nvCxnSpPr>
        <p:spPr bwMode="auto">
          <a:xfrm flipV="1">
            <a:off x="3525047" y="3103011"/>
            <a:ext cx="902162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B445B677-3FFB-FAC6-DEFC-834F3FD433B7}"/>
              </a:ext>
            </a:extLst>
          </p:cNvPr>
          <p:cNvCxnSpPr>
            <a:cxnSpLocks/>
            <a:stCxn id="55" idx="1"/>
            <a:endCxn id="53" idx="0"/>
          </p:cNvCxnSpPr>
          <p:nvPr/>
        </p:nvCxnSpPr>
        <p:spPr bwMode="auto">
          <a:xfrm rot="10800000" flipV="1">
            <a:off x="845275" y="4206985"/>
            <a:ext cx="699773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0" name="Conector angular 25">
            <a:extLst>
              <a:ext uri="{FF2B5EF4-FFF2-40B4-BE49-F238E27FC236}">
                <a16:creationId xmlns:a16="http://schemas.microsoft.com/office/drawing/2014/main" id="{FC134416-BAA8-4EA9-028F-B5E5FE0B499F}"/>
              </a:ext>
            </a:extLst>
          </p:cNvPr>
          <p:cNvCxnSpPr>
            <a:cxnSpLocks/>
            <a:stCxn id="52" idx="2"/>
          </p:cNvCxnSpPr>
          <p:nvPr/>
        </p:nvCxnSpPr>
        <p:spPr bwMode="auto">
          <a:xfrm rot="16200000" flipH="1">
            <a:off x="1053776" y="2903479"/>
            <a:ext cx="341896" cy="758900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51" name="Tabla_ANTERIO_CI">
            <a:extLst>
              <a:ext uri="{FF2B5EF4-FFF2-40B4-BE49-F238E27FC236}">
                <a16:creationId xmlns:a16="http://schemas.microsoft.com/office/drawing/2014/main" id="{30FD81AD-14C9-F269-C5E1-B4514BAAD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68567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33.3%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a_DIF_CI">
            <a:extLst>
              <a:ext uri="{FF2B5EF4-FFF2-40B4-BE49-F238E27FC236}">
                <a16:creationId xmlns:a16="http://schemas.microsoft.com/office/drawing/2014/main" id="{778125CE-069B-1127-489F-725329DFF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90918"/>
              </p:ext>
            </p:extLst>
          </p:nvPr>
        </p:nvGraphicFramePr>
        <p:xfrm>
          <a:off x="11938091" y="2181974"/>
          <a:ext cx="2417708" cy="4854383"/>
        </p:xfrm>
        <a:graphic>
          <a:graphicData uri="http://schemas.openxmlformats.org/drawingml/2006/table">
            <a:tbl>
              <a:tblPr/>
              <a:tblGrid>
                <a:gridCol w="60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266030957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509798509"/>
                    </a:ext>
                  </a:extLst>
                </a:gridCol>
              </a:tblGrid>
              <a:tr h="4459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#</a:t>
                      </a:r>
                      <a:b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</a:br>
                      <a:r>
                        <a:rPr lang="es-ES_tradnl" sz="6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colaboradores</a:t>
                      </a:r>
                      <a:endParaRPr lang="es-ES_tradnl" sz="800" b="0" i="0" u="none" strike="noStrike" dirty="0"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16939" marR="16939" marT="16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Dif </a:t>
                      </a:r>
                    </a:p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vs 4Q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31115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76670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72133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92670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81063"/>
                  </a:ext>
                </a:extLst>
              </a:tr>
            </a:tbl>
          </a:graphicData>
        </a:graphic>
      </p:graphicFrame>
      <p:graphicFrame>
        <p:nvGraphicFramePr>
          <p:cNvPr id="52" name="Tabla_DET_CI">
            <a:extLst>
              <a:ext uri="{FF2B5EF4-FFF2-40B4-BE49-F238E27FC236}">
                <a16:creationId xmlns:a16="http://schemas.microsoft.com/office/drawing/2014/main" id="{9B5FB713-C8A1-9275-B0A4-7B6631B83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28067"/>
              </p:ext>
            </p:extLst>
          </p:nvPr>
        </p:nvGraphicFramePr>
        <p:xfrm>
          <a:off x="77088" y="2433801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8.7%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3" name="Tabla_PAS_CI">
            <a:extLst>
              <a:ext uri="{FF2B5EF4-FFF2-40B4-BE49-F238E27FC236}">
                <a16:creationId xmlns:a16="http://schemas.microsoft.com/office/drawing/2014/main" id="{AA7EE7CC-DAA8-8C90-AF45-50D9912C0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8268"/>
              </p:ext>
            </p:extLst>
          </p:nvPr>
        </p:nvGraphicFramePr>
        <p:xfrm>
          <a:off x="77088" y="5314283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43.5%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Tabla_PRO_CI">
            <a:extLst>
              <a:ext uri="{FF2B5EF4-FFF2-40B4-BE49-F238E27FC236}">
                <a16:creationId xmlns:a16="http://schemas.microsoft.com/office/drawing/2014/main" id="{643A136C-E299-383C-25A4-681594DB4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83347"/>
              </p:ext>
            </p:extLst>
          </p:nvPr>
        </p:nvGraphicFramePr>
        <p:xfrm>
          <a:off x="3659023" y="2424831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47.8%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_don_CI">
            <a:extLst>
              <a:ext uri="{FF2B5EF4-FFF2-40B4-BE49-F238E27FC236}">
                <a16:creationId xmlns:a16="http://schemas.microsoft.com/office/drawing/2014/main" id="{780F46F2-6589-878A-D79E-E04003B9F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910800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39457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rafico_historico_RL">
            <a:extLst>
              <a:ext uri="{FF2B5EF4-FFF2-40B4-BE49-F238E27FC236}">
                <a16:creationId xmlns:a16="http://schemas.microsoft.com/office/drawing/2014/main" id="{4AACB9DE-575A-3A33-B927-DC1E907DBC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733425"/>
              </p:ext>
            </p:extLst>
          </p:nvPr>
        </p:nvGraphicFramePr>
        <p:xfrm>
          <a:off x="1341120" y="1514157"/>
          <a:ext cx="12888806" cy="6146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CuadroTexto 44">
            <a:extLst>
              <a:ext uri="{FF2B5EF4-FFF2-40B4-BE49-F238E27FC236}">
                <a16:creationId xmlns:a16="http://schemas.microsoft.com/office/drawing/2014/main" id="{9DC42385-7387-D36F-5095-9FCC5FA3D100}"/>
              </a:ext>
            </a:extLst>
          </p:cNvPr>
          <p:cNvSpPr txBox="1"/>
          <p:nvPr/>
        </p:nvSpPr>
        <p:spPr>
          <a:xfrm>
            <a:off x="795715" y="4561287"/>
            <a:ext cx="644851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7030A0"/>
                </a:solidFill>
                <a:latin typeface="Montserrat" panose="00000500000000000000" pitchFamily="2" charset="0"/>
              </a:rPr>
              <a:t>IPN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85B8E3E-86B5-7462-3BA8-A83EB5106B19}"/>
              </a:ext>
            </a:extLst>
          </p:cNvPr>
          <p:cNvSpPr txBox="1"/>
          <p:nvPr/>
        </p:nvSpPr>
        <p:spPr>
          <a:xfrm>
            <a:off x="58620" y="3253025"/>
            <a:ext cx="1381946" cy="246221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00B050"/>
                </a:solidFill>
                <a:latin typeface="Montserrat" panose="00000500000000000000" pitchFamily="2" charset="0"/>
              </a:rPr>
              <a:t>Promotores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5414DB1-9320-E77E-69AE-3F419751F17B}"/>
              </a:ext>
            </a:extLst>
          </p:cNvPr>
          <p:cNvSpPr txBox="1"/>
          <p:nvPr/>
        </p:nvSpPr>
        <p:spPr>
          <a:xfrm>
            <a:off x="58620" y="5246907"/>
            <a:ext cx="1381946" cy="24622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C000"/>
                </a:solidFill>
                <a:latin typeface="Montserrat" panose="00000500000000000000" pitchFamily="2" charset="0"/>
              </a:rPr>
              <a:t>Pasivos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E8B8158-11E5-7350-6675-D47A89E5A1B7}"/>
              </a:ext>
            </a:extLst>
          </p:cNvPr>
          <p:cNvSpPr txBox="1"/>
          <p:nvPr/>
        </p:nvSpPr>
        <p:spPr>
          <a:xfrm>
            <a:off x="58620" y="5920718"/>
            <a:ext cx="1381946" cy="2462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Montserrat" panose="00000500000000000000" pitchFamily="2" charset="0"/>
              </a:rPr>
              <a:t>Detractores</a:t>
            </a:r>
          </a:p>
        </p:txBody>
      </p:sp>
      <p:pic>
        <p:nvPicPr>
          <p:cNvPr id="4" name="Imagen 3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078B1CEF-7F4D-EBA2-0543-1DBD4B5B5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C260E596-9D85-2C8A-2A96-4636F208518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5" name="Imagen 29">
              <a:extLst>
                <a:ext uri="{FF2B5EF4-FFF2-40B4-BE49-F238E27FC236}">
                  <a16:creationId xmlns:a16="http://schemas.microsoft.com/office/drawing/2014/main" id="{16084696-332D-5296-602D-F13C9BA83E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ítulo 2">
              <a:extLst>
                <a:ext uri="{FF2B5EF4-FFF2-40B4-BE49-F238E27FC236}">
                  <a16:creationId xmlns:a16="http://schemas.microsoft.com/office/drawing/2014/main" id="{17309B87-17B9-3387-8A7D-D1C191F11AE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ES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Histórico</a:t>
              </a:r>
            </a:p>
          </p:txBody>
        </p:sp>
        <p:pic>
          <p:nvPicPr>
            <p:cNvPr id="9" name="Imagen 3">
              <a:extLst>
                <a:ext uri="{FF2B5EF4-FFF2-40B4-BE49-F238E27FC236}">
                  <a16:creationId xmlns:a16="http://schemas.microsoft.com/office/drawing/2014/main" id="{A1DDD892-25A1-AC35-40FF-6213EA424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D12A33FD-FFF5-8D1C-384A-278B4B24C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ipse 16">
            <a:extLst>
              <a:ext uri="{FF2B5EF4-FFF2-40B4-BE49-F238E27FC236}">
                <a16:creationId xmlns:a16="http://schemas.microsoft.com/office/drawing/2014/main" id="{F049830E-1E71-AD80-E826-01F6EAD3E272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5D725209-A655-A1CC-D7E4-6C5D1AB1F9E8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6" name="Cinta curvada hacia arriba 3">
              <a:extLst>
                <a:ext uri="{FF2B5EF4-FFF2-40B4-BE49-F238E27FC236}">
                  <a16:creationId xmlns:a16="http://schemas.microsoft.com/office/drawing/2014/main" id="{DE0C937B-E2CB-7424-5809-840127D4B5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7" name="CuadroTexto 5">
              <a:extLst>
                <a:ext uri="{FF2B5EF4-FFF2-40B4-BE49-F238E27FC236}">
                  <a16:creationId xmlns:a16="http://schemas.microsoft.com/office/drawing/2014/main" id="{A4CADBB8-354B-790B-AC85-8F2C9CD78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0" name="Imagen 46">
            <a:extLst>
              <a:ext uri="{FF2B5EF4-FFF2-40B4-BE49-F238E27FC236}">
                <a16:creationId xmlns:a16="http://schemas.microsoft.com/office/drawing/2014/main" id="{A90E1718-A045-7F49-AF0C-51F89AE064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n 46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E3A0C5AB-7C30-4F5A-B553-54D2FEDE4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EC1E9842-6CB7-06F0-EC94-A4CC0632C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54" name="Grupo 53">
            <a:extLst>
              <a:ext uri="{FF2B5EF4-FFF2-40B4-BE49-F238E27FC236}">
                <a16:creationId xmlns:a16="http://schemas.microsoft.com/office/drawing/2014/main" id="{B55C3FD7-BAC4-8A37-A498-E096E41ADEA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9" name="Imagen 29">
              <a:extLst>
                <a:ext uri="{FF2B5EF4-FFF2-40B4-BE49-F238E27FC236}">
                  <a16:creationId xmlns:a16="http://schemas.microsoft.com/office/drawing/2014/main" id="{A618ACF1-62B3-2B53-8D06-B0B110261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ítulo 2">
              <a:extLst>
                <a:ext uri="{FF2B5EF4-FFF2-40B4-BE49-F238E27FC236}">
                  <a16:creationId xmlns:a16="http://schemas.microsoft.com/office/drawing/2014/main" id="{2EC6701F-D140-F84D-91B1-B284A56B76F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3" name="Imagen 3">
              <a:extLst>
                <a:ext uri="{FF2B5EF4-FFF2-40B4-BE49-F238E27FC236}">
                  <a16:creationId xmlns:a16="http://schemas.microsoft.com/office/drawing/2014/main" id="{D9205760-C009-15BF-BEE1-635160680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8" name="Elipse 57">
            <a:extLst>
              <a:ext uri="{FF2B5EF4-FFF2-40B4-BE49-F238E27FC236}">
                <a16:creationId xmlns:a16="http://schemas.microsoft.com/office/drawing/2014/main" id="{91AFD9F3-7F30-2290-C8B0-F7423256D8CD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FABF5085-75D5-DB7E-1CF1-2B9B4C2307C3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236E43C2-3CA1-FDEC-5755-8F8F45062B23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70C544AD-9EC6-02C5-E37F-D59646B96F67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485621F2-E012-C6A9-CC1E-8F77BA3DD2F6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BFBFB2E7-D1C2-053C-927D-489EBDF89A92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81D2FB8-5380-216D-A798-7E273456D08D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A08BB842-B5DA-1643-69E7-3D72CE9D8CC4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DBF14649-8840-B974-977C-2722E6901C8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2776BDC-D9A9-3D31-565A-419A5740F5D4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73473EA2-62C6-1985-55D1-476B42CE4D96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72" name="CuadroTexto 28">
            <a:extLst>
              <a:ext uri="{FF2B5EF4-FFF2-40B4-BE49-F238E27FC236}">
                <a16:creationId xmlns:a16="http://schemas.microsoft.com/office/drawing/2014/main" id="{09B12B7D-1863-B1C1-2DDB-B670A1385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5" name="Tabla_PRO_MENS_RL">
            <a:extLst>
              <a:ext uri="{FF2B5EF4-FFF2-40B4-BE49-F238E27FC236}">
                <a16:creationId xmlns:a16="http://schemas.microsoft.com/office/drawing/2014/main" id="{7BB5AEB5-D19C-0679-4158-57907B0FF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0889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7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45">
            <a:extLst>
              <a:ext uri="{FF2B5EF4-FFF2-40B4-BE49-F238E27FC236}">
                <a16:creationId xmlns:a16="http://schemas.microsoft.com/office/drawing/2014/main" id="{56ECFDD0-242C-EFE5-A769-1FF6EEB82783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F00B9DBA-44CC-23E4-BEBD-BBBE9CAD92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BE8EDDF-BB50-9E6E-A937-A60BC4144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5A06E4CD-0D1A-6EDA-B9EE-55C56D6BEF7B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7" name="Imagen 29">
              <a:extLst>
                <a:ext uri="{FF2B5EF4-FFF2-40B4-BE49-F238E27FC236}">
                  <a16:creationId xmlns:a16="http://schemas.microsoft.com/office/drawing/2014/main" id="{97C6DF78-3CE5-EB9F-A36D-7E97C80BA6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ítulo 2">
              <a:extLst>
                <a:ext uri="{FF2B5EF4-FFF2-40B4-BE49-F238E27FC236}">
                  <a16:creationId xmlns:a16="http://schemas.microsoft.com/office/drawing/2014/main" id="{177450C1-AC54-9BF7-D354-28CE2DBAE12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49" name="Imagen 3">
              <a:extLst>
                <a:ext uri="{FF2B5EF4-FFF2-40B4-BE49-F238E27FC236}">
                  <a16:creationId xmlns:a16="http://schemas.microsoft.com/office/drawing/2014/main" id="{206FC155-27F4-DC26-D085-666DE361D2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AA263A0-E430-4A54-316A-27660626974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5" name="Cinta curvada hacia arriba 3">
              <a:extLst>
                <a:ext uri="{FF2B5EF4-FFF2-40B4-BE49-F238E27FC236}">
                  <a16:creationId xmlns:a16="http://schemas.microsoft.com/office/drawing/2014/main" id="{D7A2ACC0-6F09-EEAD-B148-2979CCD23D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6" name="CuadroTexto 5">
              <a:extLst>
                <a:ext uri="{FF2B5EF4-FFF2-40B4-BE49-F238E27FC236}">
                  <a16:creationId xmlns:a16="http://schemas.microsoft.com/office/drawing/2014/main" id="{EFA31385-54DE-46E9-D55D-4B89975EA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75" name="CuadroTexto 28">
            <a:extLst>
              <a:ext uri="{FF2B5EF4-FFF2-40B4-BE49-F238E27FC236}">
                <a16:creationId xmlns:a16="http://schemas.microsoft.com/office/drawing/2014/main" id="{C75AAD1E-7666-5735-D8AC-6CAEF8CBF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A06A097-DF6A-4871-71B0-F74D0801CF6B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E9CD9CC-5AD8-E831-D4BA-7789FC58AD33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168527A-E272-DBD5-F5A7-37025C8583EB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3C12CE3-F92D-2856-6278-513FB22EAE73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C56478B-EE67-3503-061A-CC8BB143CCD0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0B91443-B650-4CF0-1180-CC40294F6A1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D879B03-367C-6488-73D9-FD7AA52A2FB8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0716B1D-9419-5E79-6A2A-43D0EDEC8E57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778157D-0951-877C-EC2F-778C99E67160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10336B3-12B7-C4D4-A8D9-0A92A22CCD0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51DE702-4CD6-5166-7234-8A2C4364B818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827E9DB-8864-4568-AB61-BC7B984B2D04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RL">
            <a:extLst>
              <a:ext uri="{FF2B5EF4-FFF2-40B4-BE49-F238E27FC236}">
                <a16:creationId xmlns:a16="http://schemas.microsoft.com/office/drawing/2014/main" id="{75FB35C7-D68D-8880-D1F9-2B676678F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55960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4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1">
            <a:extLst>
              <a:ext uri="{FF2B5EF4-FFF2-40B4-BE49-F238E27FC236}">
                <a16:creationId xmlns:a16="http://schemas.microsoft.com/office/drawing/2014/main" id="{5E31C9E1-742C-E031-9ECD-147159899635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Imagen 46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49E5A5A1-8BF5-E05D-9309-F00AD8F8AC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528563D-A10E-93CB-26B1-7C6D65606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124AA0F4-CCC3-476F-07F0-FCC6FD746FD5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50" name="Imagen 29">
              <a:extLst>
                <a:ext uri="{FF2B5EF4-FFF2-40B4-BE49-F238E27FC236}">
                  <a16:creationId xmlns:a16="http://schemas.microsoft.com/office/drawing/2014/main" id="{070B4CBB-65E8-9645-4CF5-F68F5BB0E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ítulo 2">
              <a:extLst>
                <a:ext uri="{FF2B5EF4-FFF2-40B4-BE49-F238E27FC236}">
                  <a16:creationId xmlns:a16="http://schemas.microsoft.com/office/drawing/2014/main" id="{E3B1E251-C6F4-D51E-E277-7CA50CA1314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2" name="Imagen 3">
              <a:extLst>
                <a:ext uri="{FF2B5EF4-FFF2-40B4-BE49-F238E27FC236}">
                  <a16:creationId xmlns:a16="http://schemas.microsoft.com/office/drawing/2014/main" id="{0A57BAEE-8A30-97D9-3A3D-1B9BB0FB5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B6C7646F-3FA9-2A97-EC8B-E971BA42174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4" name="Cinta curvada hacia arriba 3">
              <a:extLst>
                <a:ext uri="{FF2B5EF4-FFF2-40B4-BE49-F238E27FC236}">
                  <a16:creationId xmlns:a16="http://schemas.microsoft.com/office/drawing/2014/main" id="{1E099D32-48BC-F84F-EE5B-9259440365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5" name="CuadroTexto 5">
              <a:extLst>
                <a:ext uri="{FF2B5EF4-FFF2-40B4-BE49-F238E27FC236}">
                  <a16:creationId xmlns:a16="http://schemas.microsoft.com/office/drawing/2014/main" id="{CAD02BF1-C652-C651-6812-4614D0745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70" name="CuadroTexto 28">
            <a:extLst>
              <a:ext uri="{FF2B5EF4-FFF2-40B4-BE49-F238E27FC236}">
                <a16:creationId xmlns:a16="http://schemas.microsoft.com/office/drawing/2014/main" id="{F348EE44-AB24-2E36-0687-CF52C3E98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3DF71DF-322F-D470-D75F-74A880EF9632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275D451-7D6A-3F8E-B329-3E410670B255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F3BF26B-719E-E63B-E7B3-5651F7159299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A1E0C68-C335-0270-8480-00C43732CAE2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4C60419-A66E-147A-91FF-919F029AF5F9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A871080-2C8E-47FF-AF5F-BFA688ECA03D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FB4D31C-FB65-4CDF-B943-B5AE087EDB50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919E8C5-6366-2099-E754-FCC287AA48D1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CC14494-A8E3-B22D-F311-EE0254BBA03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aphicFrame>
        <p:nvGraphicFramePr>
          <p:cNvPr id="57" name="Tabla_DET_MENS_RL">
            <a:extLst>
              <a:ext uri="{FF2B5EF4-FFF2-40B4-BE49-F238E27FC236}">
                <a16:creationId xmlns:a16="http://schemas.microsoft.com/office/drawing/2014/main" id="{EF30C7AE-AA3A-22A3-3E5F-33E9176E8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617695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81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0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6A8F6D7-062C-C740-B506-550D5798212F}" vid="{0E6D6A99-6957-7549-A8BF-442E27D975B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4456</TotalTime>
  <Words>428</Words>
  <Application>Microsoft Office PowerPoint</Application>
  <PresentationFormat>Personalizado</PresentationFormat>
  <Paragraphs>170</Paragraphs>
  <Slides>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Kanit</vt:lpstr>
      <vt:lpstr>Montserrat</vt:lpstr>
      <vt:lpstr>Montserrat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EKT_BAZ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nsanchezgo</dc:creator>
  <cp:lastModifiedBy>Jesus Noel De Jesus Guerrero</cp:lastModifiedBy>
  <cp:revision>320</cp:revision>
  <dcterms:created xsi:type="dcterms:W3CDTF">2022-08-08T19:17:56Z</dcterms:created>
  <dcterms:modified xsi:type="dcterms:W3CDTF">2026-10-05T22:00:28Z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2023-05-02T23:57:49Z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a7b805a7-66c3-4c85-a875-bbad85febbac</vt:lpwstr>
  </property>
  <property fmtid="{D5CDD505-2E9C-101B-9397-08002B2CF9AE}" pid="8" name="MSIP_Label_8ae3a633-3d5f-462b-ba19-31157bb9a57b_ContentBits">
    <vt:lpwstr>0</vt:lpwstr>
  </property>
</Properties>
</file>